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DCA050">
                <a:alpha val="100000"/>
              </a:srgbClr>
            </a:gs>
            <a:gs pos="89999">
              <a:srgbClr val="DCA050">
                <a:alpha val="100000"/>
                <a:lumMod val="7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286552"/>
            <a:ext cx="12192000" cy="6571448"/>
            <a:chOff x="0" y="286552"/>
            <a:chExt cx="12192000" cy="6571448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321526" y="286552"/>
              <a:ext cx="11536248" cy="6086861"/>
              <a:chOff x="321526" y="286552"/>
              <a:chExt cx="11536248" cy="6086861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3154990" y="286552"/>
                <a:ext cx="5869320" cy="5551058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0019412" y="4634735"/>
                <a:ext cx="1838362" cy="1738678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321526" y="4634735"/>
                <a:ext cx="1838362" cy="1738678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 flipV="1">
                <a:off x="10019412" y="337746"/>
                <a:ext cx="1838362" cy="1738678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 flipV="1">
                <a:off x="321526" y="337746"/>
                <a:ext cx="1838362" cy="1738678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</p:grpSp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b="19513"/>
            <a:stretch>
              <a:fillRect/>
            </a:stretch>
          </p:blipFill>
          <p:spPr>
            <a:xfrm>
              <a:off x="4781448" y="365406"/>
              <a:ext cx="2616405" cy="6492594"/>
            </a:xfrm>
            <a:prstGeom prst="rect">
              <a:avLst/>
            </a:prstGeom>
            <a:ln>
              <a:headEnd type="none"/>
              <a:tailEnd type="none"/>
            </a:ln>
          </p:spPr>
        </p:pic>
        <p:sp>
          <p:nvSpPr>
            <p:cNvPr id="10" name="AutoShape 10"/>
            <p:cNvSpPr/>
            <p:nvPr/>
          </p:nvSpPr>
          <p:spPr>
            <a:xfrm>
              <a:off x="0" y="6525570"/>
              <a:ext cx="12192000" cy="332430"/>
            </a:xfrm>
            <a:custGeom>
              <a:avLst/>
              <a:gdLst/>
              <a:ahLst/>
              <a:cxnLst/>
              <a:rect l="l" t="t" r="r" b="b"/>
              <a:pathLst>
                <a:path w="12192000" h="332430">
                  <a:moveTo>
                    <a:pt x="0" y="0"/>
                  </a:moveTo>
                  <a:lnTo>
                    <a:pt x="12192000" y="0"/>
                  </a:lnTo>
                  <a:lnTo>
                    <a:pt x="12192000" y="332430"/>
                  </a:lnTo>
                  <a:lnTo>
                    <a:pt x="0" y="332430"/>
                  </a:lnTo>
                  <a:close/>
                </a:path>
              </a:pathLst>
            </a:custGeom>
            <a:solidFill>
              <a:srgbClr val="B4471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DCA050">
                <a:alpha val="100000"/>
                <a:lumMod val="20000"/>
                <a:lumOff val="80000"/>
              </a:srgbClr>
            </a:gs>
            <a:gs pos="89999">
              <a:srgbClr val="DCA050">
                <a:alpha val="10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57292" y="262810"/>
            <a:ext cx="11228231" cy="6050895"/>
            <a:chOff x="357292" y="262810"/>
            <a:chExt cx="11228231" cy="6050895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11225523" y="302300"/>
              <a:ext cx="360000" cy="828000"/>
              <a:chOff x="11189427" y="297180"/>
              <a:chExt cx="360000" cy="828000"/>
            </a:xfrm>
          </p:grpSpPr>
          <p:sp>
            <p:nvSpPr>
              <p:cNvPr id="4" name="AutoShape 4"/>
              <p:cNvSpPr/>
              <p:nvPr/>
            </p:nvSpPr>
            <p:spPr>
              <a:xfrm flipV="1">
                <a:off x="11189427" y="297180"/>
                <a:ext cx="360000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569382" h="1568575">
                    <a:moveTo>
                      <a:pt x="6802" y="985456"/>
                    </a:moveTo>
                    <a:lnTo>
                      <a:pt x="6802" y="969474"/>
                    </a:lnTo>
                    <a:cubicBezTo>
                      <a:pt x="16830" y="968998"/>
                      <a:pt x="15465" y="963003"/>
                      <a:pt x="14307" y="955952"/>
                    </a:cubicBezTo>
                    <a:cubicBezTo>
                      <a:pt x="13067" y="948323"/>
                      <a:pt x="13439" y="940446"/>
                      <a:pt x="13129" y="932672"/>
                    </a:cubicBezTo>
                    <a:cubicBezTo>
                      <a:pt x="13087" y="931307"/>
                      <a:pt x="13584" y="929839"/>
                      <a:pt x="13232" y="928578"/>
                    </a:cubicBezTo>
                    <a:cubicBezTo>
                      <a:pt x="10131" y="917827"/>
                      <a:pt x="9614" y="907406"/>
                      <a:pt x="11123" y="895973"/>
                    </a:cubicBezTo>
                    <a:cubicBezTo>
                      <a:pt x="12219" y="887744"/>
                      <a:pt x="7484" y="878068"/>
                      <a:pt x="3370" y="870046"/>
                    </a:cubicBezTo>
                    <a:cubicBezTo>
                      <a:pt x="-269" y="862954"/>
                      <a:pt x="331" y="858343"/>
                      <a:pt x="3990" y="851376"/>
                    </a:cubicBezTo>
                    <a:cubicBezTo>
                      <a:pt x="8249" y="843271"/>
                      <a:pt x="9759" y="833553"/>
                      <a:pt x="11516" y="824353"/>
                    </a:cubicBezTo>
                    <a:cubicBezTo>
                      <a:pt x="12860" y="817364"/>
                      <a:pt x="12963" y="810107"/>
                      <a:pt x="13191" y="802954"/>
                    </a:cubicBezTo>
                    <a:cubicBezTo>
                      <a:pt x="13439" y="795035"/>
                      <a:pt x="16209" y="786703"/>
                      <a:pt x="8249" y="780107"/>
                    </a:cubicBezTo>
                    <a:cubicBezTo>
                      <a:pt x="6347" y="778515"/>
                      <a:pt x="7195" y="773615"/>
                      <a:pt x="6761" y="770245"/>
                    </a:cubicBezTo>
                    <a:cubicBezTo>
                      <a:pt x="10606" y="773119"/>
                      <a:pt x="14473" y="775993"/>
                      <a:pt x="20076" y="780190"/>
                    </a:cubicBezTo>
                    <a:cubicBezTo>
                      <a:pt x="20427" y="775724"/>
                      <a:pt x="22309" y="770720"/>
                      <a:pt x="20593" y="768177"/>
                    </a:cubicBezTo>
                    <a:cubicBezTo>
                      <a:pt x="18815" y="765552"/>
                      <a:pt x="13542" y="765055"/>
                      <a:pt x="9676" y="764311"/>
                    </a:cubicBezTo>
                    <a:cubicBezTo>
                      <a:pt x="9200" y="764228"/>
                      <a:pt x="7919" y="768343"/>
                      <a:pt x="7009" y="770514"/>
                    </a:cubicBezTo>
                    <a:cubicBezTo>
                      <a:pt x="703" y="765614"/>
                      <a:pt x="-3722" y="761313"/>
                      <a:pt x="4445" y="753270"/>
                    </a:cubicBezTo>
                    <a:cubicBezTo>
                      <a:pt x="7836" y="749921"/>
                      <a:pt x="7340" y="742622"/>
                      <a:pt x="8994" y="735489"/>
                    </a:cubicBezTo>
                    <a:cubicBezTo>
                      <a:pt x="12240" y="738963"/>
                      <a:pt x="14535" y="741423"/>
                      <a:pt x="18773" y="745931"/>
                    </a:cubicBezTo>
                    <a:cubicBezTo>
                      <a:pt x="20179" y="737019"/>
                      <a:pt x="21626" y="730155"/>
                      <a:pt x="21978" y="723250"/>
                    </a:cubicBezTo>
                    <a:cubicBezTo>
                      <a:pt x="22040" y="722009"/>
                      <a:pt x="16788" y="718825"/>
                      <a:pt x="15217" y="719487"/>
                    </a:cubicBezTo>
                    <a:cubicBezTo>
                      <a:pt x="8601" y="722298"/>
                      <a:pt x="7381" y="719238"/>
                      <a:pt x="6823" y="713677"/>
                    </a:cubicBezTo>
                    <a:cubicBezTo>
                      <a:pt x="4073" y="686220"/>
                      <a:pt x="6409" y="658928"/>
                      <a:pt x="8539" y="631554"/>
                    </a:cubicBezTo>
                    <a:cubicBezTo>
                      <a:pt x="9821" y="614993"/>
                      <a:pt x="8622" y="598245"/>
                      <a:pt x="9056" y="581602"/>
                    </a:cubicBezTo>
                    <a:cubicBezTo>
                      <a:pt x="9449" y="565826"/>
                      <a:pt x="10668" y="550072"/>
                      <a:pt x="11185" y="534296"/>
                    </a:cubicBezTo>
                    <a:cubicBezTo>
                      <a:pt x="11309" y="530347"/>
                      <a:pt x="10813" y="526047"/>
                      <a:pt x="9366" y="522408"/>
                    </a:cubicBezTo>
                    <a:cubicBezTo>
                      <a:pt x="3949" y="508845"/>
                      <a:pt x="7981" y="501463"/>
                      <a:pt x="24624" y="500037"/>
                    </a:cubicBezTo>
                    <a:cubicBezTo>
                      <a:pt x="24624" y="486412"/>
                      <a:pt x="27870" y="471484"/>
                      <a:pt x="23673" y="459079"/>
                    </a:cubicBezTo>
                    <a:cubicBezTo>
                      <a:pt x="19828" y="447728"/>
                      <a:pt x="21296" y="438217"/>
                      <a:pt x="22329" y="427673"/>
                    </a:cubicBezTo>
                    <a:cubicBezTo>
                      <a:pt x="23012" y="420664"/>
                      <a:pt x="21750" y="413407"/>
                      <a:pt x="23012" y="406563"/>
                    </a:cubicBezTo>
                    <a:cubicBezTo>
                      <a:pt x="26940" y="385205"/>
                      <a:pt x="21792" y="363227"/>
                      <a:pt x="29524" y="341828"/>
                    </a:cubicBezTo>
                    <a:cubicBezTo>
                      <a:pt x="33639" y="330415"/>
                      <a:pt x="30868" y="316707"/>
                      <a:pt x="33081" y="304385"/>
                    </a:cubicBezTo>
                    <a:cubicBezTo>
                      <a:pt x="34983" y="293799"/>
                      <a:pt x="39759" y="283771"/>
                      <a:pt x="42860" y="273371"/>
                    </a:cubicBezTo>
                    <a:cubicBezTo>
                      <a:pt x="44163" y="269030"/>
                      <a:pt x="45362" y="264274"/>
                      <a:pt x="44886" y="259891"/>
                    </a:cubicBezTo>
                    <a:cubicBezTo>
                      <a:pt x="43956" y="251311"/>
                      <a:pt x="41785" y="244198"/>
                      <a:pt x="52412" y="238326"/>
                    </a:cubicBezTo>
                    <a:cubicBezTo>
                      <a:pt x="57292" y="235618"/>
                      <a:pt x="62709" y="227513"/>
                      <a:pt x="61468" y="217961"/>
                    </a:cubicBezTo>
                    <a:cubicBezTo>
                      <a:pt x="59607" y="203592"/>
                      <a:pt x="67175" y="191910"/>
                      <a:pt x="75197" y="180290"/>
                    </a:cubicBezTo>
                    <a:cubicBezTo>
                      <a:pt x="79663" y="173798"/>
                      <a:pt x="80696" y="164949"/>
                      <a:pt x="83301" y="157175"/>
                    </a:cubicBezTo>
                    <a:cubicBezTo>
                      <a:pt x="83922" y="155314"/>
                      <a:pt x="84315" y="153247"/>
                      <a:pt x="85348" y="151634"/>
                    </a:cubicBezTo>
                    <a:cubicBezTo>
                      <a:pt x="94197" y="137885"/>
                      <a:pt x="100979" y="123619"/>
                      <a:pt x="101930" y="106748"/>
                    </a:cubicBezTo>
                    <a:cubicBezTo>
                      <a:pt x="102199" y="101972"/>
                      <a:pt x="106685" y="97113"/>
                      <a:pt x="110014" y="92916"/>
                    </a:cubicBezTo>
                    <a:cubicBezTo>
                      <a:pt x="118760" y="81958"/>
                      <a:pt x="123060" y="66968"/>
                      <a:pt x="138133" y="61675"/>
                    </a:cubicBezTo>
                    <a:cubicBezTo>
                      <a:pt x="139001" y="61365"/>
                      <a:pt x="139911" y="60517"/>
                      <a:pt x="140304" y="59690"/>
                    </a:cubicBezTo>
                    <a:cubicBezTo>
                      <a:pt x="147230" y="44308"/>
                      <a:pt x="161848" y="37981"/>
                      <a:pt x="174294" y="28491"/>
                    </a:cubicBezTo>
                    <a:cubicBezTo>
                      <a:pt x="182937" y="21895"/>
                      <a:pt x="192468" y="18918"/>
                      <a:pt x="201421" y="14225"/>
                    </a:cubicBezTo>
                    <a:cubicBezTo>
                      <a:pt x="210952" y="9221"/>
                      <a:pt x="221703" y="7671"/>
                      <a:pt x="232827" y="7629"/>
                    </a:cubicBezTo>
                    <a:cubicBezTo>
                      <a:pt x="249987" y="7567"/>
                      <a:pt x="267169" y="6120"/>
                      <a:pt x="284309" y="4797"/>
                    </a:cubicBezTo>
                    <a:cubicBezTo>
                      <a:pt x="286728" y="4611"/>
                      <a:pt x="288940" y="1737"/>
                      <a:pt x="291400" y="0"/>
                    </a:cubicBezTo>
                    <a:cubicBezTo>
                      <a:pt x="298078" y="6306"/>
                      <a:pt x="307155" y="4569"/>
                      <a:pt x="315425" y="3225"/>
                    </a:cubicBezTo>
                    <a:cubicBezTo>
                      <a:pt x="330125" y="868"/>
                      <a:pt x="342055" y="5851"/>
                      <a:pt x="353344" y="14328"/>
                    </a:cubicBezTo>
                    <a:cubicBezTo>
                      <a:pt x="356032" y="16334"/>
                      <a:pt x="359154" y="18174"/>
                      <a:pt x="362359" y="18980"/>
                    </a:cubicBezTo>
                    <a:cubicBezTo>
                      <a:pt x="392669" y="26630"/>
                      <a:pt x="415681" y="46871"/>
                      <a:pt x="441174" y="63164"/>
                    </a:cubicBezTo>
                    <a:cubicBezTo>
                      <a:pt x="460154" y="75300"/>
                      <a:pt x="466418" y="95397"/>
                      <a:pt x="478700" y="111689"/>
                    </a:cubicBezTo>
                    <a:cubicBezTo>
                      <a:pt x="487032" y="122730"/>
                      <a:pt x="498796" y="131165"/>
                      <a:pt x="507418" y="142020"/>
                    </a:cubicBezTo>
                    <a:cubicBezTo>
                      <a:pt x="511201" y="146775"/>
                      <a:pt x="511243" y="154653"/>
                      <a:pt x="512525" y="161207"/>
                    </a:cubicBezTo>
                    <a:cubicBezTo>
                      <a:pt x="513352" y="165404"/>
                      <a:pt x="513414" y="169787"/>
                      <a:pt x="513724" y="174088"/>
                    </a:cubicBezTo>
                    <a:cubicBezTo>
                      <a:pt x="514013" y="178140"/>
                      <a:pt x="515109" y="182399"/>
                      <a:pt x="514261" y="186204"/>
                    </a:cubicBezTo>
                    <a:cubicBezTo>
                      <a:pt x="511553" y="198319"/>
                      <a:pt x="516453" y="206093"/>
                      <a:pt x="529024" y="205928"/>
                    </a:cubicBezTo>
                    <a:cubicBezTo>
                      <a:pt x="526295" y="209236"/>
                      <a:pt x="524206" y="211779"/>
                      <a:pt x="521870" y="214570"/>
                    </a:cubicBezTo>
                    <a:cubicBezTo>
                      <a:pt x="544758" y="231379"/>
                      <a:pt x="539961" y="255632"/>
                      <a:pt x="538080" y="281600"/>
                    </a:cubicBezTo>
                    <a:cubicBezTo>
                      <a:pt x="541760" y="277465"/>
                      <a:pt x="542980" y="276121"/>
                      <a:pt x="545709" y="273061"/>
                    </a:cubicBezTo>
                    <a:cubicBezTo>
                      <a:pt x="546453" y="279078"/>
                      <a:pt x="548211" y="283833"/>
                      <a:pt x="547342" y="288051"/>
                    </a:cubicBezTo>
                    <a:cubicBezTo>
                      <a:pt x="545729" y="295928"/>
                      <a:pt x="543476" y="302669"/>
                      <a:pt x="549885" y="310277"/>
                    </a:cubicBezTo>
                    <a:cubicBezTo>
                      <a:pt x="552945" y="313937"/>
                      <a:pt x="553090" y="322021"/>
                      <a:pt x="551539" y="327190"/>
                    </a:cubicBezTo>
                    <a:cubicBezTo>
                      <a:pt x="547466" y="340815"/>
                      <a:pt x="552697" y="353096"/>
                      <a:pt x="554082" y="366039"/>
                    </a:cubicBezTo>
                    <a:cubicBezTo>
                      <a:pt x="555013" y="374764"/>
                      <a:pt x="556688" y="383634"/>
                      <a:pt x="556646" y="392504"/>
                    </a:cubicBezTo>
                    <a:cubicBezTo>
                      <a:pt x="556584" y="406191"/>
                      <a:pt x="555695" y="419857"/>
                      <a:pt x="555592" y="433544"/>
                    </a:cubicBezTo>
                    <a:cubicBezTo>
                      <a:pt x="555509" y="444854"/>
                      <a:pt x="555985" y="456143"/>
                      <a:pt x="556398" y="467452"/>
                    </a:cubicBezTo>
                    <a:cubicBezTo>
                      <a:pt x="556729" y="476343"/>
                      <a:pt x="557122" y="485254"/>
                      <a:pt x="557990" y="494103"/>
                    </a:cubicBezTo>
                    <a:cubicBezTo>
                      <a:pt x="558321" y="497370"/>
                      <a:pt x="560078" y="500512"/>
                      <a:pt x="561546" y="504730"/>
                    </a:cubicBezTo>
                    <a:cubicBezTo>
                      <a:pt x="558486" y="504441"/>
                      <a:pt x="555157" y="504110"/>
                      <a:pt x="550733" y="503696"/>
                    </a:cubicBezTo>
                    <a:cubicBezTo>
                      <a:pt x="553731" y="509610"/>
                      <a:pt x="556212" y="514965"/>
                      <a:pt x="559086" y="520113"/>
                    </a:cubicBezTo>
                    <a:cubicBezTo>
                      <a:pt x="569010" y="537935"/>
                      <a:pt x="568390" y="541202"/>
                      <a:pt x="553007" y="551229"/>
                    </a:cubicBezTo>
                    <a:cubicBezTo>
                      <a:pt x="555426" y="555302"/>
                      <a:pt x="560823" y="560843"/>
                      <a:pt x="559685" y="563118"/>
                    </a:cubicBezTo>
                    <a:cubicBezTo>
                      <a:pt x="556026" y="570458"/>
                      <a:pt x="550030" y="576123"/>
                      <a:pt x="560616" y="583173"/>
                    </a:cubicBezTo>
                    <a:cubicBezTo>
                      <a:pt x="562001" y="584103"/>
                      <a:pt x="556936" y="593428"/>
                      <a:pt x="556233" y="599031"/>
                    </a:cubicBezTo>
                    <a:cubicBezTo>
                      <a:pt x="555550" y="604427"/>
                      <a:pt x="556646" y="610051"/>
                      <a:pt x="559024" y="615220"/>
                    </a:cubicBezTo>
                    <a:lnTo>
                      <a:pt x="552801" y="630582"/>
                    </a:lnTo>
                    <a:cubicBezTo>
                      <a:pt x="553648" y="631120"/>
                      <a:pt x="554496" y="631657"/>
                      <a:pt x="555323" y="632195"/>
                    </a:cubicBezTo>
                    <a:cubicBezTo>
                      <a:pt x="558982" y="630685"/>
                      <a:pt x="562642" y="629155"/>
                      <a:pt x="569382" y="626343"/>
                    </a:cubicBezTo>
                    <a:cubicBezTo>
                      <a:pt x="565867" y="630851"/>
                      <a:pt x="564544" y="634076"/>
                      <a:pt x="562208" y="635255"/>
                    </a:cubicBezTo>
                    <a:cubicBezTo>
                      <a:pt x="552408" y="640134"/>
                      <a:pt x="552304" y="639907"/>
                      <a:pt x="554455" y="652725"/>
                    </a:cubicBezTo>
                    <a:cubicBezTo>
                      <a:pt x="555860" y="652932"/>
                      <a:pt x="557473" y="653201"/>
                      <a:pt x="559086" y="653428"/>
                    </a:cubicBezTo>
                    <a:cubicBezTo>
                      <a:pt x="560719" y="653656"/>
                      <a:pt x="562373" y="653842"/>
                      <a:pt x="564482" y="654111"/>
                    </a:cubicBezTo>
                    <a:cubicBezTo>
                      <a:pt x="565185" y="661885"/>
                      <a:pt x="567542" y="669452"/>
                      <a:pt x="557494" y="673235"/>
                    </a:cubicBezTo>
                    <a:cubicBezTo>
                      <a:pt x="555798" y="673876"/>
                      <a:pt x="554434" y="677453"/>
                      <a:pt x="554248" y="679790"/>
                    </a:cubicBezTo>
                    <a:cubicBezTo>
                      <a:pt x="553359" y="691719"/>
                      <a:pt x="552614" y="703670"/>
                      <a:pt x="552490" y="715620"/>
                    </a:cubicBezTo>
                    <a:cubicBezTo>
                      <a:pt x="552449" y="720272"/>
                      <a:pt x="554165" y="724945"/>
                      <a:pt x="555116" y="729597"/>
                    </a:cubicBezTo>
                    <a:cubicBezTo>
                      <a:pt x="555323" y="730589"/>
                      <a:pt x="555922" y="731582"/>
                      <a:pt x="555840" y="732533"/>
                    </a:cubicBezTo>
                    <a:cubicBezTo>
                      <a:pt x="554930" y="741506"/>
                      <a:pt x="553896" y="750479"/>
                      <a:pt x="552945" y="759163"/>
                    </a:cubicBezTo>
                    <a:cubicBezTo>
                      <a:pt x="552656" y="758791"/>
                      <a:pt x="551622" y="757467"/>
                      <a:pt x="550609" y="756165"/>
                    </a:cubicBezTo>
                    <a:cubicBezTo>
                      <a:pt x="549699" y="756103"/>
                      <a:pt x="548789" y="756020"/>
                      <a:pt x="547880" y="755958"/>
                    </a:cubicBezTo>
                    <a:cubicBezTo>
                      <a:pt x="546370" y="771258"/>
                      <a:pt x="544840" y="786537"/>
                      <a:pt x="543331" y="801837"/>
                    </a:cubicBezTo>
                    <a:cubicBezTo>
                      <a:pt x="544344" y="802147"/>
                      <a:pt x="545357" y="802437"/>
                      <a:pt x="546370" y="802747"/>
                    </a:cubicBezTo>
                    <a:cubicBezTo>
                      <a:pt x="548417" y="801382"/>
                      <a:pt x="550485" y="800018"/>
                      <a:pt x="554206" y="797537"/>
                    </a:cubicBezTo>
                    <a:cubicBezTo>
                      <a:pt x="553400" y="803781"/>
                      <a:pt x="552780" y="808619"/>
                      <a:pt x="551994" y="814573"/>
                    </a:cubicBezTo>
                    <a:cubicBezTo>
                      <a:pt x="550175" y="812278"/>
                      <a:pt x="548789" y="810500"/>
                      <a:pt x="546949" y="808164"/>
                    </a:cubicBezTo>
                    <a:cubicBezTo>
                      <a:pt x="536694" y="821706"/>
                      <a:pt x="545461" y="831424"/>
                      <a:pt x="552387" y="841058"/>
                    </a:cubicBezTo>
                    <a:cubicBezTo>
                      <a:pt x="543951" y="846827"/>
                      <a:pt x="542483" y="864070"/>
                      <a:pt x="548686" y="872258"/>
                    </a:cubicBezTo>
                    <a:cubicBezTo>
                      <a:pt x="550526" y="874697"/>
                      <a:pt x="551519" y="878130"/>
                      <a:pt x="551870" y="881231"/>
                    </a:cubicBezTo>
                    <a:cubicBezTo>
                      <a:pt x="552387" y="885759"/>
                      <a:pt x="552015" y="890411"/>
                      <a:pt x="552015" y="896097"/>
                    </a:cubicBezTo>
                    <a:cubicBezTo>
                      <a:pt x="550443" y="896241"/>
                      <a:pt x="547756" y="896489"/>
                      <a:pt x="543931" y="896841"/>
                    </a:cubicBezTo>
                    <a:cubicBezTo>
                      <a:pt x="558548" y="924898"/>
                      <a:pt x="558176" y="954071"/>
                      <a:pt x="554413" y="986800"/>
                    </a:cubicBezTo>
                    <a:cubicBezTo>
                      <a:pt x="560471" y="993003"/>
                      <a:pt x="558776" y="1002699"/>
                      <a:pt x="553462" y="1012644"/>
                    </a:cubicBezTo>
                    <a:cubicBezTo>
                      <a:pt x="552738" y="1014030"/>
                      <a:pt x="551870" y="1016077"/>
                      <a:pt x="552366" y="1017255"/>
                    </a:cubicBezTo>
                    <a:cubicBezTo>
                      <a:pt x="560182" y="1035491"/>
                      <a:pt x="553793" y="1054244"/>
                      <a:pt x="554661" y="1072707"/>
                    </a:cubicBezTo>
                    <a:cubicBezTo>
                      <a:pt x="554868" y="1077297"/>
                      <a:pt x="556047" y="1081845"/>
                      <a:pt x="556191" y="1086456"/>
                    </a:cubicBezTo>
                    <a:cubicBezTo>
                      <a:pt x="556377" y="1091728"/>
                      <a:pt x="555530" y="1097021"/>
                      <a:pt x="555840" y="1102273"/>
                    </a:cubicBezTo>
                    <a:cubicBezTo>
                      <a:pt x="556150" y="1107710"/>
                      <a:pt x="556584" y="1113355"/>
                      <a:pt x="558300" y="1118462"/>
                    </a:cubicBezTo>
                    <a:cubicBezTo>
                      <a:pt x="560347" y="1124519"/>
                      <a:pt x="562663" y="1129399"/>
                      <a:pt x="556336" y="1134816"/>
                    </a:cubicBezTo>
                    <a:cubicBezTo>
                      <a:pt x="548107" y="1141866"/>
                      <a:pt x="556874" y="1147387"/>
                      <a:pt x="559727" y="1153817"/>
                    </a:cubicBezTo>
                    <a:cubicBezTo>
                      <a:pt x="551126" y="1162997"/>
                      <a:pt x="557742" y="1172880"/>
                      <a:pt x="558507" y="1182721"/>
                    </a:cubicBezTo>
                    <a:cubicBezTo>
                      <a:pt x="558962" y="1188552"/>
                      <a:pt x="559375" y="1195271"/>
                      <a:pt x="556977" y="1200233"/>
                    </a:cubicBezTo>
                    <a:cubicBezTo>
                      <a:pt x="553317" y="1207821"/>
                      <a:pt x="551870" y="1213672"/>
                      <a:pt x="560264" y="1218242"/>
                    </a:cubicBezTo>
                    <a:cubicBezTo>
                      <a:pt x="549389" y="1231805"/>
                      <a:pt x="549492" y="1235320"/>
                      <a:pt x="559127" y="1251074"/>
                    </a:cubicBezTo>
                    <a:cubicBezTo>
                      <a:pt x="563593" y="1258373"/>
                      <a:pt x="558900" y="1263293"/>
                      <a:pt x="553007" y="1267966"/>
                    </a:cubicBezTo>
                    <a:cubicBezTo>
                      <a:pt x="561856" y="1277601"/>
                      <a:pt x="552821" y="1283700"/>
                      <a:pt x="547508" y="1291557"/>
                    </a:cubicBezTo>
                    <a:cubicBezTo>
                      <a:pt x="562311" y="1295692"/>
                      <a:pt x="553214" y="1309544"/>
                      <a:pt x="558321" y="1316099"/>
                    </a:cubicBezTo>
                    <a:cubicBezTo>
                      <a:pt x="554765" y="1318352"/>
                      <a:pt x="551312" y="1320544"/>
                      <a:pt x="547859" y="1322756"/>
                    </a:cubicBezTo>
                    <a:cubicBezTo>
                      <a:pt x="550898" y="1324555"/>
                      <a:pt x="553938" y="1326354"/>
                      <a:pt x="556998" y="1328173"/>
                    </a:cubicBezTo>
                    <a:cubicBezTo>
                      <a:pt x="556274" y="1334252"/>
                      <a:pt x="555406" y="1341571"/>
                      <a:pt x="554868" y="1346078"/>
                    </a:cubicBezTo>
                    <a:cubicBezTo>
                      <a:pt x="550113" y="1351557"/>
                      <a:pt x="545936" y="1355196"/>
                      <a:pt x="543517" y="1359765"/>
                    </a:cubicBezTo>
                    <a:cubicBezTo>
                      <a:pt x="542483" y="1361729"/>
                      <a:pt x="544530" y="1367808"/>
                      <a:pt x="546226" y="1368284"/>
                    </a:cubicBezTo>
                    <a:cubicBezTo>
                      <a:pt x="553441" y="1370310"/>
                      <a:pt x="552366" y="1375127"/>
                      <a:pt x="551436" y="1380048"/>
                    </a:cubicBezTo>
                    <a:cubicBezTo>
                      <a:pt x="549782" y="1388752"/>
                      <a:pt x="548335" y="1397560"/>
                      <a:pt x="545833" y="1406058"/>
                    </a:cubicBezTo>
                    <a:cubicBezTo>
                      <a:pt x="544654" y="1410069"/>
                      <a:pt x="541222" y="1413418"/>
                      <a:pt x="538452" y="1417615"/>
                    </a:cubicBezTo>
                    <a:cubicBezTo>
                      <a:pt x="538721" y="1417905"/>
                      <a:pt x="540230" y="1419538"/>
                      <a:pt x="541739" y="1421171"/>
                    </a:cubicBezTo>
                    <a:cubicBezTo>
                      <a:pt x="539734" y="1422495"/>
                      <a:pt x="537707" y="1423797"/>
                      <a:pt x="535123" y="1425493"/>
                    </a:cubicBezTo>
                    <a:cubicBezTo>
                      <a:pt x="536239" y="1427726"/>
                      <a:pt x="537542" y="1430372"/>
                      <a:pt x="538865" y="1433019"/>
                    </a:cubicBezTo>
                    <a:cubicBezTo>
                      <a:pt x="537852" y="1433060"/>
                      <a:pt x="536818" y="1433101"/>
                      <a:pt x="535805" y="1433122"/>
                    </a:cubicBezTo>
                    <a:cubicBezTo>
                      <a:pt x="535598" y="1437319"/>
                      <a:pt x="536301" y="1441826"/>
                      <a:pt x="535020" y="1445672"/>
                    </a:cubicBezTo>
                    <a:cubicBezTo>
                      <a:pt x="532497" y="1453363"/>
                      <a:pt x="536570" y="1463453"/>
                      <a:pt x="525405" y="1468291"/>
                    </a:cubicBezTo>
                    <a:cubicBezTo>
                      <a:pt x="517652" y="1471640"/>
                      <a:pt x="515585" y="1489152"/>
                      <a:pt x="521415" y="1496162"/>
                    </a:cubicBezTo>
                    <a:cubicBezTo>
                      <a:pt x="509485" y="1521220"/>
                      <a:pt x="487301" y="1531889"/>
                      <a:pt x="461766" y="1537657"/>
                    </a:cubicBezTo>
                    <a:cubicBezTo>
                      <a:pt x="455502" y="1539063"/>
                      <a:pt x="449030" y="1539456"/>
                      <a:pt x="442641" y="1540324"/>
                    </a:cubicBezTo>
                    <a:cubicBezTo>
                      <a:pt x="441628" y="1540469"/>
                      <a:pt x="440140" y="1541275"/>
                      <a:pt x="439664" y="1540862"/>
                    </a:cubicBezTo>
                    <a:cubicBezTo>
                      <a:pt x="426453" y="1529366"/>
                      <a:pt x="418865" y="1544253"/>
                      <a:pt x="408775" y="1547292"/>
                    </a:cubicBezTo>
                    <a:cubicBezTo>
                      <a:pt x="402634" y="1549132"/>
                      <a:pt x="396349" y="1550497"/>
                      <a:pt x="390167" y="1552275"/>
                    </a:cubicBezTo>
                    <a:cubicBezTo>
                      <a:pt x="383406" y="1554218"/>
                      <a:pt x="376769" y="1556555"/>
                      <a:pt x="369967" y="1558333"/>
                    </a:cubicBezTo>
                    <a:cubicBezTo>
                      <a:pt x="365481" y="1559511"/>
                      <a:pt x="360849" y="1560359"/>
                      <a:pt x="356239" y="1560752"/>
                    </a:cubicBezTo>
                    <a:cubicBezTo>
                      <a:pt x="351773" y="1561145"/>
                      <a:pt x="347203" y="1560442"/>
                      <a:pt x="342758" y="1560835"/>
                    </a:cubicBezTo>
                    <a:cubicBezTo>
                      <a:pt x="335729" y="1561475"/>
                      <a:pt x="328720" y="1563481"/>
                      <a:pt x="321731" y="1563378"/>
                    </a:cubicBezTo>
                    <a:cubicBezTo>
                      <a:pt x="309057" y="1563191"/>
                      <a:pt x="296342" y="1561269"/>
                      <a:pt x="284619" y="1568174"/>
                    </a:cubicBezTo>
                    <a:cubicBezTo>
                      <a:pt x="283812" y="1568650"/>
                      <a:pt x="282551" y="1568629"/>
                      <a:pt x="281559" y="1568484"/>
                    </a:cubicBezTo>
                    <a:cubicBezTo>
                      <a:pt x="260118" y="1565259"/>
                      <a:pt x="238430" y="1570800"/>
                      <a:pt x="216782" y="1565342"/>
                    </a:cubicBezTo>
                    <a:cubicBezTo>
                      <a:pt x="201710" y="1561558"/>
                      <a:pt x="185604" y="1562054"/>
                      <a:pt x="170056" y="1559925"/>
                    </a:cubicBezTo>
                    <a:cubicBezTo>
                      <a:pt x="163543" y="1559036"/>
                      <a:pt x="157340" y="1556038"/>
                      <a:pt x="150869" y="1554590"/>
                    </a:cubicBezTo>
                    <a:cubicBezTo>
                      <a:pt x="139642" y="1552068"/>
                      <a:pt x="128271" y="1550187"/>
                      <a:pt x="117064" y="1547644"/>
                    </a:cubicBezTo>
                    <a:cubicBezTo>
                      <a:pt x="105693" y="1545059"/>
                      <a:pt x="98746" y="1538050"/>
                      <a:pt x="95934" y="1526410"/>
                    </a:cubicBezTo>
                    <a:cubicBezTo>
                      <a:pt x="94239" y="1519339"/>
                      <a:pt x="92874" y="1511751"/>
                      <a:pt x="85307" y="1507430"/>
                    </a:cubicBezTo>
                    <a:cubicBezTo>
                      <a:pt x="83777" y="1506561"/>
                      <a:pt x="83632" y="1502137"/>
                      <a:pt x="83922" y="1499490"/>
                    </a:cubicBezTo>
                    <a:cubicBezTo>
                      <a:pt x="84252" y="1496492"/>
                      <a:pt x="85803" y="1493618"/>
                      <a:pt x="86341" y="1492068"/>
                    </a:cubicBezTo>
                    <a:cubicBezTo>
                      <a:pt x="79807" y="1492068"/>
                      <a:pt x="73687" y="1493494"/>
                      <a:pt x="69097" y="1491468"/>
                    </a:cubicBezTo>
                    <a:cubicBezTo>
                      <a:pt x="66802" y="1490434"/>
                      <a:pt x="67299" y="1483095"/>
                      <a:pt x="66534" y="1478567"/>
                    </a:cubicBezTo>
                    <a:cubicBezTo>
                      <a:pt x="64094" y="1475920"/>
                      <a:pt x="59731" y="1473150"/>
                      <a:pt x="58284" y="1469304"/>
                    </a:cubicBezTo>
                    <a:cubicBezTo>
                      <a:pt x="48070" y="1442323"/>
                      <a:pt x="39800" y="1414845"/>
                      <a:pt x="41537" y="1385444"/>
                    </a:cubicBezTo>
                    <a:cubicBezTo>
                      <a:pt x="41599" y="1384472"/>
                      <a:pt x="41247" y="1383397"/>
                      <a:pt x="40855" y="1382488"/>
                    </a:cubicBezTo>
                    <a:cubicBezTo>
                      <a:pt x="33887" y="1366754"/>
                      <a:pt x="33287" y="1350854"/>
                      <a:pt x="36926" y="1333962"/>
                    </a:cubicBezTo>
                    <a:cubicBezTo>
                      <a:pt x="38332" y="1327429"/>
                      <a:pt x="32026" y="1319448"/>
                      <a:pt x="39552" y="1314321"/>
                    </a:cubicBezTo>
                    <a:cubicBezTo>
                      <a:pt x="37650" y="1310930"/>
                      <a:pt x="34962" y="1308242"/>
                      <a:pt x="34714" y="1305347"/>
                    </a:cubicBezTo>
                    <a:cubicBezTo>
                      <a:pt x="33184" y="1287256"/>
                      <a:pt x="32460" y="1269083"/>
                      <a:pt x="30910" y="1250991"/>
                    </a:cubicBezTo>
                    <a:cubicBezTo>
                      <a:pt x="30455" y="1245637"/>
                      <a:pt x="28284" y="1240406"/>
                      <a:pt x="26899" y="1235113"/>
                    </a:cubicBezTo>
                    <a:cubicBezTo>
                      <a:pt x="25948" y="1235257"/>
                      <a:pt x="24997" y="1235381"/>
                      <a:pt x="24066" y="1235526"/>
                    </a:cubicBezTo>
                    <a:cubicBezTo>
                      <a:pt x="23322" y="1239289"/>
                      <a:pt x="22598" y="1243073"/>
                      <a:pt x="21854" y="1246836"/>
                    </a:cubicBezTo>
                    <a:cubicBezTo>
                      <a:pt x="20820" y="1246856"/>
                      <a:pt x="19786" y="1246877"/>
                      <a:pt x="18732" y="1246898"/>
                    </a:cubicBezTo>
                    <a:cubicBezTo>
                      <a:pt x="18587" y="1241708"/>
                      <a:pt x="18525" y="1236519"/>
                      <a:pt x="18298" y="1231350"/>
                    </a:cubicBezTo>
                    <a:cubicBezTo>
                      <a:pt x="17988" y="1224506"/>
                      <a:pt x="17677" y="1217663"/>
                      <a:pt x="17119" y="1210840"/>
                    </a:cubicBezTo>
                    <a:cubicBezTo>
                      <a:pt x="16685" y="1205547"/>
                      <a:pt x="16230" y="1200212"/>
                      <a:pt x="15072" y="1195044"/>
                    </a:cubicBezTo>
                    <a:cubicBezTo>
                      <a:pt x="11020" y="1177097"/>
                      <a:pt x="11433" y="1159068"/>
                      <a:pt x="11806" y="1140791"/>
                    </a:cubicBezTo>
                    <a:cubicBezTo>
                      <a:pt x="12178" y="1123114"/>
                      <a:pt x="9035" y="1105395"/>
                      <a:pt x="8208" y="1087655"/>
                    </a:cubicBezTo>
                    <a:cubicBezTo>
                      <a:pt x="7670" y="1076077"/>
                      <a:pt x="8808" y="1064437"/>
                      <a:pt x="8622" y="1052817"/>
                    </a:cubicBezTo>
                    <a:cubicBezTo>
                      <a:pt x="8518" y="1045870"/>
                      <a:pt x="8497" y="1038509"/>
                      <a:pt x="6265" y="1032100"/>
                    </a:cubicBezTo>
                    <a:cubicBezTo>
                      <a:pt x="3329" y="1023644"/>
                      <a:pt x="9035" y="1023913"/>
                      <a:pt x="15486" y="1022114"/>
                    </a:cubicBezTo>
                    <a:cubicBezTo>
                      <a:pt x="12633" y="1017131"/>
                      <a:pt x="9862" y="1012748"/>
                      <a:pt x="7526" y="1008137"/>
                    </a:cubicBezTo>
                    <a:cubicBezTo>
                      <a:pt x="3763" y="1000673"/>
                      <a:pt x="434" y="993085"/>
                      <a:pt x="6843" y="985270"/>
                    </a:cubicBezTo>
                    <a:cubicBezTo>
                      <a:pt x="7050" y="988847"/>
                      <a:pt x="7278" y="992403"/>
                      <a:pt x="7484" y="995980"/>
                    </a:cubicBezTo>
                    <a:cubicBezTo>
                      <a:pt x="8560" y="996538"/>
                      <a:pt x="9635" y="997096"/>
                      <a:pt x="10710" y="997675"/>
                    </a:cubicBezTo>
                    <a:cubicBezTo>
                      <a:pt x="13418" y="994409"/>
                      <a:pt x="16147" y="991142"/>
                      <a:pt x="18856" y="987875"/>
                    </a:cubicBezTo>
                    <a:cubicBezTo>
                      <a:pt x="18112" y="987089"/>
                      <a:pt x="17347" y="986324"/>
                      <a:pt x="16602" y="985539"/>
                    </a:cubicBezTo>
                    <a:lnTo>
                      <a:pt x="6802" y="985539"/>
                    </a:lnTo>
                    <a:close/>
                  </a:path>
                </a:pathLst>
              </a:custGeom>
              <a:gradFill>
                <a:gsLst>
                  <a:gs pos="0">
                    <a:srgbClr val="DCA050">
                      <a:alpha val="100000"/>
                      <a:lumMod val="60000"/>
                      <a:lumOff val="40000"/>
                    </a:srgbClr>
                  </a:gs>
                  <a:gs pos="69999">
                    <a:srgbClr val="DCA050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1288640" y="387180"/>
                <a:ext cx="161574" cy="648000"/>
              </a:xfrm>
              <a:custGeom>
                <a:avLst/>
                <a:gdLst/>
                <a:ahLst/>
                <a:cxnLst/>
                <a:rect l="l" t="t" r="r" b="b"/>
                <a:pathLst>
                  <a:path w="135446" h="543211">
                    <a:moveTo>
                      <a:pt x="72724" y="523494"/>
                    </a:moveTo>
                    <a:cubicBezTo>
                      <a:pt x="72533" y="523590"/>
                      <a:pt x="72462" y="523733"/>
                      <a:pt x="72509" y="523923"/>
                    </a:cubicBezTo>
                    <a:cubicBezTo>
                      <a:pt x="72557" y="524114"/>
                      <a:pt x="72628" y="524209"/>
                      <a:pt x="72724" y="524209"/>
                    </a:cubicBezTo>
                    <a:cubicBezTo>
                      <a:pt x="72819" y="524209"/>
                      <a:pt x="72866" y="524066"/>
                      <a:pt x="72866" y="523780"/>
                    </a:cubicBezTo>
                    <a:close/>
                    <a:moveTo>
                      <a:pt x="31718" y="519494"/>
                    </a:moveTo>
                    <a:cubicBezTo>
                      <a:pt x="31528" y="519589"/>
                      <a:pt x="31528" y="519661"/>
                      <a:pt x="31718" y="519708"/>
                    </a:cubicBezTo>
                    <a:cubicBezTo>
                      <a:pt x="31909" y="519756"/>
                      <a:pt x="32099" y="519756"/>
                      <a:pt x="32290" y="519708"/>
                    </a:cubicBezTo>
                    <a:cubicBezTo>
                      <a:pt x="32480" y="519661"/>
                      <a:pt x="32433" y="519589"/>
                      <a:pt x="32147" y="519494"/>
                    </a:cubicBezTo>
                    <a:close/>
                    <a:moveTo>
                      <a:pt x="95798" y="515636"/>
                    </a:moveTo>
                    <a:cubicBezTo>
                      <a:pt x="95750" y="515351"/>
                      <a:pt x="95679" y="515398"/>
                      <a:pt x="95584" y="515779"/>
                    </a:cubicBezTo>
                    <a:lnTo>
                      <a:pt x="95298" y="516208"/>
                    </a:lnTo>
                    <a:lnTo>
                      <a:pt x="95155" y="517065"/>
                    </a:lnTo>
                    <a:lnTo>
                      <a:pt x="95298" y="517065"/>
                    </a:lnTo>
                    <a:cubicBezTo>
                      <a:pt x="95488" y="517065"/>
                      <a:pt x="95631" y="516898"/>
                      <a:pt x="95726" y="516565"/>
                    </a:cubicBezTo>
                    <a:cubicBezTo>
                      <a:pt x="95822" y="516232"/>
                      <a:pt x="95845" y="515922"/>
                      <a:pt x="95798" y="515636"/>
                    </a:cubicBezTo>
                    <a:close/>
                    <a:moveTo>
                      <a:pt x="5858" y="513207"/>
                    </a:moveTo>
                    <a:lnTo>
                      <a:pt x="5572" y="513350"/>
                    </a:lnTo>
                    <a:lnTo>
                      <a:pt x="5572" y="513493"/>
                    </a:lnTo>
                    <a:cubicBezTo>
                      <a:pt x="5572" y="513684"/>
                      <a:pt x="5739" y="513827"/>
                      <a:pt x="6072" y="513922"/>
                    </a:cubicBezTo>
                    <a:cubicBezTo>
                      <a:pt x="6406" y="514017"/>
                      <a:pt x="6620" y="514065"/>
                      <a:pt x="6715" y="514065"/>
                    </a:cubicBezTo>
                    <a:lnTo>
                      <a:pt x="6858" y="513779"/>
                    </a:lnTo>
                    <a:cubicBezTo>
                      <a:pt x="6858" y="513684"/>
                      <a:pt x="6715" y="513565"/>
                      <a:pt x="6430" y="513422"/>
                    </a:cubicBezTo>
                    <a:cubicBezTo>
                      <a:pt x="6144" y="513279"/>
                      <a:pt x="5953" y="513207"/>
                      <a:pt x="5858" y="513207"/>
                    </a:cubicBezTo>
                    <a:close/>
                    <a:moveTo>
                      <a:pt x="22289" y="503635"/>
                    </a:moveTo>
                    <a:lnTo>
                      <a:pt x="21717" y="503921"/>
                    </a:lnTo>
                    <a:cubicBezTo>
                      <a:pt x="21336" y="504492"/>
                      <a:pt x="20574" y="505921"/>
                      <a:pt x="19431" y="508207"/>
                    </a:cubicBezTo>
                    <a:cubicBezTo>
                      <a:pt x="19050" y="508969"/>
                      <a:pt x="18550" y="509731"/>
                      <a:pt x="17931" y="510493"/>
                    </a:cubicBezTo>
                    <a:cubicBezTo>
                      <a:pt x="17312" y="511255"/>
                      <a:pt x="16812" y="511993"/>
                      <a:pt x="16431" y="512707"/>
                    </a:cubicBezTo>
                    <a:cubicBezTo>
                      <a:pt x="16050" y="513422"/>
                      <a:pt x="16002" y="513827"/>
                      <a:pt x="16288" y="513922"/>
                    </a:cubicBezTo>
                    <a:cubicBezTo>
                      <a:pt x="17717" y="512398"/>
                      <a:pt x="19002" y="510493"/>
                      <a:pt x="20146" y="508207"/>
                    </a:cubicBezTo>
                    <a:cubicBezTo>
                      <a:pt x="21288" y="505921"/>
                      <a:pt x="22050" y="504444"/>
                      <a:pt x="22431" y="503778"/>
                    </a:cubicBezTo>
                    <a:close/>
                    <a:moveTo>
                      <a:pt x="24003" y="494205"/>
                    </a:moveTo>
                    <a:cubicBezTo>
                      <a:pt x="23051" y="495062"/>
                      <a:pt x="22193" y="496062"/>
                      <a:pt x="21431" y="497205"/>
                    </a:cubicBezTo>
                    <a:lnTo>
                      <a:pt x="19288" y="500634"/>
                    </a:lnTo>
                    <a:cubicBezTo>
                      <a:pt x="19098" y="501015"/>
                      <a:pt x="18479" y="502087"/>
                      <a:pt x="17431" y="503849"/>
                    </a:cubicBezTo>
                    <a:cubicBezTo>
                      <a:pt x="16383" y="505611"/>
                      <a:pt x="15621" y="507302"/>
                      <a:pt x="15145" y="508921"/>
                    </a:cubicBezTo>
                    <a:cubicBezTo>
                      <a:pt x="14764" y="509493"/>
                      <a:pt x="14240" y="510278"/>
                      <a:pt x="13573" y="511279"/>
                    </a:cubicBezTo>
                    <a:cubicBezTo>
                      <a:pt x="12907" y="512279"/>
                      <a:pt x="12430" y="513207"/>
                      <a:pt x="12144" y="514065"/>
                    </a:cubicBezTo>
                    <a:cubicBezTo>
                      <a:pt x="13478" y="512445"/>
                      <a:pt x="14788" y="510540"/>
                      <a:pt x="16074" y="508350"/>
                    </a:cubicBezTo>
                    <a:cubicBezTo>
                      <a:pt x="17359" y="506159"/>
                      <a:pt x="18574" y="504016"/>
                      <a:pt x="19717" y="501920"/>
                    </a:cubicBezTo>
                    <a:cubicBezTo>
                      <a:pt x="21622" y="498301"/>
                      <a:pt x="22908" y="495967"/>
                      <a:pt x="23574" y="494919"/>
                    </a:cubicBezTo>
                    <a:close/>
                    <a:moveTo>
                      <a:pt x="24432" y="492491"/>
                    </a:moveTo>
                    <a:cubicBezTo>
                      <a:pt x="24241" y="492681"/>
                      <a:pt x="24241" y="492800"/>
                      <a:pt x="24432" y="492848"/>
                    </a:cubicBezTo>
                    <a:cubicBezTo>
                      <a:pt x="24622" y="492895"/>
                      <a:pt x="24765" y="492824"/>
                      <a:pt x="24860" y="492633"/>
                    </a:cubicBezTo>
                    <a:lnTo>
                      <a:pt x="24718" y="492633"/>
                    </a:lnTo>
                    <a:close/>
                    <a:moveTo>
                      <a:pt x="25432" y="491062"/>
                    </a:moveTo>
                    <a:cubicBezTo>
                      <a:pt x="25241" y="491348"/>
                      <a:pt x="25146" y="491514"/>
                      <a:pt x="25146" y="491562"/>
                    </a:cubicBezTo>
                    <a:cubicBezTo>
                      <a:pt x="25146" y="491609"/>
                      <a:pt x="25241" y="491490"/>
                      <a:pt x="25432" y="491205"/>
                    </a:cubicBezTo>
                    <a:close/>
                    <a:moveTo>
                      <a:pt x="95155" y="483632"/>
                    </a:moveTo>
                    <a:lnTo>
                      <a:pt x="95441" y="484918"/>
                    </a:lnTo>
                    <a:cubicBezTo>
                      <a:pt x="95536" y="484823"/>
                      <a:pt x="95560" y="484728"/>
                      <a:pt x="95512" y="484632"/>
                    </a:cubicBezTo>
                    <a:cubicBezTo>
                      <a:pt x="95464" y="484537"/>
                      <a:pt x="95441" y="484442"/>
                      <a:pt x="95441" y="484347"/>
                    </a:cubicBezTo>
                    <a:close/>
                    <a:moveTo>
                      <a:pt x="93583" y="481918"/>
                    </a:moveTo>
                    <a:cubicBezTo>
                      <a:pt x="93202" y="482108"/>
                      <a:pt x="93131" y="482275"/>
                      <a:pt x="93369" y="482418"/>
                    </a:cubicBezTo>
                    <a:cubicBezTo>
                      <a:pt x="93607" y="482561"/>
                      <a:pt x="93869" y="482608"/>
                      <a:pt x="94155" y="482561"/>
                    </a:cubicBezTo>
                    <a:cubicBezTo>
                      <a:pt x="94440" y="482513"/>
                      <a:pt x="94393" y="482346"/>
                      <a:pt x="94012" y="482061"/>
                    </a:cubicBezTo>
                    <a:close/>
                    <a:moveTo>
                      <a:pt x="32147" y="475774"/>
                    </a:moveTo>
                    <a:lnTo>
                      <a:pt x="31718" y="476489"/>
                    </a:lnTo>
                    <a:lnTo>
                      <a:pt x="31004" y="477489"/>
                    </a:lnTo>
                    <a:cubicBezTo>
                      <a:pt x="30623" y="478346"/>
                      <a:pt x="30052" y="479703"/>
                      <a:pt x="29290" y="481561"/>
                    </a:cubicBezTo>
                    <a:cubicBezTo>
                      <a:pt x="28528" y="483418"/>
                      <a:pt x="28004" y="485109"/>
                      <a:pt x="27718" y="486633"/>
                    </a:cubicBezTo>
                    <a:cubicBezTo>
                      <a:pt x="27242" y="487490"/>
                      <a:pt x="26742" y="488490"/>
                      <a:pt x="26218" y="489633"/>
                    </a:cubicBezTo>
                    <a:cubicBezTo>
                      <a:pt x="25694" y="490776"/>
                      <a:pt x="25813" y="490919"/>
                      <a:pt x="26575" y="490062"/>
                    </a:cubicBezTo>
                    <a:cubicBezTo>
                      <a:pt x="29147" y="485299"/>
                      <a:pt x="30956" y="481442"/>
                      <a:pt x="32004" y="478489"/>
                    </a:cubicBezTo>
                    <a:cubicBezTo>
                      <a:pt x="32195" y="477822"/>
                      <a:pt x="32385" y="477060"/>
                      <a:pt x="32576" y="476203"/>
                    </a:cubicBezTo>
                    <a:cubicBezTo>
                      <a:pt x="32766" y="475346"/>
                      <a:pt x="32623" y="475203"/>
                      <a:pt x="32147" y="475774"/>
                    </a:cubicBezTo>
                    <a:close/>
                    <a:moveTo>
                      <a:pt x="62436" y="449057"/>
                    </a:moveTo>
                    <a:lnTo>
                      <a:pt x="63151" y="449342"/>
                    </a:lnTo>
                    <a:cubicBezTo>
                      <a:pt x="63341" y="449819"/>
                      <a:pt x="63699" y="450295"/>
                      <a:pt x="64222" y="450771"/>
                    </a:cubicBezTo>
                    <a:cubicBezTo>
                      <a:pt x="64746" y="451247"/>
                      <a:pt x="65104" y="451581"/>
                      <a:pt x="65294" y="451771"/>
                    </a:cubicBezTo>
                    <a:cubicBezTo>
                      <a:pt x="66532" y="452628"/>
                      <a:pt x="67247" y="453438"/>
                      <a:pt x="67437" y="454200"/>
                    </a:cubicBezTo>
                    <a:cubicBezTo>
                      <a:pt x="67056" y="454486"/>
                      <a:pt x="66866" y="454629"/>
                      <a:pt x="66866" y="454629"/>
                    </a:cubicBezTo>
                    <a:lnTo>
                      <a:pt x="67008" y="454629"/>
                    </a:lnTo>
                    <a:cubicBezTo>
                      <a:pt x="67675" y="454629"/>
                      <a:pt x="68056" y="454914"/>
                      <a:pt x="68152" y="455486"/>
                    </a:cubicBezTo>
                    <a:cubicBezTo>
                      <a:pt x="68056" y="455962"/>
                      <a:pt x="67723" y="456462"/>
                      <a:pt x="67151" y="456986"/>
                    </a:cubicBezTo>
                    <a:cubicBezTo>
                      <a:pt x="66580" y="457510"/>
                      <a:pt x="66199" y="457915"/>
                      <a:pt x="66008" y="458201"/>
                    </a:cubicBezTo>
                    <a:cubicBezTo>
                      <a:pt x="65056" y="458772"/>
                      <a:pt x="64437" y="459296"/>
                      <a:pt x="64151" y="459772"/>
                    </a:cubicBezTo>
                    <a:cubicBezTo>
                      <a:pt x="63484" y="460153"/>
                      <a:pt x="62413" y="460796"/>
                      <a:pt x="60936" y="461701"/>
                    </a:cubicBezTo>
                    <a:cubicBezTo>
                      <a:pt x="59460" y="462606"/>
                      <a:pt x="58055" y="463106"/>
                      <a:pt x="56722" y="463201"/>
                    </a:cubicBezTo>
                    <a:cubicBezTo>
                      <a:pt x="55293" y="463677"/>
                      <a:pt x="53150" y="464487"/>
                      <a:pt x="50292" y="465630"/>
                    </a:cubicBezTo>
                    <a:lnTo>
                      <a:pt x="46577" y="467059"/>
                    </a:lnTo>
                    <a:cubicBezTo>
                      <a:pt x="45244" y="467440"/>
                      <a:pt x="43148" y="467821"/>
                      <a:pt x="40291" y="468202"/>
                    </a:cubicBezTo>
                    <a:cubicBezTo>
                      <a:pt x="39624" y="468488"/>
                      <a:pt x="39386" y="468797"/>
                      <a:pt x="39576" y="469130"/>
                    </a:cubicBezTo>
                    <a:cubicBezTo>
                      <a:pt x="39767" y="469464"/>
                      <a:pt x="40362" y="469988"/>
                      <a:pt x="41362" y="470702"/>
                    </a:cubicBezTo>
                    <a:cubicBezTo>
                      <a:pt x="42363" y="471417"/>
                      <a:pt x="42910" y="472059"/>
                      <a:pt x="43006" y="472631"/>
                    </a:cubicBezTo>
                    <a:cubicBezTo>
                      <a:pt x="43101" y="473298"/>
                      <a:pt x="43244" y="473774"/>
                      <a:pt x="43434" y="474060"/>
                    </a:cubicBezTo>
                    <a:cubicBezTo>
                      <a:pt x="43625" y="474345"/>
                      <a:pt x="43958" y="474655"/>
                      <a:pt x="44434" y="474988"/>
                    </a:cubicBezTo>
                    <a:cubicBezTo>
                      <a:pt x="44910" y="475322"/>
                      <a:pt x="45339" y="475679"/>
                      <a:pt x="45720" y="476060"/>
                    </a:cubicBezTo>
                    <a:cubicBezTo>
                      <a:pt x="46482" y="476250"/>
                      <a:pt x="47411" y="476417"/>
                      <a:pt x="48506" y="476560"/>
                    </a:cubicBezTo>
                    <a:cubicBezTo>
                      <a:pt x="49602" y="476703"/>
                      <a:pt x="50530" y="476941"/>
                      <a:pt x="51292" y="477274"/>
                    </a:cubicBezTo>
                    <a:cubicBezTo>
                      <a:pt x="52054" y="477608"/>
                      <a:pt x="52721" y="478108"/>
                      <a:pt x="53292" y="478775"/>
                    </a:cubicBezTo>
                    <a:cubicBezTo>
                      <a:pt x="54150" y="479346"/>
                      <a:pt x="55531" y="480013"/>
                      <a:pt x="57436" y="480775"/>
                    </a:cubicBezTo>
                    <a:cubicBezTo>
                      <a:pt x="57722" y="481156"/>
                      <a:pt x="58103" y="481346"/>
                      <a:pt x="58579" y="481346"/>
                    </a:cubicBezTo>
                    <a:cubicBezTo>
                      <a:pt x="58865" y="481346"/>
                      <a:pt x="59198" y="481299"/>
                      <a:pt x="59579" y="481203"/>
                    </a:cubicBezTo>
                    <a:cubicBezTo>
                      <a:pt x="59960" y="481108"/>
                      <a:pt x="60293" y="481108"/>
                      <a:pt x="60579" y="481203"/>
                    </a:cubicBezTo>
                    <a:cubicBezTo>
                      <a:pt x="61151" y="481489"/>
                      <a:pt x="61698" y="482013"/>
                      <a:pt x="62222" y="482775"/>
                    </a:cubicBezTo>
                    <a:cubicBezTo>
                      <a:pt x="62746" y="483537"/>
                      <a:pt x="63151" y="484109"/>
                      <a:pt x="63437" y="484490"/>
                    </a:cubicBezTo>
                    <a:cubicBezTo>
                      <a:pt x="64008" y="485633"/>
                      <a:pt x="64437" y="486823"/>
                      <a:pt x="64722" y="488061"/>
                    </a:cubicBezTo>
                    <a:cubicBezTo>
                      <a:pt x="64722" y="488347"/>
                      <a:pt x="64675" y="489062"/>
                      <a:pt x="64580" y="490205"/>
                    </a:cubicBezTo>
                    <a:cubicBezTo>
                      <a:pt x="64484" y="491348"/>
                      <a:pt x="64246" y="492395"/>
                      <a:pt x="63865" y="493348"/>
                    </a:cubicBezTo>
                    <a:cubicBezTo>
                      <a:pt x="62532" y="495729"/>
                      <a:pt x="61532" y="498110"/>
                      <a:pt x="60865" y="500492"/>
                    </a:cubicBezTo>
                    <a:cubicBezTo>
                      <a:pt x="60674" y="501444"/>
                      <a:pt x="60579" y="502968"/>
                      <a:pt x="60579" y="505064"/>
                    </a:cubicBezTo>
                    <a:lnTo>
                      <a:pt x="60579" y="509778"/>
                    </a:lnTo>
                    <a:cubicBezTo>
                      <a:pt x="60960" y="513779"/>
                      <a:pt x="62056" y="517875"/>
                      <a:pt x="63865" y="522066"/>
                    </a:cubicBezTo>
                    <a:cubicBezTo>
                      <a:pt x="64056" y="523209"/>
                      <a:pt x="64056" y="524066"/>
                      <a:pt x="63865" y="524637"/>
                    </a:cubicBezTo>
                    <a:cubicBezTo>
                      <a:pt x="63580" y="525114"/>
                      <a:pt x="63151" y="525733"/>
                      <a:pt x="62579" y="526495"/>
                    </a:cubicBezTo>
                    <a:cubicBezTo>
                      <a:pt x="62008" y="527257"/>
                      <a:pt x="61674" y="527971"/>
                      <a:pt x="61579" y="528638"/>
                    </a:cubicBezTo>
                    <a:lnTo>
                      <a:pt x="60008" y="528352"/>
                    </a:lnTo>
                    <a:cubicBezTo>
                      <a:pt x="59722" y="528447"/>
                      <a:pt x="59103" y="528614"/>
                      <a:pt x="58150" y="528852"/>
                    </a:cubicBezTo>
                    <a:cubicBezTo>
                      <a:pt x="57198" y="529090"/>
                      <a:pt x="56388" y="529495"/>
                      <a:pt x="55721" y="530067"/>
                    </a:cubicBezTo>
                    <a:cubicBezTo>
                      <a:pt x="55436" y="529495"/>
                      <a:pt x="54959" y="529043"/>
                      <a:pt x="54293" y="528709"/>
                    </a:cubicBezTo>
                    <a:cubicBezTo>
                      <a:pt x="53626" y="528376"/>
                      <a:pt x="53197" y="528162"/>
                      <a:pt x="53007" y="528066"/>
                    </a:cubicBezTo>
                    <a:lnTo>
                      <a:pt x="52435" y="528209"/>
                    </a:lnTo>
                    <a:cubicBezTo>
                      <a:pt x="52054" y="528209"/>
                      <a:pt x="51602" y="527900"/>
                      <a:pt x="51078" y="527281"/>
                    </a:cubicBezTo>
                    <a:cubicBezTo>
                      <a:pt x="50554" y="526661"/>
                      <a:pt x="50054" y="526257"/>
                      <a:pt x="49578" y="526066"/>
                    </a:cubicBezTo>
                    <a:cubicBezTo>
                      <a:pt x="48816" y="525971"/>
                      <a:pt x="47863" y="526114"/>
                      <a:pt x="46720" y="526495"/>
                    </a:cubicBezTo>
                    <a:cubicBezTo>
                      <a:pt x="45577" y="526876"/>
                      <a:pt x="44910" y="527114"/>
                      <a:pt x="44720" y="527209"/>
                    </a:cubicBezTo>
                    <a:cubicBezTo>
                      <a:pt x="42910" y="527876"/>
                      <a:pt x="41577" y="528209"/>
                      <a:pt x="40720" y="528209"/>
                    </a:cubicBezTo>
                    <a:cubicBezTo>
                      <a:pt x="40053" y="528209"/>
                      <a:pt x="39719" y="527924"/>
                      <a:pt x="39719" y="527352"/>
                    </a:cubicBezTo>
                    <a:lnTo>
                      <a:pt x="40005" y="526209"/>
                    </a:lnTo>
                    <a:lnTo>
                      <a:pt x="37290" y="525352"/>
                    </a:lnTo>
                    <a:cubicBezTo>
                      <a:pt x="37100" y="525161"/>
                      <a:pt x="36933" y="524876"/>
                      <a:pt x="36790" y="524495"/>
                    </a:cubicBezTo>
                    <a:cubicBezTo>
                      <a:pt x="36648" y="524114"/>
                      <a:pt x="36481" y="523828"/>
                      <a:pt x="36290" y="523637"/>
                    </a:cubicBezTo>
                    <a:cubicBezTo>
                      <a:pt x="36100" y="523447"/>
                      <a:pt x="35814" y="523447"/>
                      <a:pt x="35433" y="523637"/>
                    </a:cubicBezTo>
                    <a:cubicBezTo>
                      <a:pt x="34862" y="523447"/>
                      <a:pt x="34362" y="523232"/>
                      <a:pt x="33933" y="522994"/>
                    </a:cubicBezTo>
                    <a:cubicBezTo>
                      <a:pt x="33504" y="522756"/>
                      <a:pt x="33147" y="522542"/>
                      <a:pt x="32861" y="522351"/>
                    </a:cubicBezTo>
                    <a:cubicBezTo>
                      <a:pt x="32671" y="522066"/>
                      <a:pt x="32338" y="521637"/>
                      <a:pt x="31861" y="521066"/>
                    </a:cubicBezTo>
                    <a:cubicBezTo>
                      <a:pt x="31385" y="520494"/>
                      <a:pt x="31099" y="519994"/>
                      <a:pt x="31004" y="519565"/>
                    </a:cubicBezTo>
                    <a:cubicBezTo>
                      <a:pt x="30909" y="519137"/>
                      <a:pt x="31147" y="518875"/>
                      <a:pt x="31718" y="518780"/>
                    </a:cubicBezTo>
                    <a:lnTo>
                      <a:pt x="29575" y="517208"/>
                    </a:lnTo>
                    <a:cubicBezTo>
                      <a:pt x="28908" y="516636"/>
                      <a:pt x="28385" y="515922"/>
                      <a:pt x="28004" y="515065"/>
                    </a:cubicBezTo>
                    <a:cubicBezTo>
                      <a:pt x="27623" y="514208"/>
                      <a:pt x="27242" y="513493"/>
                      <a:pt x="26861" y="512922"/>
                    </a:cubicBezTo>
                    <a:cubicBezTo>
                      <a:pt x="27242" y="512350"/>
                      <a:pt x="27408" y="511755"/>
                      <a:pt x="27361" y="511136"/>
                    </a:cubicBezTo>
                    <a:cubicBezTo>
                      <a:pt x="27313" y="510517"/>
                      <a:pt x="27289" y="510064"/>
                      <a:pt x="27289" y="509778"/>
                    </a:cubicBezTo>
                    <a:lnTo>
                      <a:pt x="29004" y="510779"/>
                    </a:lnTo>
                    <a:cubicBezTo>
                      <a:pt x="29480" y="511160"/>
                      <a:pt x="30242" y="511803"/>
                      <a:pt x="31290" y="512707"/>
                    </a:cubicBezTo>
                    <a:cubicBezTo>
                      <a:pt x="32338" y="513612"/>
                      <a:pt x="33290" y="514350"/>
                      <a:pt x="34147" y="514922"/>
                    </a:cubicBezTo>
                    <a:cubicBezTo>
                      <a:pt x="34909" y="515303"/>
                      <a:pt x="35814" y="515517"/>
                      <a:pt x="36862" y="515565"/>
                    </a:cubicBezTo>
                    <a:cubicBezTo>
                      <a:pt x="37910" y="515612"/>
                      <a:pt x="38624" y="515636"/>
                      <a:pt x="39005" y="515636"/>
                    </a:cubicBezTo>
                    <a:cubicBezTo>
                      <a:pt x="39862" y="515541"/>
                      <a:pt x="40672" y="515279"/>
                      <a:pt x="41434" y="514850"/>
                    </a:cubicBezTo>
                    <a:cubicBezTo>
                      <a:pt x="42196" y="514422"/>
                      <a:pt x="42958" y="513898"/>
                      <a:pt x="43720" y="513279"/>
                    </a:cubicBezTo>
                    <a:cubicBezTo>
                      <a:pt x="44482" y="512660"/>
                      <a:pt x="45149" y="512160"/>
                      <a:pt x="45720" y="511779"/>
                    </a:cubicBezTo>
                    <a:lnTo>
                      <a:pt x="45292" y="506921"/>
                    </a:lnTo>
                    <a:cubicBezTo>
                      <a:pt x="45196" y="505587"/>
                      <a:pt x="45149" y="503635"/>
                      <a:pt x="45149" y="501063"/>
                    </a:cubicBezTo>
                    <a:cubicBezTo>
                      <a:pt x="45149" y="495824"/>
                      <a:pt x="45625" y="491300"/>
                      <a:pt x="46577" y="487490"/>
                    </a:cubicBezTo>
                    <a:lnTo>
                      <a:pt x="44863" y="487347"/>
                    </a:lnTo>
                    <a:cubicBezTo>
                      <a:pt x="44291" y="487347"/>
                      <a:pt x="43529" y="487442"/>
                      <a:pt x="42577" y="487633"/>
                    </a:cubicBezTo>
                    <a:cubicBezTo>
                      <a:pt x="42482" y="487538"/>
                      <a:pt x="42220" y="487323"/>
                      <a:pt x="41791" y="486990"/>
                    </a:cubicBezTo>
                    <a:cubicBezTo>
                      <a:pt x="41362" y="486656"/>
                      <a:pt x="40910" y="486537"/>
                      <a:pt x="40434" y="486633"/>
                    </a:cubicBezTo>
                    <a:cubicBezTo>
                      <a:pt x="39862" y="486633"/>
                      <a:pt x="39362" y="486871"/>
                      <a:pt x="38934" y="487347"/>
                    </a:cubicBezTo>
                    <a:cubicBezTo>
                      <a:pt x="38505" y="487823"/>
                      <a:pt x="38243" y="488109"/>
                      <a:pt x="38148" y="488204"/>
                    </a:cubicBezTo>
                    <a:cubicBezTo>
                      <a:pt x="37672" y="488966"/>
                      <a:pt x="36862" y="490395"/>
                      <a:pt x="35719" y="492491"/>
                    </a:cubicBezTo>
                    <a:cubicBezTo>
                      <a:pt x="34576" y="494586"/>
                      <a:pt x="33433" y="496443"/>
                      <a:pt x="32290" y="498063"/>
                    </a:cubicBezTo>
                    <a:cubicBezTo>
                      <a:pt x="31433" y="498825"/>
                      <a:pt x="30647" y="499896"/>
                      <a:pt x="29932" y="501277"/>
                    </a:cubicBezTo>
                    <a:cubicBezTo>
                      <a:pt x="29218" y="502658"/>
                      <a:pt x="28623" y="503730"/>
                      <a:pt x="28146" y="504492"/>
                    </a:cubicBezTo>
                    <a:lnTo>
                      <a:pt x="25860" y="508921"/>
                    </a:lnTo>
                    <a:cubicBezTo>
                      <a:pt x="23003" y="514636"/>
                      <a:pt x="21336" y="518065"/>
                      <a:pt x="20860" y="519208"/>
                    </a:cubicBezTo>
                    <a:lnTo>
                      <a:pt x="22717" y="519065"/>
                    </a:lnTo>
                    <a:cubicBezTo>
                      <a:pt x="22527" y="519732"/>
                      <a:pt x="22217" y="520518"/>
                      <a:pt x="21789" y="521423"/>
                    </a:cubicBezTo>
                    <a:cubicBezTo>
                      <a:pt x="21360" y="522328"/>
                      <a:pt x="21003" y="523161"/>
                      <a:pt x="20717" y="523923"/>
                    </a:cubicBezTo>
                    <a:cubicBezTo>
                      <a:pt x="20812" y="524304"/>
                      <a:pt x="20860" y="524828"/>
                      <a:pt x="20860" y="525495"/>
                    </a:cubicBezTo>
                    <a:cubicBezTo>
                      <a:pt x="20860" y="526828"/>
                      <a:pt x="20550" y="528066"/>
                      <a:pt x="19931" y="529209"/>
                    </a:cubicBezTo>
                    <a:cubicBezTo>
                      <a:pt x="19312" y="530352"/>
                      <a:pt x="18431" y="531257"/>
                      <a:pt x="17288" y="531924"/>
                    </a:cubicBezTo>
                    <a:cubicBezTo>
                      <a:pt x="16716" y="532115"/>
                      <a:pt x="16288" y="532210"/>
                      <a:pt x="16002" y="532210"/>
                    </a:cubicBezTo>
                    <a:cubicBezTo>
                      <a:pt x="15145" y="532210"/>
                      <a:pt x="14764" y="531734"/>
                      <a:pt x="14859" y="530781"/>
                    </a:cubicBezTo>
                    <a:cubicBezTo>
                      <a:pt x="14669" y="530686"/>
                      <a:pt x="14573" y="530495"/>
                      <a:pt x="14573" y="530210"/>
                    </a:cubicBezTo>
                    <a:cubicBezTo>
                      <a:pt x="14573" y="530019"/>
                      <a:pt x="14669" y="529757"/>
                      <a:pt x="14859" y="529424"/>
                    </a:cubicBezTo>
                    <a:cubicBezTo>
                      <a:pt x="15050" y="529090"/>
                      <a:pt x="14907" y="528828"/>
                      <a:pt x="14430" y="528638"/>
                    </a:cubicBezTo>
                    <a:cubicBezTo>
                      <a:pt x="13192" y="528638"/>
                      <a:pt x="12335" y="528876"/>
                      <a:pt x="11859" y="529352"/>
                    </a:cubicBezTo>
                    <a:cubicBezTo>
                      <a:pt x="11764" y="529638"/>
                      <a:pt x="11621" y="529829"/>
                      <a:pt x="11430" y="529924"/>
                    </a:cubicBezTo>
                    <a:cubicBezTo>
                      <a:pt x="11335" y="529924"/>
                      <a:pt x="11144" y="529614"/>
                      <a:pt x="10859" y="528995"/>
                    </a:cubicBezTo>
                    <a:cubicBezTo>
                      <a:pt x="10573" y="528376"/>
                      <a:pt x="10144" y="528257"/>
                      <a:pt x="9573" y="528638"/>
                    </a:cubicBezTo>
                    <a:cubicBezTo>
                      <a:pt x="9382" y="528162"/>
                      <a:pt x="8835" y="527543"/>
                      <a:pt x="7930" y="526781"/>
                    </a:cubicBezTo>
                    <a:cubicBezTo>
                      <a:pt x="7025" y="526019"/>
                      <a:pt x="6430" y="525423"/>
                      <a:pt x="6144" y="524995"/>
                    </a:cubicBezTo>
                    <a:cubicBezTo>
                      <a:pt x="5858" y="524566"/>
                      <a:pt x="6096" y="524209"/>
                      <a:pt x="6858" y="523923"/>
                    </a:cubicBezTo>
                    <a:cubicBezTo>
                      <a:pt x="6572" y="523542"/>
                      <a:pt x="6310" y="523137"/>
                      <a:pt x="6072" y="522709"/>
                    </a:cubicBezTo>
                    <a:cubicBezTo>
                      <a:pt x="5834" y="522280"/>
                      <a:pt x="5858" y="521875"/>
                      <a:pt x="6144" y="521494"/>
                    </a:cubicBezTo>
                    <a:cubicBezTo>
                      <a:pt x="5668" y="521208"/>
                      <a:pt x="5215" y="520685"/>
                      <a:pt x="4786" y="519923"/>
                    </a:cubicBezTo>
                    <a:cubicBezTo>
                      <a:pt x="4358" y="519161"/>
                      <a:pt x="3953" y="518541"/>
                      <a:pt x="3572" y="518065"/>
                    </a:cubicBezTo>
                    <a:cubicBezTo>
                      <a:pt x="3286" y="517494"/>
                      <a:pt x="3048" y="516636"/>
                      <a:pt x="2858" y="515493"/>
                    </a:cubicBezTo>
                    <a:cubicBezTo>
                      <a:pt x="2667" y="515208"/>
                      <a:pt x="2143" y="514469"/>
                      <a:pt x="1286" y="513279"/>
                    </a:cubicBezTo>
                    <a:cubicBezTo>
                      <a:pt x="429" y="512088"/>
                      <a:pt x="0" y="511207"/>
                      <a:pt x="0" y="510636"/>
                    </a:cubicBezTo>
                    <a:cubicBezTo>
                      <a:pt x="0" y="510064"/>
                      <a:pt x="429" y="509921"/>
                      <a:pt x="1286" y="510207"/>
                    </a:cubicBezTo>
                    <a:cubicBezTo>
                      <a:pt x="1667" y="510302"/>
                      <a:pt x="2167" y="510588"/>
                      <a:pt x="2786" y="511064"/>
                    </a:cubicBezTo>
                    <a:cubicBezTo>
                      <a:pt x="3405" y="511541"/>
                      <a:pt x="3905" y="511826"/>
                      <a:pt x="4286" y="511922"/>
                    </a:cubicBezTo>
                    <a:cubicBezTo>
                      <a:pt x="3810" y="511636"/>
                      <a:pt x="3453" y="511207"/>
                      <a:pt x="3215" y="510636"/>
                    </a:cubicBezTo>
                    <a:cubicBezTo>
                      <a:pt x="2977" y="510064"/>
                      <a:pt x="2810" y="509683"/>
                      <a:pt x="2715" y="509493"/>
                    </a:cubicBezTo>
                    <a:cubicBezTo>
                      <a:pt x="1572" y="508540"/>
                      <a:pt x="857" y="507873"/>
                      <a:pt x="572" y="507492"/>
                    </a:cubicBezTo>
                    <a:lnTo>
                      <a:pt x="857" y="507350"/>
                    </a:lnTo>
                    <a:cubicBezTo>
                      <a:pt x="1048" y="507350"/>
                      <a:pt x="1286" y="507445"/>
                      <a:pt x="1572" y="507635"/>
                    </a:cubicBezTo>
                    <a:cubicBezTo>
                      <a:pt x="1857" y="507826"/>
                      <a:pt x="2096" y="507873"/>
                      <a:pt x="2286" y="507778"/>
                    </a:cubicBezTo>
                    <a:cubicBezTo>
                      <a:pt x="2572" y="507873"/>
                      <a:pt x="2905" y="508088"/>
                      <a:pt x="3286" y="508421"/>
                    </a:cubicBezTo>
                    <a:cubicBezTo>
                      <a:pt x="3667" y="508754"/>
                      <a:pt x="3953" y="509016"/>
                      <a:pt x="4144" y="509207"/>
                    </a:cubicBezTo>
                    <a:cubicBezTo>
                      <a:pt x="4906" y="509683"/>
                      <a:pt x="5929" y="510398"/>
                      <a:pt x="7215" y="511350"/>
                    </a:cubicBezTo>
                    <a:cubicBezTo>
                      <a:pt x="8501" y="512303"/>
                      <a:pt x="9763" y="512874"/>
                      <a:pt x="11002" y="513065"/>
                    </a:cubicBezTo>
                    <a:lnTo>
                      <a:pt x="23146" y="492633"/>
                    </a:lnTo>
                    <a:lnTo>
                      <a:pt x="25432" y="487776"/>
                    </a:lnTo>
                    <a:cubicBezTo>
                      <a:pt x="27623" y="483489"/>
                      <a:pt x="29242" y="479822"/>
                      <a:pt x="30290" y="476774"/>
                    </a:cubicBezTo>
                    <a:cubicBezTo>
                      <a:pt x="30385" y="476393"/>
                      <a:pt x="30480" y="475822"/>
                      <a:pt x="30575" y="475060"/>
                    </a:cubicBezTo>
                    <a:cubicBezTo>
                      <a:pt x="30671" y="474298"/>
                      <a:pt x="30790" y="473750"/>
                      <a:pt x="30933" y="473417"/>
                    </a:cubicBezTo>
                    <a:cubicBezTo>
                      <a:pt x="31075" y="473083"/>
                      <a:pt x="31290" y="473155"/>
                      <a:pt x="31576" y="473631"/>
                    </a:cubicBezTo>
                    <a:lnTo>
                      <a:pt x="31004" y="477060"/>
                    </a:lnTo>
                    <a:lnTo>
                      <a:pt x="32290" y="474488"/>
                    </a:lnTo>
                    <a:cubicBezTo>
                      <a:pt x="32480" y="473536"/>
                      <a:pt x="32576" y="472821"/>
                      <a:pt x="32576" y="472345"/>
                    </a:cubicBezTo>
                    <a:cubicBezTo>
                      <a:pt x="32576" y="471774"/>
                      <a:pt x="32433" y="471297"/>
                      <a:pt x="32147" y="470916"/>
                    </a:cubicBezTo>
                    <a:cubicBezTo>
                      <a:pt x="31576" y="471012"/>
                      <a:pt x="30814" y="471155"/>
                      <a:pt x="29861" y="471345"/>
                    </a:cubicBezTo>
                    <a:cubicBezTo>
                      <a:pt x="28908" y="471536"/>
                      <a:pt x="28051" y="471583"/>
                      <a:pt x="27289" y="471488"/>
                    </a:cubicBezTo>
                    <a:cubicBezTo>
                      <a:pt x="26051" y="471107"/>
                      <a:pt x="24670" y="470821"/>
                      <a:pt x="23146" y="470631"/>
                    </a:cubicBezTo>
                    <a:cubicBezTo>
                      <a:pt x="21336" y="470345"/>
                      <a:pt x="19979" y="470059"/>
                      <a:pt x="19074" y="469773"/>
                    </a:cubicBezTo>
                    <a:cubicBezTo>
                      <a:pt x="18169" y="469488"/>
                      <a:pt x="17288" y="468916"/>
                      <a:pt x="16431" y="468059"/>
                    </a:cubicBezTo>
                    <a:cubicBezTo>
                      <a:pt x="15288" y="466725"/>
                      <a:pt x="14526" y="465487"/>
                      <a:pt x="14145" y="464344"/>
                    </a:cubicBezTo>
                    <a:cubicBezTo>
                      <a:pt x="13859" y="464154"/>
                      <a:pt x="13478" y="463963"/>
                      <a:pt x="13002" y="463773"/>
                    </a:cubicBezTo>
                    <a:cubicBezTo>
                      <a:pt x="12526" y="463582"/>
                      <a:pt x="12192" y="463392"/>
                      <a:pt x="12002" y="463201"/>
                    </a:cubicBezTo>
                    <a:cubicBezTo>
                      <a:pt x="12097" y="462534"/>
                      <a:pt x="11787" y="461772"/>
                      <a:pt x="11073" y="460915"/>
                    </a:cubicBezTo>
                    <a:cubicBezTo>
                      <a:pt x="10359" y="460058"/>
                      <a:pt x="10001" y="459344"/>
                      <a:pt x="10001" y="458772"/>
                    </a:cubicBezTo>
                    <a:cubicBezTo>
                      <a:pt x="11430" y="456486"/>
                      <a:pt x="12478" y="455343"/>
                      <a:pt x="13145" y="455343"/>
                    </a:cubicBezTo>
                    <a:cubicBezTo>
                      <a:pt x="13430" y="455343"/>
                      <a:pt x="13621" y="455676"/>
                      <a:pt x="13716" y="456343"/>
                    </a:cubicBezTo>
                    <a:cubicBezTo>
                      <a:pt x="14383" y="456057"/>
                      <a:pt x="14788" y="455510"/>
                      <a:pt x="14931" y="454700"/>
                    </a:cubicBezTo>
                    <a:cubicBezTo>
                      <a:pt x="15073" y="453890"/>
                      <a:pt x="15216" y="453367"/>
                      <a:pt x="15359" y="453128"/>
                    </a:cubicBezTo>
                    <a:cubicBezTo>
                      <a:pt x="15502" y="452890"/>
                      <a:pt x="15859" y="453057"/>
                      <a:pt x="16431" y="453629"/>
                    </a:cubicBezTo>
                    <a:cubicBezTo>
                      <a:pt x="17383" y="453724"/>
                      <a:pt x="18550" y="454033"/>
                      <a:pt x="19931" y="454557"/>
                    </a:cubicBezTo>
                    <a:cubicBezTo>
                      <a:pt x="21312" y="455081"/>
                      <a:pt x="22384" y="455486"/>
                      <a:pt x="23146" y="455772"/>
                    </a:cubicBezTo>
                    <a:cubicBezTo>
                      <a:pt x="23813" y="456057"/>
                      <a:pt x="24527" y="456486"/>
                      <a:pt x="25289" y="457058"/>
                    </a:cubicBezTo>
                    <a:cubicBezTo>
                      <a:pt x="26051" y="457629"/>
                      <a:pt x="26622" y="458058"/>
                      <a:pt x="27004" y="458343"/>
                    </a:cubicBezTo>
                    <a:cubicBezTo>
                      <a:pt x="27480" y="458439"/>
                      <a:pt x="28123" y="458558"/>
                      <a:pt x="28932" y="458701"/>
                    </a:cubicBezTo>
                    <a:cubicBezTo>
                      <a:pt x="29742" y="458844"/>
                      <a:pt x="30385" y="458915"/>
                      <a:pt x="30861" y="458915"/>
                    </a:cubicBezTo>
                    <a:cubicBezTo>
                      <a:pt x="31718" y="458820"/>
                      <a:pt x="32647" y="458629"/>
                      <a:pt x="33647" y="458343"/>
                    </a:cubicBezTo>
                    <a:cubicBezTo>
                      <a:pt x="34647" y="458058"/>
                      <a:pt x="35338" y="457867"/>
                      <a:pt x="35719" y="457772"/>
                    </a:cubicBezTo>
                    <a:lnTo>
                      <a:pt x="38719" y="456629"/>
                    </a:lnTo>
                    <a:cubicBezTo>
                      <a:pt x="39767" y="456248"/>
                      <a:pt x="41029" y="455796"/>
                      <a:pt x="42505" y="455272"/>
                    </a:cubicBezTo>
                    <a:cubicBezTo>
                      <a:pt x="43982" y="454748"/>
                      <a:pt x="45720" y="454200"/>
                      <a:pt x="47720" y="453629"/>
                    </a:cubicBezTo>
                    <a:cubicBezTo>
                      <a:pt x="50864" y="452105"/>
                      <a:pt x="53626" y="451438"/>
                      <a:pt x="56007" y="451628"/>
                    </a:cubicBezTo>
                    <a:cubicBezTo>
                      <a:pt x="56674" y="451343"/>
                      <a:pt x="57412" y="450914"/>
                      <a:pt x="58222" y="450342"/>
                    </a:cubicBezTo>
                    <a:cubicBezTo>
                      <a:pt x="59031" y="449771"/>
                      <a:pt x="59746" y="449366"/>
                      <a:pt x="60365" y="449128"/>
                    </a:cubicBezTo>
                    <a:cubicBezTo>
                      <a:pt x="60984" y="448890"/>
                      <a:pt x="61674" y="448866"/>
                      <a:pt x="62436" y="449057"/>
                    </a:cubicBezTo>
                    <a:close/>
                    <a:moveTo>
                      <a:pt x="32290" y="430340"/>
                    </a:moveTo>
                    <a:lnTo>
                      <a:pt x="32719" y="430626"/>
                    </a:lnTo>
                    <a:lnTo>
                      <a:pt x="34147" y="431054"/>
                    </a:lnTo>
                    <a:cubicBezTo>
                      <a:pt x="34719" y="431150"/>
                      <a:pt x="35719" y="431269"/>
                      <a:pt x="37148" y="431411"/>
                    </a:cubicBezTo>
                    <a:cubicBezTo>
                      <a:pt x="38576" y="431554"/>
                      <a:pt x="39815" y="431769"/>
                      <a:pt x="40862" y="432054"/>
                    </a:cubicBezTo>
                    <a:cubicBezTo>
                      <a:pt x="42863" y="433007"/>
                      <a:pt x="44672" y="434007"/>
                      <a:pt x="46292" y="435055"/>
                    </a:cubicBezTo>
                    <a:cubicBezTo>
                      <a:pt x="47911" y="436388"/>
                      <a:pt x="49197" y="437769"/>
                      <a:pt x="50149" y="439198"/>
                    </a:cubicBezTo>
                    <a:cubicBezTo>
                      <a:pt x="50816" y="440532"/>
                      <a:pt x="51054" y="442389"/>
                      <a:pt x="50864" y="444770"/>
                    </a:cubicBezTo>
                    <a:cubicBezTo>
                      <a:pt x="50768" y="445151"/>
                      <a:pt x="50578" y="445675"/>
                      <a:pt x="50292" y="446342"/>
                    </a:cubicBezTo>
                    <a:cubicBezTo>
                      <a:pt x="50006" y="447009"/>
                      <a:pt x="49911" y="447580"/>
                      <a:pt x="50006" y="448056"/>
                    </a:cubicBezTo>
                    <a:cubicBezTo>
                      <a:pt x="49625" y="448247"/>
                      <a:pt x="49221" y="448676"/>
                      <a:pt x="48792" y="449342"/>
                    </a:cubicBezTo>
                    <a:cubicBezTo>
                      <a:pt x="48363" y="450009"/>
                      <a:pt x="47911" y="450438"/>
                      <a:pt x="47435" y="450628"/>
                    </a:cubicBezTo>
                    <a:lnTo>
                      <a:pt x="44863" y="450771"/>
                    </a:lnTo>
                    <a:cubicBezTo>
                      <a:pt x="41243" y="450771"/>
                      <a:pt x="38148" y="450057"/>
                      <a:pt x="35576" y="448628"/>
                    </a:cubicBezTo>
                    <a:cubicBezTo>
                      <a:pt x="34242" y="447771"/>
                      <a:pt x="32861" y="446818"/>
                      <a:pt x="31433" y="445770"/>
                    </a:cubicBezTo>
                    <a:cubicBezTo>
                      <a:pt x="30766" y="445104"/>
                      <a:pt x="30242" y="444437"/>
                      <a:pt x="29861" y="443770"/>
                    </a:cubicBezTo>
                    <a:cubicBezTo>
                      <a:pt x="29861" y="443675"/>
                      <a:pt x="29766" y="443318"/>
                      <a:pt x="29575" y="442699"/>
                    </a:cubicBezTo>
                    <a:cubicBezTo>
                      <a:pt x="29385" y="442080"/>
                      <a:pt x="29004" y="441627"/>
                      <a:pt x="28432" y="441341"/>
                    </a:cubicBezTo>
                    <a:cubicBezTo>
                      <a:pt x="28051" y="440770"/>
                      <a:pt x="27599" y="440198"/>
                      <a:pt x="27075" y="439627"/>
                    </a:cubicBezTo>
                    <a:cubicBezTo>
                      <a:pt x="26551" y="439055"/>
                      <a:pt x="26146" y="438508"/>
                      <a:pt x="25860" y="437984"/>
                    </a:cubicBezTo>
                    <a:cubicBezTo>
                      <a:pt x="25575" y="437460"/>
                      <a:pt x="25527" y="436865"/>
                      <a:pt x="25718" y="436198"/>
                    </a:cubicBezTo>
                    <a:lnTo>
                      <a:pt x="29718" y="433055"/>
                    </a:lnTo>
                    <a:cubicBezTo>
                      <a:pt x="29909" y="432769"/>
                      <a:pt x="30123" y="432364"/>
                      <a:pt x="30361" y="431840"/>
                    </a:cubicBezTo>
                    <a:cubicBezTo>
                      <a:pt x="30599" y="431316"/>
                      <a:pt x="30861" y="430935"/>
                      <a:pt x="31147" y="430697"/>
                    </a:cubicBezTo>
                    <a:cubicBezTo>
                      <a:pt x="31433" y="430459"/>
                      <a:pt x="31814" y="430340"/>
                      <a:pt x="32290" y="430340"/>
                    </a:cubicBezTo>
                    <a:close/>
                    <a:moveTo>
                      <a:pt x="90869" y="427768"/>
                    </a:moveTo>
                    <a:lnTo>
                      <a:pt x="91012" y="428197"/>
                    </a:lnTo>
                    <a:cubicBezTo>
                      <a:pt x="91202" y="428768"/>
                      <a:pt x="91535" y="429125"/>
                      <a:pt x="92012" y="429268"/>
                    </a:cubicBezTo>
                    <a:cubicBezTo>
                      <a:pt x="92488" y="429411"/>
                      <a:pt x="92869" y="429578"/>
                      <a:pt x="93155" y="429768"/>
                    </a:cubicBezTo>
                    <a:cubicBezTo>
                      <a:pt x="94012" y="430530"/>
                      <a:pt x="95202" y="431769"/>
                      <a:pt x="96726" y="433483"/>
                    </a:cubicBezTo>
                    <a:cubicBezTo>
                      <a:pt x="97203" y="433674"/>
                      <a:pt x="97560" y="434007"/>
                      <a:pt x="97798" y="434483"/>
                    </a:cubicBezTo>
                    <a:cubicBezTo>
                      <a:pt x="98036" y="434960"/>
                      <a:pt x="98227" y="435531"/>
                      <a:pt x="98370" y="436198"/>
                    </a:cubicBezTo>
                    <a:cubicBezTo>
                      <a:pt x="98512" y="436865"/>
                      <a:pt x="98679" y="437484"/>
                      <a:pt x="98870" y="438055"/>
                    </a:cubicBezTo>
                    <a:lnTo>
                      <a:pt x="98727" y="441056"/>
                    </a:lnTo>
                    <a:cubicBezTo>
                      <a:pt x="98727" y="441532"/>
                      <a:pt x="98822" y="442246"/>
                      <a:pt x="99012" y="443199"/>
                    </a:cubicBezTo>
                    <a:cubicBezTo>
                      <a:pt x="99584" y="443675"/>
                      <a:pt x="100394" y="443913"/>
                      <a:pt x="101441" y="443913"/>
                    </a:cubicBezTo>
                    <a:cubicBezTo>
                      <a:pt x="102584" y="443627"/>
                      <a:pt x="104299" y="443294"/>
                      <a:pt x="106585" y="442913"/>
                    </a:cubicBezTo>
                    <a:cubicBezTo>
                      <a:pt x="107918" y="442913"/>
                      <a:pt x="108918" y="443008"/>
                      <a:pt x="109585" y="443199"/>
                    </a:cubicBezTo>
                    <a:cubicBezTo>
                      <a:pt x="110062" y="444246"/>
                      <a:pt x="110966" y="444913"/>
                      <a:pt x="112300" y="445199"/>
                    </a:cubicBezTo>
                    <a:cubicBezTo>
                      <a:pt x="116396" y="445580"/>
                      <a:pt x="119301" y="446961"/>
                      <a:pt x="121015" y="449342"/>
                    </a:cubicBezTo>
                    <a:cubicBezTo>
                      <a:pt x="121110" y="449723"/>
                      <a:pt x="121325" y="450366"/>
                      <a:pt x="121658" y="451271"/>
                    </a:cubicBezTo>
                    <a:cubicBezTo>
                      <a:pt x="121992" y="452176"/>
                      <a:pt x="122158" y="452962"/>
                      <a:pt x="122158" y="453629"/>
                    </a:cubicBezTo>
                    <a:cubicBezTo>
                      <a:pt x="122158" y="454581"/>
                      <a:pt x="121825" y="455438"/>
                      <a:pt x="121158" y="456200"/>
                    </a:cubicBezTo>
                    <a:cubicBezTo>
                      <a:pt x="120491" y="456962"/>
                      <a:pt x="119586" y="457820"/>
                      <a:pt x="118444" y="458772"/>
                    </a:cubicBezTo>
                    <a:cubicBezTo>
                      <a:pt x="117586" y="459153"/>
                      <a:pt x="115681" y="459772"/>
                      <a:pt x="112728" y="460629"/>
                    </a:cubicBezTo>
                    <a:cubicBezTo>
                      <a:pt x="111966" y="460725"/>
                      <a:pt x="111062" y="460963"/>
                      <a:pt x="110014" y="461344"/>
                    </a:cubicBezTo>
                    <a:cubicBezTo>
                      <a:pt x="108490" y="461534"/>
                      <a:pt x="107394" y="461630"/>
                      <a:pt x="106728" y="461630"/>
                    </a:cubicBezTo>
                    <a:lnTo>
                      <a:pt x="102299" y="461487"/>
                    </a:lnTo>
                    <a:lnTo>
                      <a:pt x="99012" y="460772"/>
                    </a:lnTo>
                    <a:cubicBezTo>
                      <a:pt x="95488" y="460201"/>
                      <a:pt x="92964" y="459486"/>
                      <a:pt x="91440" y="458629"/>
                    </a:cubicBezTo>
                    <a:cubicBezTo>
                      <a:pt x="90297" y="457772"/>
                      <a:pt x="89535" y="457296"/>
                      <a:pt x="89154" y="457200"/>
                    </a:cubicBezTo>
                    <a:cubicBezTo>
                      <a:pt x="88583" y="457867"/>
                      <a:pt x="87773" y="458915"/>
                      <a:pt x="86725" y="460344"/>
                    </a:cubicBezTo>
                    <a:cubicBezTo>
                      <a:pt x="85678" y="461772"/>
                      <a:pt x="84582" y="462868"/>
                      <a:pt x="83439" y="463630"/>
                    </a:cubicBezTo>
                    <a:cubicBezTo>
                      <a:pt x="83344" y="463820"/>
                      <a:pt x="83106" y="464177"/>
                      <a:pt x="82725" y="464701"/>
                    </a:cubicBezTo>
                    <a:cubicBezTo>
                      <a:pt x="82344" y="465225"/>
                      <a:pt x="82106" y="465773"/>
                      <a:pt x="82010" y="466344"/>
                    </a:cubicBezTo>
                    <a:lnTo>
                      <a:pt x="85011" y="469488"/>
                    </a:lnTo>
                    <a:cubicBezTo>
                      <a:pt x="86058" y="471012"/>
                      <a:pt x="87202" y="472440"/>
                      <a:pt x="88440" y="473774"/>
                    </a:cubicBezTo>
                    <a:cubicBezTo>
                      <a:pt x="88725" y="473964"/>
                      <a:pt x="89154" y="474417"/>
                      <a:pt x="89726" y="475131"/>
                    </a:cubicBezTo>
                    <a:cubicBezTo>
                      <a:pt x="90297" y="475846"/>
                      <a:pt x="90869" y="476203"/>
                      <a:pt x="91440" y="476203"/>
                    </a:cubicBezTo>
                    <a:lnTo>
                      <a:pt x="90869" y="474345"/>
                    </a:lnTo>
                    <a:lnTo>
                      <a:pt x="90869" y="474060"/>
                    </a:lnTo>
                    <a:cubicBezTo>
                      <a:pt x="90869" y="473679"/>
                      <a:pt x="91059" y="473464"/>
                      <a:pt x="91440" y="473417"/>
                    </a:cubicBezTo>
                    <a:cubicBezTo>
                      <a:pt x="91821" y="473369"/>
                      <a:pt x="92059" y="473321"/>
                      <a:pt x="92154" y="473274"/>
                    </a:cubicBezTo>
                    <a:cubicBezTo>
                      <a:pt x="92250" y="473226"/>
                      <a:pt x="92154" y="473012"/>
                      <a:pt x="91869" y="472631"/>
                    </a:cubicBezTo>
                    <a:cubicBezTo>
                      <a:pt x="96250" y="472155"/>
                      <a:pt x="99965" y="471488"/>
                      <a:pt x="103013" y="470631"/>
                    </a:cubicBezTo>
                    <a:cubicBezTo>
                      <a:pt x="104156" y="470250"/>
                      <a:pt x="105537" y="469631"/>
                      <a:pt x="107156" y="468773"/>
                    </a:cubicBezTo>
                    <a:cubicBezTo>
                      <a:pt x="109157" y="467630"/>
                      <a:pt x="111014" y="466916"/>
                      <a:pt x="112728" y="466630"/>
                    </a:cubicBezTo>
                    <a:cubicBezTo>
                      <a:pt x="113871" y="467106"/>
                      <a:pt x="114586" y="467487"/>
                      <a:pt x="114872" y="467773"/>
                    </a:cubicBezTo>
                    <a:cubicBezTo>
                      <a:pt x="115253" y="468249"/>
                      <a:pt x="115657" y="468845"/>
                      <a:pt x="116086" y="469559"/>
                    </a:cubicBezTo>
                    <a:cubicBezTo>
                      <a:pt x="116515" y="470273"/>
                      <a:pt x="116919" y="470797"/>
                      <a:pt x="117300" y="471131"/>
                    </a:cubicBezTo>
                    <a:cubicBezTo>
                      <a:pt x="117682" y="471464"/>
                      <a:pt x="118158" y="471631"/>
                      <a:pt x="118729" y="471631"/>
                    </a:cubicBezTo>
                    <a:cubicBezTo>
                      <a:pt x="119872" y="471059"/>
                      <a:pt x="120777" y="470774"/>
                      <a:pt x="121444" y="470774"/>
                    </a:cubicBezTo>
                    <a:cubicBezTo>
                      <a:pt x="122492" y="470774"/>
                      <a:pt x="122825" y="471345"/>
                      <a:pt x="122444" y="472488"/>
                    </a:cubicBezTo>
                    <a:cubicBezTo>
                      <a:pt x="122063" y="472774"/>
                      <a:pt x="121872" y="472964"/>
                      <a:pt x="121872" y="473060"/>
                    </a:cubicBezTo>
                    <a:cubicBezTo>
                      <a:pt x="121872" y="473155"/>
                      <a:pt x="122087" y="473345"/>
                      <a:pt x="122515" y="473631"/>
                    </a:cubicBezTo>
                    <a:cubicBezTo>
                      <a:pt x="122944" y="473917"/>
                      <a:pt x="123015" y="474345"/>
                      <a:pt x="122730" y="474917"/>
                    </a:cubicBezTo>
                    <a:cubicBezTo>
                      <a:pt x="122444" y="475393"/>
                      <a:pt x="122063" y="475893"/>
                      <a:pt x="121587" y="476417"/>
                    </a:cubicBezTo>
                    <a:cubicBezTo>
                      <a:pt x="121110" y="476941"/>
                      <a:pt x="120825" y="477632"/>
                      <a:pt x="120730" y="478489"/>
                    </a:cubicBezTo>
                    <a:cubicBezTo>
                      <a:pt x="120348" y="478870"/>
                      <a:pt x="119872" y="479179"/>
                      <a:pt x="119301" y="479418"/>
                    </a:cubicBezTo>
                    <a:cubicBezTo>
                      <a:pt x="118729" y="479656"/>
                      <a:pt x="118348" y="479822"/>
                      <a:pt x="118158" y="479918"/>
                    </a:cubicBezTo>
                    <a:cubicBezTo>
                      <a:pt x="117396" y="480013"/>
                      <a:pt x="116348" y="480441"/>
                      <a:pt x="115014" y="481203"/>
                    </a:cubicBezTo>
                    <a:cubicBezTo>
                      <a:pt x="113490" y="481870"/>
                      <a:pt x="111728" y="482442"/>
                      <a:pt x="109728" y="482918"/>
                    </a:cubicBezTo>
                    <a:cubicBezTo>
                      <a:pt x="107728" y="483394"/>
                      <a:pt x="106252" y="483728"/>
                      <a:pt x="105299" y="483918"/>
                    </a:cubicBezTo>
                    <a:cubicBezTo>
                      <a:pt x="104823" y="483918"/>
                      <a:pt x="104204" y="483990"/>
                      <a:pt x="103442" y="484132"/>
                    </a:cubicBezTo>
                    <a:cubicBezTo>
                      <a:pt x="102680" y="484275"/>
                      <a:pt x="102013" y="484251"/>
                      <a:pt x="101441" y="484061"/>
                    </a:cubicBezTo>
                    <a:cubicBezTo>
                      <a:pt x="101632" y="483585"/>
                      <a:pt x="102060" y="483323"/>
                      <a:pt x="102727" y="483275"/>
                    </a:cubicBezTo>
                    <a:cubicBezTo>
                      <a:pt x="103394" y="483228"/>
                      <a:pt x="103870" y="483156"/>
                      <a:pt x="104156" y="483061"/>
                    </a:cubicBezTo>
                    <a:lnTo>
                      <a:pt x="101013" y="483347"/>
                    </a:lnTo>
                    <a:cubicBezTo>
                      <a:pt x="101203" y="483823"/>
                      <a:pt x="101632" y="484823"/>
                      <a:pt x="102299" y="486347"/>
                    </a:cubicBezTo>
                    <a:cubicBezTo>
                      <a:pt x="102965" y="487871"/>
                      <a:pt x="103299" y="489347"/>
                      <a:pt x="103299" y="490776"/>
                    </a:cubicBezTo>
                    <a:cubicBezTo>
                      <a:pt x="103299" y="491062"/>
                      <a:pt x="103275" y="491562"/>
                      <a:pt x="103227" y="492276"/>
                    </a:cubicBezTo>
                    <a:cubicBezTo>
                      <a:pt x="103180" y="492991"/>
                      <a:pt x="103203" y="493467"/>
                      <a:pt x="103299" y="493705"/>
                    </a:cubicBezTo>
                    <a:cubicBezTo>
                      <a:pt x="103394" y="493943"/>
                      <a:pt x="103632" y="493824"/>
                      <a:pt x="104013" y="493348"/>
                    </a:cubicBezTo>
                    <a:cubicBezTo>
                      <a:pt x="104204" y="492872"/>
                      <a:pt x="104299" y="492110"/>
                      <a:pt x="104299" y="491062"/>
                    </a:cubicBezTo>
                    <a:cubicBezTo>
                      <a:pt x="104299" y="490014"/>
                      <a:pt x="104251" y="489109"/>
                      <a:pt x="104156" y="488347"/>
                    </a:cubicBezTo>
                    <a:cubicBezTo>
                      <a:pt x="104061" y="487585"/>
                      <a:pt x="103966" y="486918"/>
                      <a:pt x="103870" y="486347"/>
                    </a:cubicBezTo>
                    <a:cubicBezTo>
                      <a:pt x="104442" y="487871"/>
                      <a:pt x="104727" y="489443"/>
                      <a:pt x="104727" y="491062"/>
                    </a:cubicBezTo>
                    <a:cubicBezTo>
                      <a:pt x="104727" y="491633"/>
                      <a:pt x="104632" y="492491"/>
                      <a:pt x="104442" y="493634"/>
                    </a:cubicBezTo>
                    <a:cubicBezTo>
                      <a:pt x="105204" y="493253"/>
                      <a:pt x="106109" y="492848"/>
                      <a:pt x="107156" y="492419"/>
                    </a:cubicBezTo>
                    <a:cubicBezTo>
                      <a:pt x="108204" y="491991"/>
                      <a:pt x="108966" y="491681"/>
                      <a:pt x="109442" y="491490"/>
                    </a:cubicBezTo>
                    <a:cubicBezTo>
                      <a:pt x="112871" y="490062"/>
                      <a:pt x="115586" y="488728"/>
                      <a:pt x="117586" y="487490"/>
                    </a:cubicBezTo>
                    <a:cubicBezTo>
                      <a:pt x="118062" y="487490"/>
                      <a:pt x="118467" y="487609"/>
                      <a:pt x="118801" y="487847"/>
                    </a:cubicBezTo>
                    <a:cubicBezTo>
                      <a:pt x="119134" y="488085"/>
                      <a:pt x="119539" y="488514"/>
                      <a:pt x="120015" y="489133"/>
                    </a:cubicBezTo>
                    <a:cubicBezTo>
                      <a:pt x="120491" y="489752"/>
                      <a:pt x="120920" y="490205"/>
                      <a:pt x="121301" y="490490"/>
                    </a:cubicBezTo>
                    <a:cubicBezTo>
                      <a:pt x="121872" y="490490"/>
                      <a:pt x="122277" y="490871"/>
                      <a:pt x="122515" y="491633"/>
                    </a:cubicBezTo>
                    <a:cubicBezTo>
                      <a:pt x="122754" y="492395"/>
                      <a:pt x="123111" y="492824"/>
                      <a:pt x="123587" y="492919"/>
                    </a:cubicBezTo>
                    <a:cubicBezTo>
                      <a:pt x="123396" y="493395"/>
                      <a:pt x="123111" y="493967"/>
                      <a:pt x="122730" y="494634"/>
                    </a:cubicBezTo>
                    <a:cubicBezTo>
                      <a:pt x="122349" y="495300"/>
                      <a:pt x="122158" y="495777"/>
                      <a:pt x="122158" y="496062"/>
                    </a:cubicBezTo>
                    <a:cubicBezTo>
                      <a:pt x="122158" y="496348"/>
                      <a:pt x="122444" y="496348"/>
                      <a:pt x="123015" y="496062"/>
                    </a:cubicBezTo>
                    <a:lnTo>
                      <a:pt x="123015" y="496348"/>
                    </a:lnTo>
                    <a:cubicBezTo>
                      <a:pt x="123015" y="496824"/>
                      <a:pt x="122801" y="497420"/>
                      <a:pt x="122373" y="498134"/>
                    </a:cubicBezTo>
                    <a:cubicBezTo>
                      <a:pt x="121944" y="498848"/>
                      <a:pt x="121682" y="499396"/>
                      <a:pt x="121587" y="499777"/>
                    </a:cubicBezTo>
                    <a:cubicBezTo>
                      <a:pt x="121110" y="500063"/>
                      <a:pt x="120444" y="500587"/>
                      <a:pt x="119586" y="501349"/>
                    </a:cubicBezTo>
                    <a:cubicBezTo>
                      <a:pt x="118729" y="502111"/>
                      <a:pt x="118015" y="502635"/>
                      <a:pt x="117443" y="502920"/>
                    </a:cubicBezTo>
                    <a:lnTo>
                      <a:pt x="117015" y="503063"/>
                    </a:lnTo>
                    <a:cubicBezTo>
                      <a:pt x="116919" y="503063"/>
                      <a:pt x="116872" y="503016"/>
                      <a:pt x="116872" y="502920"/>
                    </a:cubicBezTo>
                    <a:cubicBezTo>
                      <a:pt x="116967" y="502730"/>
                      <a:pt x="117277" y="502397"/>
                      <a:pt x="117801" y="501920"/>
                    </a:cubicBezTo>
                    <a:cubicBezTo>
                      <a:pt x="118324" y="501444"/>
                      <a:pt x="118205" y="501206"/>
                      <a:pt x="117443" y="501206"/>
                    </a:cubicBezTo>
                    <a:cubicBezTo>
                      <a:pt x="117158" y="501301"/>
                      <a:pt x="116538" y="501682"/>
                      <a:pt x="115586" y="502349"/>
                    </a:cubicBezTo>
                    <a:cubicBezTo>
                      <a:pt x="112919" y="502730"/>
                      <a:pt x="110228" y="503492"/>
                      <a:pt x="107514" y="504635"/>
                    </a:cubicBezTo>
                    <a:cubicBezTo>
                      <a:pt x="104799" y="505778"/>
                      <a:pt x="103156" y="506445"/>
                      <a:pt x="102584" y="506635"/>
                    </a:cubicBezTo>
                    <a:cubicBezTo>
                      <a:pt x="100965" y="507016"/>
                      <a:pt x="99917" y="507492"/>
                      <a:pt x="99441" y="508064"/>
                    </a:cubicBezTo>
                    <a:cubicBezTo>
                      <a:pt x="99060" y="508731"/>
                      <a:pt x="98703" y="509445"/>
                      <a:pt x="98370" y="510207"/>
                    </a:cubicBezTo>
                    <a:cubicBezTo>
                      <a:pt x="98036" y="510969"/>
                      <a:pt x="97917" y="511683"/>
                      <a:pt x="98012" y="512350"/>
                    </a:cubicBezTo>
                    <a:cubicBezTo>
                      <a:pt x="98870" y="512541"/>
                      <a:pt x="99703" y="512922"/>
                      <a:pt x="100513" y="513493"/>
                    </a:cubicBezTo>
                    <a:cubicBezTo>
                      <a:pt x="101322" y="514065"/>
                      <a:pt x="101870" y="514446"/>
                      <a:pt x="102156" y="514636"/>
                    </a:cubicBezTo>
                    <a:cubicBezTo>
                      <a:pt x="106347" y="516065"/>
                      <a:pt x="109204" y="517160"/>
                      <a:pt x="110728" y="517922"/>
                    </a:cubicBezTo>
                    <a:cubicBezTo>
                      <a:pt x="112538" y="518875"/>
                      <a:pt x="114157" y="519780"/>
                      <a:pt x="115586" y="520637"/>
                    </a:cubicBezTo>
                    <a:lnTo>
                      <a:pt x="118444" y="522351"/>
                    </a:lnTo>
                    <a:cubicBezTo>
                      <a:pt x="118634" y="522447"/>
                      <a:pt x="119015" y="522566"/>
                      <a:pt x="119586" y="522709"/>
                    </a:cubicBezTo>
                    <a:cubicBezTo>
                      <a:pt x="120158" y="522851"/>
                      <a:pt x="120634" y="523113"/>
                      <a:pt x="121015" y="523494"/>
                    </a:cubicBezTo>
                    <a:cubicBezTo>
                      <a:pt x="121396" y="523399"/>
                      <a:pt x="121944" y="523399"/>
                      <a:pt x="122658" y="523494"/>
                    </a:cubicBezTo>
                    <a:cubicBezTo>
                      <a:pt x="123373" y="523590"/>
                      <a:pt x="123920" y="523542"/>
                      <a:pt x="124301" y="523352"/>
                    </a:cubicBezTo>
                    <a:cubicBezTo>
                      <a:pt x="124778" y="523256"/>
                      <a:pt x="125373" y="523161"/>
                      <a:pt x="126087" y="523066"/>
                    </a:cubicBezTo>
                    <a:cubicBezTo>
                      <a:pt x="126802" y="522971"/>
                      <a:pt x="127635" y="522923"/>
                      <a:pt x="128588" y="522923"/>
                    </a:cubicBezTo>
                    <a:cubicBezTo>
                      <a:pt x="129254" y="523209"/>
                      <a:pt x="129731" y="523590"/>
                      <a:pt x="130016" y="524066"/>
                    </a:cubicBezTo>
                    <a:cubicBezTo>
                      <a:pt x="130302" y="524542"/>
                      <a:pt x="130564" y="524923"/>
                      <a:pt x="130802" y="525209"/>
                    </a:cubicBezTo>
                    <a:cubicBezTo>
                      <a:pt x="131040" y="525495"/>
                      <a:pt x="131493" y="525638"/>
                      <a:pt x="132159" y="525638"/>
                    </a:cubicBezTo>
                    <a:cubicBezTo>
                      <a:pt x="132636" y="525733"/>
                      <a:pt x="133088" y="526066"/>
                      <a:pt x="133517" y="526638"/>
                    </a:cubicBezTo>
                    <a:cubicBezTo>
                      <a:pt x="133945" y="527209"/>
                      <a:pt x="134184" y="527638"/>
                      <a:pt x="134231" y="527924"/>
                    </a:cubicBezTo>
                    <a:cubicBezTo>
                      <a:pt x="134279" y="528209"/>
                      <a:pt x="134017" y="528162"/>
                      <a:pt x="133445" y="527781"/>
                    </a:cubicBezTo>
                    <a:cubicBezTo>
                      <a:pt x="133160" y="528543"/>
                      <a:pt x="133017" y="529305"/>
                      <a:pt x="133017" y="530067"/>
                    </a:cubicBezTo>
                    <a:cubicBezTo>
                      <a:pt x="133017" y="530352"/>
                      <a:pt x="133112" y="530876"/>
                      <a:pt x="133302" y="531638"/>
                    </a:cubicBezTo>
                    <a:cubicBezTo>
                      <a:pt x="133302" y="532305"/>
                      <a:pt x="133207" y="533210"/>
                      <a:pt x="133017" y="534353"/>
                    </a:cubicBezTo>
                    <a:cubicBezTo>
                      <a:pt x="132159" y="536258"/>
                      <a:pt x="131016" y="537925"/>
                      <a:pt x="129588" y="539354"/>
                    </a:cubicBezTo>
                    <a:cubicBezTo>
                      <a:pt x="128159" y="540782"/>
                      <a:pt x="126540" y="541735"/>
                      <a:pt x="124730" y="542211"/>
                    </a:cubicBezTo>
                    <a:cubicBezTo>
                      <a:pt x="124349" y="542306"/>
                      <a:pt x="123516" y="542497"/>
                      <a:pt x="122230" y="542783"/>
                    </a:cubicBezTo>
                    <a:cubicBezTo>
                      <a:pt x="120944" y="543068"/>
                      <a:pt x="119777" y="543211"/>
                      <a:pt x="118729" y="543211"/>
                    </a:cubicBezTo>
                    <a:cubicBezTo>
                      <a:pt x="117491" y="543211"/>
                      <a:pt x="116443" y="543021"/>
                      <a:pt x="115586" y="542640"/>
                    </a:cubicBezTo>
                    <a:cubicBezTo>
                      <a:pt x="115110" y="542354"/>
                      <a:pt x="114324" y="541997"/>
                      <a:pt x="113229" y="541568"/>
                    </a:cubicBezTo>
                    <a:cubicBezTo>
                      <a:pt x="112133" y="541139"/>
                      <a:pt x="111276" y="540735"/>
                      <a:pt x="110657" y="540354"/>
                    </a:cubicBezTo>
                    <a:cubicBezTo>
                      <a:pt x="110038" y="539973"/>
                      <a:pt x="109538" y="539401"/>
                      <a:pt x="109157" y="538639"/>
                    </a:cubicBezTo>
                    <a:cubicBezTo>
                      <a:pt x="105823" y="535020"/>
                      <a:pt x="102632" y="531924"/>
                      <a:pt x="99584" y="529352"/>
                    </a:cubicBezTo>
                    <a:cubicBezTo>
                      <a:pt x="99012" y="528971"/>
                      <a:pt x="98465" y="528471"/>
                      <a:pt x="97941" y="527852"/>
                    </a:cubicBezTo>
                    <a:cubicBezTo>
                      <a:pt x="97417" y="527233"/>
                      <a:pt x="97393" y="526876"/>
                      <a:pt x="97870" y="526781"/>
                    </a:cubicBezTo>
                    <a:cubicBezTo>
                      <a:pt x="98346" y="527352"/>
                      <a:pt x="98870" y="527638"/>
                      <a:pt x="99441" y="527638"/>
                    </a:cubicBezTo>
                    <a:cubicBezTo>
                      <a:pt x="99917" y="527638"/>
                      <a:pt x="100156" y="527447"/>
                      <a:pt x="100156" y="527066"/>
                    </a:cubicBezTo>
                    <a:cubicBezTo>
                      <a:pt x="100156" y="526781"/>
                      <a:pt x="99870" y="526495"/>
                      <a:pt x="99298" y="526209"/>
                    </a:cubicBezTo>
                    <a:cubicBezTo>
                      <a:pt x="97679" y="525161"/>
                      <a:pt x="96584" y="524542"/>
                      <a:pt x="96012" y="524352"/>
                    </a:cubicBezTo>
                    <a:cubicBezTo>
                      <a:pt x="94869" y="522256"/>
                      <a:pt x="94298" y="520351"/>
                      <a:pt x="94298" y="518637"/>
                    </a:cubicBezTo>
                    <a:lnTo>
                      <a:pt x="91297" y="525638"/>
                    </a:lnTo>
                    <a:cubicBezTo>
                      <a:pt x="89773" y="528495"/>
                      <a:pt x="88821" y="530733"/>
                      <a:pt x="88440" y="532353"/>
                    </a:cubicBezTo>
                    <a:cubicBezTo>
                      <a:pt x="88249" y="532829"/>
                      <a:pt x="87844" y="533639"/>
                      <a:pt x="87225" y="534782"/>
                    </a:cubicBezTo>
                    <a:cubicBezTo>
                      <a:pt x="86606" y="535925"/>
                      <a:pt x="86297" y="537068"/>
                      <a:pt x="86297" y="538211"/>
                    </a:cubicBezTo>
                    <a:cubicBezTo>
                      <a:pt x="86106" y="538782"/>
                      <a:pt x="85511" y="539068"/>
                      <a:pt x="84511" y="539068"/>
                    </a:cubicBezTo>
                    <a:cubicBezTo>
                      <a:pt x="83511" y="539068"/>
                      <a:pt x="82868" y="539163"/>
                      <a:pt x="82582" y="539354"/>
                    </a:cubicBezTo>
                    <a:lnTo>
                      <a:pt x="81439" y="538211"/>
                    </a:lnTo>
                    <a:cubicBezTo>
                      <a:pt x="80867" y="538211"/>
                      <a:pt x="80201" y="538377"/>
                      <a:pt x="79439" y="538711"/>
                    </a:cubicBezTo>
                    <a:cubicBezTo>
                      <a:pt x="78677" y="539044"/>
                      <a:pt x="78177" y="539258"/>
                      <a:pt x="77938" y="539354"/>
                    </a:cubicBezTo>
                    <a:cubicBezTo>
                      <a:pt x="77700" y="539449"/>
                      <a:pt x="77867" y="539211"/>
                      <a:pt x="78438" y="538639"/>
                    </a:cubicBezTo>
                    <a:cubicBezTo>
                      <a:pt x="79200" y="538544"/>
                      <a:pt x="79582" y="538306"/>
                      <a:pt x="79582" y="537925"/>
                    </a:cubicBezTo>
                    <a:cubicBezTo>
                      <a:pt x="79582" y="537734"/>
                      <a:pt x="79367" y="537520"/>
                      <a:pt x="78939" y="537282"/>
                    </a:cubicBezTo>
                    <a:cubicBezTo>
                      <a:pt x="78510" y="537044"/>
                      <a:pt x="78010" y="536972"/>
                      <a:pt x="77438" y="537068"/>
                    </a:cubicBezTo>
                    <a:cubicBezTo>
                      <a:pt x="77153" y="536972"/>
                      <a:pt x="76748" y="536877"/>
                      <a:pt x="76224" y="536782"/>
                    </a:cubicBezTo>
                    <a:cubicBezTo>
                      <a:pt x="75700" y="536687"/>
                      <a:pt x="75295" y="536448"/>
                      <a:pt x="75010" y="536067"/>
                    </a:cubicBezTo>
                    <a:cubicBezTo>
                      <a:pt x="75295" y="535972"/>
                      <a:pt x="75772" y="535901"/>
                      <a:pt x="76438" y="535853"/>
                    </a:cubicBezTo>
                    <a:cubicBezTo>
                      <a:pt x="77105" y="535805"/>
                      <a:pt x="77391" y="535544"/>
                      <a:pt x="77296" y="535067"/>
                    </a:cubicBezTo>
                    <a:cubicBezTo>
                      <a:pt x="76629" y="534686"/>
                      <a:pt x="75819" y="534401"/>
                      <a:pt x="74867" y="534210"/>
                    </a:cubicBezTo>
                    <a:cubicBezTo>
                      <a:pt x="74295" y="533829"/>
                      <a:pt x="73533" y="533281"/>
                      <a:pt x="72581" y="532567"/>
                    </a:cubicBezTo>
                    <a:cubicBezTo>
                      <a:pt x="71628" y="531853"/>
                      <a:pt x="70723" y="531448"/>
                      <a:pt x="69866" y="531353"/>
                    </a:cubicBezTo>
                    <a:lnTo>
                      <a:pt x="69723" y="531210"/>
                    </a:lnTo>
                    <a:cubicBezTo>
                      <a:pt x="70199" y="530733"/>
                      <a:pt x="70438" y="530257"/>
                      <a:pt x="70438" y="529781"/>
                    </a:cubicBezTo>
                    <a:cubicBezTo>
                      <a:pt x="70438" y="529305"/>
                      <a:pt x="70152" y="528971"/>
                      <a:pt x="69580" y="528781"/>
                    </a:cubicBezTo>
                    <a:cubicBezTo>
                      <a:pt x="69485" y="528400"/>
                      <a:pt x="69104" y="527828"/>
                      <a:pt x="68437" y="527066"/>
                    </a:cubicBezTo>
                    <a:cubicBezTo>
                      <a:pt x="67770" y="526304"/>
                      <a:pt x="67342" y="525757"/>
                      <a:pt x="67151" y="525423"/>
                    </a:cubicBezTo>
                    <a:cubicBezTo>
                      <a:pt x="66961" y="525090"/>
                      <a:pt x="67247" y="524971"/>
                      <a:pt x="68009" y="525066"/>
                    </a:cubicBezTo>
                    <a:lnTo>
                      <a:pt x="69294" y="525209"/>
                    </a:lnTo>
                    <a:cubicBezTo>
                      <a:pt x="70818" y="525209"/>
                      <a:pt x="71390" y="524637"/>
                      <a:pt x="71009" y="523494"/>
                    </a:cubicBezTo>
                    <a:cubicBezTo>
                      <a:pt x="71676" y="523304"/>
                      <a:pt x="72438" y="523042"/>
                      <a:pt x="73295" y="522709"/>
                    </a:cubicBezTo>
                    <a:cubicBezTo>
                      <a:pt x="74152" y="522375"/>
                      <a:pt x="74819" y="522209"/>
                      <a:pt x="75295" y="522209"/>
                    </a:cubicBezTo>
                    <a:cubicBezTo>
                      <a:pt x="75772" y="522209"/>
                      <a:pt x="76152" y="522351"/>
                      <a:pt x="76438" y="522637"/>
                    </a:cubicBezTo>
                    <a:cubicBezTo>
                      <a:pt x="75867" y="522732"/>
                      <a:pt x="75581" y="522875"/>
                      <a:pt x="75581" y="523066"/>
                    </a:cubicBezTo>
                    <a:lnTo>
                      <a:pt x="75724" y="523066"/>
                    </a:lnTo>
                    <a:cubicBezTo>
                      <a:pt x="76295" y="523066"/>
                      <a:pt x="76867" y="522828"/>
                      <a:pt x="77438" y="522351"/>
                    </a:cubicBezTo>
                    <a:lnTo>
                      <a:pt x="82010" y="514922"/>
                    </a:lnTo>
                    <a:cubicBezTo>
                      <a:pt x="82010" y="514446"/>
                      <a:pt x="82106" y="513874"/>
                      <a:pt x="82296" y="513207"/>
                    </a:cubicBezTo>
                    <a:cubicBezTo>
                      <a:pt x="82487" y="512541"/>
                      <a:pt x="82534" y="512064"/>
                      <a:pt x="82439" y="511779"/>
                    </a:cubicBezTo>
                    <a:cubicBezTo>
                      <a:pt x="82344" y="511493"/>
                      <a:pt x="82058" y="511493"/>
                      <a:pt x="81582" y="511779"/>
                    </a:cubicBezTo>
                    <a:cubicBezTo>
                      <a:pt x="80344" y="511874"/>
                      <a:pt x="78962" y="511588"/>
                      <a:pt x="77438" y="510921"/>
                    </a:cubicBezTo>
                    <a:cubicBezTo>
                      <a:pt x="76105" y="510540"/>
                      <a:pt x="75057" y="510302"/>
                      <a:pt x="74295" y="510207"/>
                    </a:cubicBezTo>
                    <a:cubicBezTo>
                      <a:pt x="74105" y="510112"/>
                      <a:pt x="73747" y="509993"/>
                      <a:pt x="73224" y="509850"/>
                    </a:cubicBezTo>
                    <a:cubicBezTo>
                      <a:pt x="72700" y="509707"/>
                      <a:pt x="72342" y="509445"/>
                      <a:pt x="72152" y="509064"/>
                    </a:cubicBezTo>
                    <a:cubicBezTo>
                      <a:pt x="71962" y="508969"/>
                      <a:pt x="71604" y="508754"/>
                      <a:pt x="71080" y="508421"/>
                    </a:cubicBezTo>
                    <a:cubicBezTo>
                      <a:pt x="70557" y="508088"/>
                      <a:pt x="70152" y="507683"/>
                      <a:pt x="69866" y="507207"/>
                    </a:cubicBezTo>
                    <a:cubicBezTo>
                      <a:pt x="69676" y="506635"/>
                      <a:pt x="69461" y="505921"/>
                      <a:pt x="69223" y="505064"/>
                    </a:cubicBezTo>
                    <a:cubicBezTo>
                      <a:pt x="68985" y="504206"/>
                      <a:pt x="68675" y="503492"/>
                      <a:pt x="68294" y="502920"/>
                    </a:cubicBezTo>
                    <a:lnTo>
                      <a:pt x="68294" y="502349"/>
                    </a:lnTo>
                    <a:cubicBezTo>
                      <a:pt x="68294" y="501777"/>
                      <a:pt x="68437" y="501396"/>
                      <a:pt x="68723" y="501206"/>
                    </a:cubicBezTo>
                    <a:cubicBezTo>
                      <a:pt x="69294" y="501396"/>
                      <a:pt x="69628" y="501492"/>
                      <a:pt x="69723" y="501492"/>
                    </a:cubicBezTo>
                    <a:cubicBezTo>
                      <a:pt x="70104" y="501492"/>
                      <a:pt x="70414" y="501301"/>
                      <a:pt x="70652" y="500920"/>
                    </a:cubicBezTo>
                    <a:cubicBezTo>
                      <a:pt x="70890" y="500539"/>
                      <a:pt x="71057" y="500253"/>
                      <a:pt x="71152" y="500063"/>
                    </a:cubicBezTo>
                    <a:cubicBezTo>
                      <a:pt x="71533" y="500253"/>
                      <a:pt x="71866" y="500325"/>
                      <a:pt x="72152" y="500277"/>
                    </a:cubicBezTo>
                    <a:cubicBezTo>
                      <a:pt x="72438" y="500230"/>
                      <a:pt x="72557" y="500111"/>
                      <a:pt x="72509" y="499920"/>
                    </a:cubicBezTo>
                    <a:cubicBezTo>
                      <a:pt x="72462" y="499730"/>
                      <a:pt x="72200" y="499634"/>
                      <a:pt x="71723" y="499634"/>
                    </a:cubicBezTo>
                    <a:lnTo>
                      <a:pt x="72438" y="498348"/>
                    </a:lnTo>
                    <a:cubicBezTo>
                      <a:pt x="73200" y="497205"/>
                      <a:pt x="73962" y="496920"/>
                      <a:pt x="74724" y="497491"/>
                    </a:cubicBezTo>
                    <a:cubicBezTo>
                      <a:pt x="76152" y="497777"/>
                      <a:pt x="78296" y="497920"/>
                      <a:pt x="81153" y="497920"/>
                    </a:cubicBezTo>
                    <a:lnTo>
                      <a:pt x="86297" y="497920"/>
                    </a:lnTo>
                    <a:cubicBezTo>
                      <a:pt x="87821" y="497729"/>
                      <a:pt x="88916" y="497444"/>
                      <a:pt x="89583" y="497063"/>
                    </a:cubicBezTo>
                    <a:cubicBezTo>
                      <a:pt x="90535" y="495729"/>
                      <a:pt x="91107" y="494777"/>
                      <a:pt x="91297" y="494205"/>
                    </a:cubicBezTo>
                    <a:cubicBezTo>
                      <a:pt x="91488" y="493443"/>
                      <a:pt x="91583" y="492919"/>
                      <a:pt x="91583" y="492633"/>
                    </a:cubicBezTo>
                    <a:cubicBezTo>
                      <a:pt x="91583" y="492252"/>
                      <a:pt x="91440" y="491871"/>
                      <a:pt x="91154" y="491490"/>
                    </a:cubicBezTo>
                    <a:cubicBezTo>
                      <a:pt x="91250" y="491205"/>
                      <a:pt x="91297" y="490728"/>
                      <a:pt x="91297" y="490062"/>
                    </a:cubicBezTo>
                    <a:cubicBezTo>
                      <a:pt x="91297" y="489395"/>
                      <a:pt x="91250" y="488776"/>
                      <a:pt x="91154" y="488204"/>
                    </a:cubicBezTo>
                    <a:cubicBezTo>
                      <a:pt x="91059" y="487633"/>
                      <a:pt x="91012" y="487061"/>
                      <a:pt x="91012" y="486490"/>
                    </a:cubicBezTo>
                    <a:cubicBezTo>
                      <a:pt x="91012" y="485347"/>
                      <a:pt x="91392" y="484394"/>
                      <a:pt x="92154" y="483632"/>
                    </a:cubicBezTo>
                    <a:cubicBezTo>
                      <a:pt x="92726" y="484585"/>
                      <a:pt x="93250" y="485204"/>
                      <a:pt x="93726" y="485490"/>
                    </a:cubicBezTo>
                    <a:cubicBezTo>
                      <a:pt x="92964" y="483585"/>
                      <a:pt x="91916" y="482061"/>
                      <a:pt x="90583" y="480918"/>
                    </a:cubicBezTo>
                    <a:lnTo>
                      <a:pt x="89868" y="480775"/>
                    </a:lnTo>
                    <a:cubicBezTo>
                      <a:pt x="89297" y="480775"/>
                      <a:pt x="88868" y="481013"/>
                      <a:pt x="88583" y="481489"/>
                    </a:cubicBezTo>
                    <a:cubicBezTo>
                      <a:pt x="88964" y="481775"/>
                      <a:pt x="89083" y="482108"/>
                      <a:pt x="88940" y="482489"/>
                    </a:cubicBezTo>
                    <a:cubicBezTo>
                      <a:pt x="88797" y="482870"/>
                      <a:pt x="88392" y="483489"/>
                      <a:pt x="87725" y="484347"/>
                    </a:cubicBezTo>
                    <a:cubicBezTo>
                      <a:pt x="87059" y="485204"/>
                      <a:pt x="86725" y="485918"/>
                      <a:pt x="86725" y="486490"/>
                    </a:cubicBezTo>
                    <a:lnTo>
                      <a:pt x="88011" y="485775"/>
                    </a:lnTo>
                    <a:lnTo>
                      <a:pt x="88011" y="485918"/>
                    </a:lnTo>
                    <a:cubicBezTo>
                      <a:pt x="87821" y="486299"/>
                      <a:pt x="87297" y="487157"/>
                      <a:pt x="86440" y="488490"/>
                    </a:cubicBezTo>
                    <a:cubicBezTo>
                      <a:pt x="85582" y="489824"/>
                      <a:pt x="84677" y="490967"/>
                      <a:pt x="83725" y="491919"/>
                    </a:cubicBezTo>
                    <a:cubicBezTo>
                      <a:pt x="82772" y="492872"/>
                      <a:pt x="81772" y="493634"/>
                      <a:pt x="80724" y="494205"/>
                    </a:cubicBezTo>
                    <a:cubicBezTo>
                      <a:pt x="79962" y="494491"/>
                      <a:pt x="79010" y="494681"/>
                      <a:pt x="77867" y="494777"/>
                    </a:cubicBezTo>
                    <a:cubicBezTo>
                      <a:pt x="76724" y="494872"/>
                      <a:pt x="75867" y="494967"/>
                      <a:pt x="75295" y="495062"/>
                    </a:cubicBezTo>
                    <a:cubicBezTo>
                      <a:pt x="75105" y="495158"/>
                      <a:pt x="74867" y="495205"/>
                      <a:pt x="74581" y="495205"/>
                    </a:cubicBezTo>
                    <a:cubicBezTo>
                      <a:pt x="74390" y="495205"/>
                      <a:pt x="74152" y="495134"/>
                      <a:pt x="73866" y="494991"/>
                    </a:cubicBezTo>
                    <a:cubicBezTo>
                      <a:pt x="73581" y="494848"/>
                      <a:pt x="73247" y="494824"/>
                      <a:pt x="72866" y="494919"/>
                    </a:cubicBezTo>
                    <a:lnTo>
                      <a:pt x="72866" y="494777"/>
                    </a:lnTo>
                    <a:cubicBezTo>
                      <a:pt x="72962" y="494396"/>
                      <a:pt x="73200" y="494038"/>
                      <a:pt x="73581" y="493705"/>
                    </a:cubicBezTo>
                    <a:cubicBezTo>
                      <a:pt x="73962" y="493372"/>
                      <a:pt x="74248" y="493110"/>
                      <a:pt x="74438" y="492919"/>
                    </a:cubicBezTo>
                    <a:cubicBezTo>
                      <a:pt x="74057" y="493014"/>
                      <a:pt x="73533" y="493253"/>
                      <a:pt x="72866" y="493634"/>
                    </a:cubicBezTo>
                    <a:cubicBezTo>
                      <a:pt x="72200" y="494015"/>
                      <a:pt x="71580" y="494157"/>
                      <a:pt x="71009" y="494062"/>
                    </a:cubicBezTo>
                    <a:lnTo>
                      <a:pt x="70438" y="494348"/>
                    </a:lnTo>
                    <a:cubicBezTo>
                      <a:pt x="70342" y="494348"/>
                      <a:pt x="70366" y="494134"/>
                      <a:pt x="70509" y="493705"/>
                    </a:cubicBezTo>
                    <a:cubicBezTo>
                      <a:pt x="70652" y="493276"/>
                      <a:pt x="70676" y="492872"/>
                      <a:pt x="70580" y="492491"/>
                    </a:cubicBezTo>
                    <a:cubicBezTo>
                      <a:pt x="70199" y="492300"/>
                      <a:pt x="69628" y="492110"/>
                      <a:pt x="68866" y="491919"/>
                    </a:cubicBezTo>
                    <a:cubicBezTo>
                      <a:pt x="68104" y="491729"/>
                      <a:pt x="67437" y="491514"/>
                      <a:pt x="66866" y="491276"/>
                    </a:cubicBezTo>
                    <a:cubicBezTo>
                      <a:pt x="66294" y="491038"/>
                      <a:pt x="65866" y="490681"/>
                      <a:pt x="65580" y="490205"/>
                    </a:cubicBezTo>
                    <a:cubicBezTo>
                      <a:pt x="65484" y="489728"/>
                      <a:pt x="65270" y="489062"/>
                      <a:pt x="64937" y="488204"/>
                    </a:cubicBezTo>
                    <a:cubicBezTo>
                      <a:pt x="64603" y="487347"/>
                      <a:pt x="64580" y="486585"/>
                      <a:pt x="64865" y="485918"/>
                    </a:cubicBezTo>
                    <a:cubicBezTo>
                      <a:pt x="65246" y="485728"/>
                      <a:pt x="65794" y="485466"/>
                      <a:pt x="66508" y="485132"/>
                    </a:cubicBezTo>
                    <a:cubicBezTo>
                      <a:pt x="67223" y="484799"/>
                      <a:pt x="67770" y="484251"/>
                      <a:pt x="68152" y="483489"/>
                    </a:cubicBezTo>
                    <a:cubicBezTo>
                      <a:pt x="68532" y="483013"/>
                      <a:pt x="69366" y="482299"/>
                      <a:pt x="70652" y="481346"/>
                    </a:cubicBezTo>
                    <a:cubicBezTo>
                      <a:pt x="71938" y="480394"/>
                      <a:pt x="72819" y="479489"/>
                      <a:pt x="73295" y="478632"/>
                    </a:cubicBezTo>
                    <a:cubicBezTo>
                      <a:pt x="74152" y="477203"/>
                      <a:pt x="74867" y="475107"/>
                      <a:pt x="75438" y="472345"/>
                    </a:cubicBezTo>
                    <a:lnTo>
                      <a:pt x="75724" y="472345"/>
                    </a:lnTo>
                    <a:cubicBezTo>
                      <a:pt x="75914" y="472345"/>
                      <a:pt x="76248" y="472464"/>
                      <a:pt x="76724" y="472702"/>
                    </a:cubicBezTo>
                    <a:cubicBezTo>
                      <a:pt x="77200" y="472941"/>
                      <a:pt x="77534" y="472869"/>
                      <a:pt x="77724" y="472488"/>
                    </a:cubicBezTo>
                    <a:lnTo>
                      <a:pt x="77724" y="472202"/>
                    </a:lnTo>
                    <a:cubicBezTo>
                      <a:pt x="77724" y="471631"/>
                      <a:pt x="77986" y="470988"/>
                      <a:pt x="78510" y="470273"/>
                    </a:cubicBezTo>
                    <a:cubicBezTo>
                      <a:pt x="79034" y="469559"/>
                      <a:pt x="79391" y="469011"/>
                      <a:pt x="79582" y="468630"/>
                    </a:cubicBezTo>
                    <a:cubicBezTo>
                      <a:pt x="79867" y="468916"/>
                      <a:pt x="80010" y="469250"/>
                      <a:pt x="80010" y="469631"/>
                    </a:cubicBezTo>
                    <a:lnTo>
                      <a:pt x="79867" y="470916"/>
                    </a:lnTo>
                    <a:lnTo>
                      <a:pt x="80010" y="471059"/>
                    </a:lnTo>
                    <a:cubicBezTo>
                      <a:pt x="80296" y="470869"/>
                      <a:pt x="80582" y="470297"/>
                      <a:pt x="80867" y="469345"/>
                    </a:cubicBezTo>
                    <a:cubicBezTo>
                      <a:pt x="80867" y="468773"/>
                      <a:pt x="80963" y="468345"/>
                      <a:pt x="81153" y="468059"/>
                    </a:cubicBezTo>
                    <a:cubicBezTo>
                      <a:pt x="81344" y="467773"/>
                      <a:pt x="81486" y="467440"/>
                      <a:pt x="81582" y="467059"/>
                    </a:cubicBezTo>
                    <a:cubicBezTo>
                      <a:pt x="81296" y="466773"/>
                      <a:pt x="80820" y="466630"/>
                      <a:pt x="80153" y="466630"/>
                    </a:cubicBezTo>
                    <a:lnTo>
                      <a:pt x="78153" y="466773"/>
                    </a:lnTo>
                    <a:cubicBezTo>
                      <a:pt x="76534" y="466773"/>
                      <a:pt x="75200" y="466487"/>
                      <a:pt x="74152" y="465916"/>
                    </a:cubicBezTo>
                    <a:cubicBezTo>
                      <a:pt x="73771" y="465630"/>
                      <a:pt x="73224" y="465273"/>
                      <a:pt x="72509" y="464844"/>
                    </a:cubicBezTo>
                    <a:cubicBezTo>
                      <a:pt x="71795" y="464416"/>
                      <a:pt x="71295" y="463963"/>
                      <a:pt x="71009" y="463487"/>
                    </a:cubicBezTo>
                    <a:cubicBezTo>
                      <a:pt x="70914" y="463487"/>
                      <a:pt x="70628" y="463392"/>
                      <a:pt x="70152" y="463201"/>
                    </a:cubicBezTo>
                    <a:cubicBezTo>
                      <a:pt x="69676" y="463011"/>
                      <a:pt x="69485" y="462677"/>
                      <a:pt x="69580" y="462201"/>
                    </a:cubicBezTo>
                    <a:cubicBezTo>
                      <a:pt x="69961" y="461725"/>
                      <a:pt x="70461" y="461320"/>
                      <a:pt x="71080" y="460987"/>
                    </a:cubicBezTo>
                    <a:cubicBezTo>
                      <a:pt x="71700" y="460653"/>
                      <a:pt x="72104" y="460439"/>
                      <a:pt x="72295" y="460344"/>
                    </a:cubicBezTo>
                    <a:cubicBezTo>
                      <a:pt x="72200" y="460153"/>
                      <a:pt x="72152" y="459867"/>
                      <a:pt x="72152" y="459486"/>
                    </a:cubicBezTo>
                    <a:cubicBezTo>
                      <a:pt x="72152" y="458724"/>
                      <a:pt x="72533" y="458296"/>
                      <a:pt x="73295" y="458201"/>
                    </a:cubicBezTo>
                    <a:cubicBezTo>
                      <a:pt x="73676" y="458010"/>
                      <a:pt x="74009" y="457772"/>
                      <a:pt x="74295" y="457486"/>
                    </a:cubicBezTo>
                    <a:cubicBezTo>
                      <a:pt x="74581" y="457200"/>
                      <a:pt x="74724" y="456962"/>
                      <a:pt x="74724" y="456772"/>
                    </a:cubicBezTo>
                    <a:cubicBezTo>
                      <a:pt x="74724" y="456581"/>
                      <a:pt x="74605" y="456486"/>
                      <a:pt x="74367" y="456486"/>
                    </a:cubicBezTo>
                    <a:cubicBezTo>
                      <a:pt x="74128" y="456486"/>
                      <a:pt x="73819" y="456629"/>
                      <a:pt x="73438" y="456915"/>
                    </a:cubicBezTo>
                    <a:lnTo>
                      <a:pt x="72152" y="457058"/>
                    </a:lnTo>
                    <a:lnTo>
                      <a:pt x="70866" y="456915"/>
                    </a:lnTo>
                    <a:cubicBezTo>
                      <a:pt x="71057" y="456343"/>
                      <a:pt x="71152" y="455843"/>
                      <a:pt x="71152" y="455415"/>
                    </a:cubicBezTo>
                    <a:cubicBezTo>
                      <a:pt x="71152" y="454986"/>
                      <a:pt x="71200" y="454533"/>
                      <a:pt x="71295" y="454057"/>
                    </a:cubicBezTo>
                    <a:cubicBezTo>
                      <a:pt x="71485" y="454152"/>
                      <a:pt x="71819" y="454272"/>
                      <a:pt x="72295" y="454414"/>
                    </a:cubicBezTo>
                    <a:cubicBezTo>
                      <a:pt x="72771" y="454557"/>
                      <a:pt x="73152" y="454533"/>
                      <a:pt x="73438" y="454343"/>
                    </a:cubicBezTo>
                    <a:cubicBezTo>
                      <a:pt x="73438" y="454152"/>
                      <a:pt x="73414" y="453748"/>
                      <a:pt x="73366" y="453128"/>
                    </a:cubicBezTo>
                    <a:cubicBezTo>
                      <a:pt x="73319" y="452509"/>
                      <a:pt x="73009" y="452152"/>
                      <a:pt x="72438" y="452057"/>
                    </a:cubicBezTo>
                    <a:cubicBezTo>
                      <a:pt x="72247" y="452057"/>
                      <a:pt x="71842" y="452033"/>
                      <a:pt x="71223" y="451985"/>
                    </a:cubicBezTo>
                    <a:cubicBezTo>
                      <a:pt x="70604" y="451938"/>
                      <a:pt x="70152" y="451819"/>
                      <a:pt x="69866" y="451628"/>
                    </a:cubicBezTo>
                    <a:cubicBezTo>
                      <a:pt x="69580" y="451438"/>
                      <a:pt x="69533" y="451152"/>
                      <a:pt x="69723" y="450771"/>
                    </a:cubicBezTo>
                    <a:lnTo>
                      <a:pt x="72581" y="451200"/>
                    </a:lnTo>
                    <a:cubicBezTo>
                      <a:pt x="73247" y="451485"/>
                      <a:pt x="73843" y="451676"/>
                      <a:pt x="74367" y="451771"/>
                    </a:cubicBezTo>
                    <a:cubicBezTo>
                      <a:pt x="74890" y="451866"/>
                      <a:pt x="75295" y="451962"/>
                      <a:pt x="75581" y="452057"/>
                    </a:cubicBezTo>
                    <a:cubicBezTo>
                      <a:pt x="77962" y="451581"/>
                      <a:pt x="79724" y="450319"/>
                      <a:pt x="80867" y="448271"/>
                    </a:cubicBezTo>
                    <a:cubicBezTo>
                      <a:pt x="82010" y="446223"/>
                      <a:pt x="83249" y="443294"/>
                      <a:pt x="84582" y="439484"/>
                    </a:cubicBezTo>
                    <a:cubicBezTo>
                      <a:pt x="84677" y="438722"/>
                      <a:pt x="84987" y="437889"/>
                      <a:pt x="85511" y="436984"/>
                    </a:cubicBezTo>
                    <a:cubicBezTo>
                      <a:pt x="86035" y="436079"/>
                      <a:pt x="86440" y="435341"/>
                      <a:pt x="86725" y="434769"/>
                    </a:cubicBezTo>
                    <a:cubicBezTo>
                      <a:pt x="86725" y="434483"/>
                      <a:pt x="86701" y="434126"/>
                      <a:pt x="86654" y="433697"/>
                    </a:cubicBezTo>
                    <a:cubicBezTo>
                      <a:pt x="86606" y="433269"/>
                      <a:pt x="86630" y="432912"/>
                      <a:pt x="86725" y="432626"/>
                    </a:cubicBezTo>
                    <a:cubicBezTo>
                      <a:pt x="86820" y="432531"/>
                      <a:pt x="87059" y="432293"/>
                      <a:pt x="87440" y="431912"/>
                    </a:cubicBezTo>
                    <a:cubicBezTo>
                      <a:pt x="87821" y="431531"/>
                      <a:pt x="87964" y="431102"/>
                      <a:pt x="87868" y="430626"/>
                    </a:cubicBezTo>
                    <a:cubicBezTo>
                      <a:pt x="88344" y="429483"/>
                      <a:pt x="88797" y="428602"/>
                      <a:pt x="89226" y="427982"/>
                    </a:cubicBezTo>
                    <a:cubicBezTo>
                      <a:pt x="89654" y="427363"/>
                      <a:pt x="90202" y="427292"/>
                      <a:pt x="90869" y="427768"/>
                    </a:cubicBezTo>
                    <a:close/>
                    <a:moveTo>
                      <a:pt x="52721" y="393907"/>
                    </a:moveTo>
                    <a:cubicBezTo>
                      <a:pt x="52435" y="394097"/>
                      <a:pt x="52292" y="394240"/>
                      <a:pt x="52292" y="394335"/>
                    </a:cubicBezTo>
                    <a:cubicBezTo>
                      <a:pt x="52292" y="394621"/>
                      <a:pt x="52435" y="394955"/>
                      <a:pt x="52721" y="395336"/>
                    </a:cubicBezTo>
                    <a:cubicBezTo>
                      <a:pt x="53007" y="395717"/>
                      <a:pt x="53197" y="395955"/>
                      <a:pt x="53292" y="396050"/>
                    </a:cubicBezTo>
                    <a:cubicBezTo>
                      <a:pt x="53388" y="395955"/>
                      <a:pt x="53435" y="395812"/>
                      <a:pt x="53435" y="395621"/>
                    </a:cubicBezTo>
                    <a:cubicBezTo>
                      <a:pt x="53435" y="395336"/>
                      <a:pt x="53364" y="395050"/>
                      <a:pt x="53221" y="394764"/>
                    </a:cubicBezTo>
                    <a:cubicBezTo>
                      <a:pt x="53078" y="394478"/>
                      <a:pt x="53007" y="394288"/>
                      <a:pt x="53007" y="394193"/>
                    </a:cubicBezTo>
                    <a:close/>
                    <a:moveTo>
                      <a:pt x="51578" y="389478"/>
                    </a:moveTo>
                    <a:lnTo>
                      <a:pt x="51149" y="389763"/>
                    </a:lnTo>
                    <a:cubicBezTo>
                      <a:pt x="51245" y="390049"/>
                      <a:pt x="51388" y="390144"/>
                      <a:pt x="51578" y="390049"/>
                    </a:cubicBezTo>
                    <a:cubicBezTo>
                      <a:pt x="51673" y="389954"/>
                      <a:pt x="51697" y="389859"/>
                      <a:pt x="51649" y="389763"/>
                    </a:cubicBezTo>
                    <a:cubicBezTo>
                      <a:pt x="51602" y="389668"/>
                      <a:pt x="51578" y="389573"/>
                      <a:pt x="51578" y="389478"/>
                    </a:cubicBezTo>
                    <a:close/>
                    <a:moveTo>
                      <a:pt x="47149" y="387906"/>
                    </a:moveTo>
                    <a:cubicBezTo>
                      <a:pt x="47149" y="388097"/>
                      <a:pt x="47196" y="388430"/>
                      <a:pt x="47292" y="388906"/>
                    </a:cubicBezTo>
                    <a:cubicBezTo>
                      <a:pt x="47387" y="389382"/>
                      <a:pt x="47530" y="389763"/>
                      <a:pt x="47720" y="390049"/>
                    </a:cubicBezTo>
                    <a:cubicBezTo>
                      <a:pt x="47911" y="389954"/>
                      <a:pt x="47958" y="389787"/>
                      <a:pt x="47863" y="389549"/>
                    </a:cubicBezTo>
                    <a:cubicBezTo>
                      <a:pt x="47768" y="389311"/>
                      <a:pt x="47720" y="389097"/>
                      <a:pt x="47720" y="388906"/>
                    </a:cubicBezTo>
                    <a:lnTo>
                      <a:pt x="47578" y="388335"/>
                    </a:lnTo>
                    <a:close/>
                    <a:moveTo>
                      <a:pt x="75295" y="383906"/>
                    </a:moveTo>
                    <a:cubicBezTo>
                      <a:pt x="74438" y="383906"/>
                      <a:pt x="73724" y="383953"/>
                      <a:pt x="73152" y="384048"/>
                    </a:cubicBezTo>
                    <a:cubicBezTo>
                      <a:pt x="72581" y="384144"/>
                      <a:pt x="72057" y="384239"/>
                      <a:pt x="71580" y="384334"/>
                    </a:cubicBezTo>
                    <a:cubicBezTo>
                      <a:pt x="71104" y="384429"/>
                      <a:pt x="70509" y="384525"/>
                      <a:pt x="69795" y="384620"/>
                    </a:cubicBezTo>
                    <a:cubicBezTo>
                      <a:pt x="69080" y="384715"/>
                      <a:pt x="68247" y="384763"/>
                      <a:pt x="67294" y="384763"/>
                    </a:cubicBezTo>
                    <a:cubicBezTo>
                      <a:pt x="66342" y="384763"/>
                      <a:pt x="65342" y="384620"/>
                      <a:pt x="64294" y="384334"/>
                    </a:cubicBezTo>
                    <a:lnTo>
                      <a:pt x="63008" y="384048"/>
                    </a:lnTo>
                    <a:cubicBezTo>
                      <a:pt x="62913" y="384048"/>
                      <a:pt x="62794" y="384048"/>
                      <a:pt x="62651" y="384048"/>
                    </a:cubicBezTo>
                    <a:cubicBezTo>
                      <a:pt x="62508" y="384048"/>
                      <a:pt x="62436" y="384096"/>
                      <a:pt x="62436" y="384191"/>
                    </a:cubicBezTo>
                    <a:cubicBezTo>
                      <a:pt x="62532" y="384572"/>
                      <a:pt x="62627" y="385168"/>
                      <a:pt x="62722" y="385977"/>
                    </a:cubicBezTo>
                    <a:cubicBezTo>
                      <a:pt x="62818" y="386787"/>
                      <a:pt x="63103" y="387382"/>
                      <a:pt x="63580" y="387763"/>
                    </a:cubicBezTo>
                    <a:cubicBezTo>
                      <a:pt x="63960" y="387858"/>
                      <a:pt x="64508" y="388073"/>
                      <a:pt x="65223" y="388406"/>
                    </a:cubicBezTo>
                    <a:cubicBezTo>
                      <a:pt x="65937" y="388739"/>
                      <a:pt x="66532" y="388716"/>
                      <a:pt x="67008" y="388335"/>
                    </a:cubicBezTo>
                    <a:cubicBezTo>
                      <a:pt x="67961" y="388144"/>
                      <a:pt x="69033" y="388001"/>
                      <a:pt x="70223" y="387906"/>
                    </a:cubicBezTo>
                    <a:cubicBezTo>
                      <a:pt x="71414" y="387811"/>
                      <a:pt x="72247" y="387763"/>
                      <a:pt x="72724" y="387763"/>
                    </a:cubicBezTo>
                    <a:cubicBezTo>
                      <a:pt x="73009" y="387668"/>
                      <a:pt x="73462" y="387573"/>
                      <a:pt x="74081" y="387477"/>
                    </a:cubicBezTo>
                    <a:cubicBezTo>
                      <a:pt x="74700" y="387382"/>
                      <a:pt x="75200" y="387144"/>
                      <a:pt x="75581" y="386763"/>
                    </a:cubicBezTo>
                    <a:cubicBezTo>
                      <a:pt x="75581" y="386192"/>
                      <a:pt x="75486" y="385239"/>
                      <a:pt x="75295" y="383906"/>
                    </a:cubicBezTo>
                    <a:close/>
                    <a:moveTo>
                      <a:pt x="47863" y="371190"/>
                    </a:moveTo>
                    <a:cubicBezTo>
                      <a:pt x="47578" y="372237"/>
                      <a:pt x="47458" y="373476"/>
                      <a:pt x="47506" y="374904"/>
                    </a:cubicBezTo>
                    <a:cubicBezTo>
                      <a:pt x="47554" y="376333"/>
                      <a:pt x="47578" y="377333"/>
                      <a:pt x="47578" y="377905"/>
                    </a:cubicBezTo>
                    <a:cubicBezTo>
                      <a:pt x="47673" y="378191"/>
                      <a:pt x="47720" y="378572"/>
                      <a:pt x="47720" y="379048"/>
                    </a:cubicBezTo>
                    <a:cubicBezTo>
                      <a:pt x="47720" y="379524"/>
                      <a:pt x="47768" y="379572"/>
                      <a:pt x="47863" y="379191"/>
                    </a:cubicBezTo>
                    <a:close/>
                    <a:moveTo>
                      <a:pt x="77153" y="368618"/>
                    </a:moveTo>
                    <a:cubicBezTo>
                      <a:pt x="76962" y="368237"/>
                      <a:pt x="76724" y="368427"/>
                      <a:pt x="76438" y="369189"/>
                    </a:cubicBezTo>
                    <a:cubicBezTo>
                      <a:pt x="76438" y="369951"/>
                      <a:pt x="76653" y="370713"/>
                      <a:pt x="77081" y="371475"/>
                    </a:cubicBezTo>
                    <a:cubicBezTo>
                      <a:pt x="77510" y="372237"/>
                      <a:pt x="77819" y="372190"/>
                      <a:pt x="78010" y="371333"/>
                    </a:cubicBezTo>
                    <a:lnTo>
                      <a:pt x="78010" y="370190"/>
                    </a:lnTo>
                    <a:cubicBezTo>
                      <a:pt x="78010" y="369523"/>
                      <a:pt x="77867" y="369094"/>
                      <a:pt x="77581" y="368904"/>
                    </a:cubicBezTo>
                    <a:close/>
                    <a:moveTo>
                      <a:pt x="70295" y="368332"/>
                    </a:moveTo>
                    <a:lnTo>
                      <a:pt x="69437" y="368475"/>
                    </a:lnTo>
                    <a:cubicBezTo>
                      <a:pt x="68199" y="368761"/>
                      <a:pt x="66747" y="368951"/>
                      <a:pt x="65080" y="369047"/>
                    </a:cubicBezTo>
                    <a:cubicBezTo>
                      <a:pt x="63413" y="369142"/>
                      <a:pt x="62151" y="369237"/>
                      <a:pt x="61294" y="369332"/>
                    </a:cubicBezTo>
                    <a:lnTo>
                      <a:pt x="61151" y="371761"/>
                    </a:lnTo>
                    <a:cubicBezTo>
                      <a:pt x="61151" y="373190"/>
                      <a:pt x="61674" y="373952"/>
                      <a:pt x="62722" y="374047"/>
                    </a:cubicBezTo>
                    <a:lnTo>
                      <a:pt x="65437" y="373904"/>
                    </a:lnTo>
                    <a:cubicBezTo>
                      <a:pt x="65818" y="373904"/>
                      <a:pt x="66485" y="374000"/>
                      <a:pt x="67437" y="374190"/>
                    </a:cubicBezTo>
                    <a:cubicBezTo>
                      <a:pt x="68104" y="373904"/>
                      <a:pt x="69199" y="373666"/>
                      <a:pt x="70723" y="373476"/>
                    </a:cubicBezTo>
                    <a:cubicBezTo>
                      <a:pt x="71009" y="373380"/>
                      <a:pt x="71485" y="373238"/>
                      <a:pt x="72152" y="373047"/>
                    </a:cubicBezTo>
                    <a:cubicBezTo>
                      <a:pt x="72819" y="372857"/>
                      <a:pt x="73247" y="372523"/>
                      <a:pt x="73438" y="372047"/>
                    </a:cubicBezTo>
                    <a:cubicBezTo>
                      <a:pt x="73533" y="371761"/>
                      <a:pt x="73676" y="371261"/>
                      <a:pt x="73866" y="370547"/>
                    </a:cubicBezTo>
                    <a:cubicBezTo>
                      <a:pt x="74057" y="369832"/>
                      <a:pt x="74152" y="369142"/>
                      <a:pt x="74152" y="368475"/>
                    </a:cubicBezTo>
                    <a:cubicBezTo>
                      <a:pt x="72438" y="368285"/>
                      <a:pt x="71152" y="368237"/>
                      <a:pt x="70295" y="368332"/>
                    </a:cubicBezTo>
                    <a:close/>
                    <a:moveTo>
                      <a:pt x="48720" y="366903"/>
                    </a:moveTo>
                    <a:lnTo>
                      <a:pt x="48006" y="367046"/>
                    </a:lnTo>
                    <a:cubicBezTo>
                      <a:pt x="47911" y="367332"/>
                      <a:pt x="47792" y="367689"/>
                      <a:pt x="47649" y="368118"/>
                    </a:cubicBezTo>
                    <a:cubicBezTo>
                      <a:pt x="47506" y="368547"/>
                      <a:pt x="47411" y="368904"/>
                      <a:pt x="47363" y="369189"/>
                    </a:cubicBezTo>
                    <a:cubicBezTo>
                      <a:pt x="47316" y="369475"/>
                      <a:pt x="47482" y="369713"/>
                      <a:pt x="47863" y="369904"/>
                    </a:cubicBezTo>
                    <a:cubicBezTo>
                      <a:pt x="48054" y="369618"/>
                      <a:pt x="48411" y="369189"/>
                      <a:pt x="48935" y="368618"/>
                    </a:cubicBezTo>
                    <a:cubicBezTo>
                      <a:pt x="49459" y="368046"/>
                      <a:pt x="49578" y="367523"/>
                      <a:pt x="49292" y="367046"/>
                    </a:cubicBezTo>
                    <a:close/>
                    <a:moveTo>
                      <a:pt x="52007" y="363046"/>
                    </a:moveTo>
                    <a:cubicBezTo>
                      <a:pt x="51626" y="363236"/>
                      <a:pt x="51530" y="363427"/>
                      <a:pt x="51721" y="363617"/>
                    </a:cubicBezTo>
                    <a:cubicBezTo>
                      <a:pt x="51911" y="363808"/>
                      <a:pt x="52102" y="363713"/>
                      <a:pt x="52292" y="363332"/>
                    </a:cubicBezTo>
                    <a:close/>
                    <a:moveTo>
                      <a:pt x="46292" y="361617"/>
                    </a:moveTo>
                    <a:cubicBezTo>
                      <a:pt x="46101" y="361712"/>
                      <a:pt x="46054" y="361831"/>
                      <a:pt x="46149" y="361974"/>
                    </a:cubicBezTo>
                    <a:cubicBezTo>
                      <a:pt x="46244" y="362117"/>
                      <a:pt x="46339" y="362046"/>
                      <a:pt x="46434" y="361760"/>
                    </a:cubicBezTo>
                    <a:close/>
                    <a:moveTo>
                      <a:pt x="68152" y="279035"/>
                    </a:moveTo>
                    <a:lnTo>
                      <a:pt x="68723" y="279178"/>
                    </a:lnTo>
                    <a:cubicBezTo>
                      <a:pt x="70342" y="280131"/>
                      <a:pt x="71342" y="280750"/>
                      <a:pt x="71723" y="281036"/>
                    </a:cubicBezTo>
                    <a:cubicBezTo>
                      <a:pt x="72009" y="281512"/>
                      <a:pt x="72485" y="282155"/>
                      <a:pt x="73152" y="282964"/>
                    </a:cubicBezTo>
                    <a:cubicBezTo>
                      <a:pt x="73819" y="283774"/>
                      <a:pt x="74295" y="284560"/>
                      <a:pt x="74581" y="285322"/>
                    </a:cubicBezTo>
                    <a:cubicBezTo>
                      <a:pt x="74771" y="287989"/>
                      <a:pt x="74867" y="290084"/>
                      <a:pt x="74867" y="291608"/>
                    </a:cubicBezTo>
                    <a:cubicBezTo>
                      <a:pt x="74867" y="292656"/>
                      <a:pt x="74819" y="293418"/>
                      <a:pt x="74724" y="293894"/>
                    </a:cubicBezTo>
                    <a:cubicBezTo>
                      <a:pt x="77581" y="292751"/>
                      <a:pt x="79343" y="291989"/>
                      <a:pt x="80010" y="291608"/>
                    </a:cubicBezTo>
                    <a:cubicBezTo>
                      <a:pt x="80296" y="291227"/>
                      <a:pt x="80677" y="291061"/>
                      <a:pt x="81153" y="291108"/>
                    </a:cubicBezTo>
                    <a:cubicBezTo>
                      <a:pt x="81629" y="291156"/>
                      <a:pt x="81963" y="291180"/>
                      <a:pt x="82153" y="291180"/>
                    </a:cubicBezTo>
                    <a:cubicBezTo>
                      <a:pt x="82534" y="291084"/>
                      <a:pt x="83177" y="290846"/>
                      <a:pt x="84082" y="290465"/>
                    </a:cubicBezTo>
                    <a:cubicBezTo>
                      <a:pt x="84987" y="290084"/>
                      <a:pt x="85773" y="290084"/>
                      <a:pt x="86440" y="290465"/>
                    </a:cubicBezTo>
                    <a:lnTo>
                      <a:pt x="89154" y="290322"/>
                    </a:lnTo>
                    <a:cubicBezTo>
                      <a:pt x="89916" y="290322"/>
                      <a:pt x="90630" y="290465"/>
                      <a:pt x="91297" y="290751"/>
                    </a:cubicBezTo>
                    <a:cubicBezTo>
                      <a:pt x="91774" y="291037"/>
                      <a:pt x="92583" y="291846"/>
                      <a:pt x="93726" y="293180"/>
                    </a:cubicBezTo>
                    <a:cubicBezTo>
                      <a:pt x="94488" y="294323"/>
                      <a:pt x="95155" y="295085"/>
                      <a:pt x="95726" y="295466"/>
                    </a:cubicBezTo>
                    <a:lnTo>
                      <a:pt x="95869" y="295895"/>
                    </a:lnTo>
                    <a:cubicBezTo>
                      <a:pt x="95869" y="296180"/>
                      <a:pt x="95655" y="296514"/>
                      <a:pt x="95226" y="296895"/>
                    </a:cubicBezTo>
                    <a:cubicBezTo>
                      <a:pt x="94798" y="297276"/>
                      <a:pt x="94488" y="297561"/>
                      <a:pt x="94298" y="297752"/>
                    </a:cubicBezTo>
                    <a:cubicBezTo>
                      <a:pt x="94202" y="297942"/>
                      <a:pt x="93988" y="298323"/>
                      <a:pt x="93655" y="298895"/>
                    </a:cubicBezTo>
                    <a:cubicBezTo>
                      <a:pt x="93321" y="299466"/>
                      <a:pt x="92916" y="299895"/>
                      <a:pt x="92440" y="300181"/>
                    </a:cubicBezTo>
                    <a:cubicBezTo>
                      <a:pt x="89202" y="301895"/>
                      <a:pt x="86678" y="303038"/>
                      <a:pt x="84868" y="303610"/>
                    </a:cubicBezTo>
                    <a:cubicBezTo>
                      <a:pt x="83725" y="303896"/>
                      <a:pt x="82248" y="304229"/>
                      <a:pt x="80439" y="304610"/>
                    </a:cubicBezTo>
                    <a:cubicBezTo>
                      <a:pt x="76819" y="305372"/>
                      <a:pt x="74248" y="306134"/>
                      <a:pt x="72724" y="306896"/>
                    </a:cubicBezTo>
                    <a:lnTo>
                      <a:pt x="71580" y="310039"/>
                    </a:lnTo>
                    <a:cubicBezTo>
                      <a:pt x="71676" y="310134"/>
                      <a:pt x="71819" y="310182"/>
                      <a:pt x="72009" y="310182"/>
                    </a:cubicBezTo>
                    <a:cubicBezTo>
                      <a:pt x="72104" y="310182"/>
                      <a:pt x="72581" y="310039"/>
                      <a:pt x="73438" y="309753"/>
                    </a:cubicBezTo>
                    <a:cubicBezTo>
                      <a:pt x="75819" y="308610"/>
                      <a:pt x="78581" y="307658"/>
                      <a:pt x="81725" y="306896"/>
                    </a:cubicBezTo>
                    <a:lnTo>
                      <a:pt x="84582" y="306039"/>
                    </a:lnTo>
                    <a:cubicBezTo>
                      <a:pt x="87821" y="307467"/>
                      <a:pt x="90059" y="308658"/>
                      <a:pt x="91297" y="309611"/>
                    </a:cubicBezTo>
                    <a:cubicBezTo>
                      <a:pt x="91488" y="309896"/>
                      <a:pt x="91774" y="310325"/>
                      <a:pt x="92154" y="310896"/>
                    </a:cubicBezTo>
                    <a:cubicBezTo>
                      <a:pt x="92536" y="311468"/>
                      <a:pt x="92774" y="312039"/>
                      <a:pt x="92869" y="312611"/>
                    </a:cubicBezTo>
                    <a:cubicBezTo>
                      <a:pt x="92774" y="313087"/>
                      <a:pt x="92416" y="313373"/>
                      <a:pt x="91797" y="313468"/>
                    </a:cubicBezTo>
                    <a:cubicBezTo>
                      <a:pt x="91178" y="313563"/>
                      <a:pt x="90726" y="313659"/>
                      <a:pt x="90440" y="313754"/>
                    </a:cubicBezTo>
                    <a:cubicBezTo>
                      <a:pt x="90059" y="314135"/>
                      <a:pt x="89488" y="314754"/>
                      <a:pt x="88725" y="315611"/>
                    </a:cubicBezTo>
                    <a:cubicBezTo>
                      <a:pt x="87964" y="316469"/>
                      <a:pt x="87202" y="317088"/>
                      <a:pt x="86440" y="317469"/>
                    </a:cubicBezTo>
                    <a:cubicBezTo>
                      <a:pt x="85106" y="317564"/>
                      <a:pt x="83749" y="317897"/>
                      <a:pt x="82368" y="318469"/>
                    </a:cubicBezTo>
                    <a:cubicBezTo>
                      <a:pt x="80986" y="319040"/>
                      <a:pt x="80153" y="319374"/>
                      <a:pt x="79867" y="319469"/>
                    </a:cubicBezTo>
                    <a:lnTo>
                      <a:pt x="76724" y="320755"/>
                    </a:lnTo>
                    <a:cubicBezTo>
                      <a:pt x="75581" y="321041"/>
                      <a:pt x="74557" y="321350"/>
                      <a:pt x="73652" y="321683"/>
                    </a:cubicBezTo>
                    <a:cubicBezTo>
                      <a:pt x="72747" y="322017"/>
                      <a:pt x="71962" y="322279"/>
                      <a:pt x="71295" y="322469"/>
                    </a:cubicBezTo>
                    <a:cubicBezTo>
                      <a:pt x="70152" y="322660"/>
                      <a:pt x="69033" y="322898"/>
                      <a:pt x="67937" y="323184"/>
                    </a:cubicBezTo>
                    <a:cubicBezTo>
                      <a:pt x="66842" y="323469"/>
                      <a:pt x="66961" y="323517"/>
                      <a:pt x="68294" y="323327"/>
                    </a:cubicBezTo>
                    <a:cubicBezTo>
                      <a:pt x="68961" y="323231"/>
                      <a:pt x="70509" y="322898"/>
                      <a:pt x="72938" y="322326"/>
                    </a:cubicBezTo>
                    <a:cubicBezTo>
                      <a:pt x="75367" y="321755"/>
                      <a:pt x="77724" y="321374"/>
                      <a:pt x="80010" y="321183"/>
                    </a:cubicBezTo>
                    <a:cubicBezTo>
                      <a:pt x="80486" y="321088"/>
                      <a:pt x="81439" y="320850"/>
                      <a:pt x="82868" y="320469"/>
                    </a:cubicBezTo>
                    <a:cubicBezTo>
                      <a:pt x="84296" y="320088"/>
                      <a:pt x="85582" y="319850"/>
                      <a:pt x="86725" y="319755"/>
                    </a:cubicBezTo>
                    <a:lnTo>
                      <a:pt x="90297" y="319183"/>
                    </a:lnTo>
                    <a:cubicBezTo>
                      <a:pt x="92488" y="318707"/>
                      <a:pt x="94631" y="318421"/>
                      <a:pt x="96726" y="318326"/>
                    </a:cubicBezTo>
                    <a:cubicBezTo>
                      <a:pt x="99584" y="317754"/>
                      <a:pt x="101822" y="317469"/>
                      <a:pt x="103442" y="317469"/>
                    </a:cubicBezTo>
                    <a:cubicBezTo>
                      <a:pt x="104775" y="317469"/>
                      <a:pt x="106013" y="317659"/>
                      <a:pt x="107156" y="318040"/>
                    </a:cubicBezTo>
                    <a:cubicBezTo>
                      <a:pt x="107728" y="318231"/>
                      <a:pt x="108514" y="318516"/>
                      <a:pt x="109514" y="318897"/>
                    </a:cubicBezTo>
                    <a:cubicBezTo>
                      <a:pt x="110514" y="319278"/>
                      <a:pt x="111371" y="319683"/>
                      <a:pt x="112086" y="320112"/>
                    </a:cubicBezTo>
                    <a:cubicBezTo>
                      <a:pt x="112800" y="320541"/>
                      <a:pt x="113348" y="321136"/>
                      <a:pt x="113729" y="321898"/>
                    </a:cubicBezTo>
                    <a:cubicBezTo>
                      <a:pt x="113919" y="322184"/>
                      <a:pt x="114229" y="322707"/>
                      <a:pt x="114657" y="323469"/>
                    </a:cubicBezTo>
                    <a:cubicBezTo>
                      <a:pt x="115086" y="324231"/>
                      <a:pt x="115300" y="324946"/>
                      <a:pt x="115300" y="325613"/>
                    </a:cubicBezTo>
                    <a:cubicBezTo>
                      <a:pt x="115300" y="326660"/>
                      <a:pt x="114991" y="327613"/>
                      <a:pt x="114372" y="328470"/>
                    </a:cubicBezTo>
                    <a:cubicBezTo>
                      <a:pt x="113752" y="329327"/>
                      <a:pt x="112919" y="330232"/>
                      <a:pt x="111871" y="331185"/>
                    </a:cubicBezTo>
                    <a:lnTo>
                      <a:pt x="108871" y="332756"/>
                    </a:lnTo>
                    <a:cubicBezTo>
                      <a:pt x="108014" y="333042"/>
                      <a:pt x="107204" y="333185"/>
                      <a:pt x="106442" y="333185"/>
                    </a:cubicBezTo>
                    <a:cubicBezTo>
                      <a:pt x="105394" y="333185"/>
                      <a:pt x="103632" y="332852"/>
                      <a:pt x="101156" y="332185"/>
                    </a:cubicBezTo>
                    <a:cubicBezTo>
                      <a:pt x="100679" y="332090"/>
                      <a:pt x="100013" y="332042"/>
                      <a:pt x="99155" y="332042"/>
                    </a:cubicBezTo>
                    <a:cubicBezTo>
                      <a:pt x="98108" y="332042"/>
                      <a:pt x="96631" y="332137"/>
                      <a:pt x="94726" y="332328"/>
                    </a:cubicBezTo>
                    <a:lnTo>
                      <a:pt x="91869" y="332756"/>
                    </a:lnTo>
                    <a:cubicBezTo>
                      <a:pt x="89202" y="332947"/>
                      <a:pt x="87154" y="333423"/>
                      <a:pt x="85725" y="334185"/>
                    </a:cubicBezTo>
                    <a:cubicBezTo>
                      <a:pt x="85725" y="334852"/>
                      <a:pt x="85963" y="335376"/>
                      <a:pt x="86440" y="335757"/>
                    </a:cubicBezTo>
                    <a:cubicBezTo>
                      <a:pt x="86916" y="336138"/>
                      <a:pt x="87511" y="336495"/>
                      <a:pt x="88225" y="336828"/>
                    </a:cubicBezTo>
                    <a:cubicBezTo>
                      <a:pt x="88940" y="337162"/>
                      <a:pt x="89488" y="337471"/>
                      <a:pt x="89868" y="337757"/>
                    </a:cubicBezTo>
                    <a:cubicBezTo>
                      <a:pt x="91774" y="339567"/>
                      <a:pt x="93798" y="341091"/>
                      <a:pt x="95941" y="342329"/>
                    </a:cubicBezTo>
                    <a:cubicBezTo>
                      <a:pt x="98084" y="343567"/>
                      <a:pt x="101108" y="345091"/>
                      <a:pt x="105013" y="346901"/>
                    </a:cubicBezTo>
                    <a:lnTo>
                      <a:pt x="110300" y="349473"/>
                    </a:lnTo>
                    <a:cubicBezTo>
                      <a:pt x="112014" y="350425"/>
                      <a:pt x="113300" y="351187"/>
                      <a:pt x="114157" y="351759"/>
                    </a:cubicBezTo>
                    <a:cubicBezTo>
                      <a:pt x="117491" y="354045"/>
                      <a:pt x="120253" y="355426"/>
                      <a:pt x="122444" y="355902"/>
                    </a:cubicBezTo>
                    <a:cubicBezTo>
                      <a:pt x="123301" y="355902"/>
                      <a:pt x="124063" y="356307"/>
                      <a:pt x="124730" y="357117"/>
                    </a:cubicBezTo>
                    <a:cubicBezTo>
                      <a:pt x="125397" y="357926"/>
                      <a:pt x="126159" y="358331"/>
                      <a:pt x="127016" y="358331"/>
                    </a:cubicBezTo>
                    <a:cubicBezTo>
                      <a:pt x="129302" y="358140"/>
                      <a:pt x="131112" y="357902"/>
                      <a:pt x="132445" y="357617"/>
                    </a:cubicBezTo>
                    <a:cubicBezTo>
                      <a:pt x="132826" y="357807"/>
                      <a:pt x="133207" y="358236"/>
                      <a:pt x="133588" y="358902"/>
                    </a:cubicBezTo>
                    <a:cubicBezTo>
                      <a:pt x="133969" y="359569"/>
                      <a:pt x="134398" y="359998"/>
                      <a:pt x="134874" y="360188"/>
                    </a:cubicBezTo>
                    <a:cubicBezTo>
                      <a:pt x="135255" y="360855"/>
                      <a:pt x="135446" y="361617"/>
                      <a:pt x="135446" y="362474"/>
                    </a:cubicBezTo>
                    <a:cubicBezTo>
                      <a:pt x="135446" y="363427"/>
                      <a:pt x="135255" y="364665"/>
                      <a:pt x="134874" y="366189"/>
                    </a:cubicBezTo>
                    <a:cubicBezTo>
                      <a:pt x="134779" y="366284"/>
                      <a:pt x="134445" y="366475"/>
                      <a:pt x="133874" y="366761"/>
                    </a:cubicBezTo>
                    <a:cubicBezTo>
                      <a:pt x="133302" y="367046"/>
                      <a:pt x="133160" y="367427"/>
                      <a:pt x="133445" y="367904"/>
                    </a:cubicBezTo>
                    <a:cubicBezTo>
                      <a:pt x="133160" y="368094"/>
                      <a:pt x="132660" y="368404"/>
                      <a:pt x="131945" y="368832"/>
                    </a:cubicBezTo>
                    <a:cubicBezTo>
                      <a:pt x="131231" y="369261"/>
                      <a:pt x="130588" y="369428"/>
                      <a:pt x="130016" y="369332"/>
                    </a:cubicBezTo>
                    <a:cubicBezTo>
                      <a:pt x="128969" y="372666"/>
                      <a:pt x="125682" y="374809"/>
                      <a:pt x="120158" y="375762"/>
                    </a:cubicBezTo>
                    <a:cubicBezTo>
                      <a:pt x="119968" y="375762"/>
                      <a:pt x="119658" y="375738"/>
                      <a:pt x="119229" y="375690"/>
                    </a:cubicBezTo>
                    <a:cubicBezTo>
                      <a:pt x="118801" y="375643"/>
                      <a:pt x="118444" y="375714"/>
                      <a:pt x="118158" y="375905"/>
                    </a:cubicBezTo>
                    <a:cubicBezTo>
                      <a:pt x="116919" y="375809"/>
                      <a:pt x="115348" y="375190"/>
                      <a:pt x="113443" y="374047"/>
                    </a:cubicBezTo>
                    <a:cubicBezTo>
                      <a:pt x="97917" y="362522"/>
                      <a:pt x="84296" y="350235"/>
                      <a:pt x="72581" y="337185"/>
                    </a:cubicBezTo>
                    <a:cubicBezTo>
                      <a:pt x="72104" y="336995"/>
                      <a:pt x="71580" y="336852"/>
                      <a:pt x="71009" y="336757"/>
                    </a:cubicBezTo>
                    <a:cubicBezTo>
                      <a:pt x="70438" y="336662"/>
                      <a:pt x="70009" y="336614"/>
                      <a:pt x="69723" y="336614"/>
                    </a:cubicBezTo>
                    <a:cubicBezTo>
                      <a:pt x="68294" y="336709"/>
                      <a:pt x="66151" y="336947"/>
                      <a:pt x="63294" y="337328"/>
                    </a:cubicBezTo>
                    <a:cubicBezTo>
                      <a:pt x="60722" y="337709"/>
                      <a:pt x="58912" y="337947"/>
                      <a:pt x="57864" y="338043"/>
                    </a:cubicBezTo>
                    <a:cubicBezTo>
                      <a:pt x="56055" y="342043"/>
                      <a:pt x="53054" y="347949"/>
                      <a:pt x="48863" y="355759"/>
                    </a:cubicBezTo>
                    <a:cubicBezTo>
                      <a:pt x="48197" y="356140"/>
                      <a:pt x="47720" y="356950"/>
                      <a:pt x="47435" y="358188"/>
                    </a:cubicBezTo>
                    <a:cubicBezTo>
                      <a:pt x="47149" y="359426"/>
                      <a:pt x="46863" y="360236"/>
                      <a:pt x="46577" y="360617"/>
                    </a:cubicBezTo>
                    <a:cubicBezTo>
                      <a:pt x="46958" y="360807"/>
                      <a:pt x="47435" y="360998"/>
                      <a:pt x="48006" y="361188"/>
                    </a:cubicBezTo>
                    <a:cubicBezTo>
                      <a:pt x="48578" y="361379"/>
                      <a:pt x="49078" y="361617"/>
                      <a:pt x="49506" y="361903"/>
                    </a:cubicBezTo>
                    <a:cubicBezTo>
                      <a:pt x="49935" y="362189"/>
                      <a:pt x="50054" y="362427"/>
                      <a:pt x="49864" y="362617"/>
                    </a:cubicBezTo>
                    <a:lnTo>
                      <a:pt x="48149" y="362331"/>
                    </a:lnTo>
                    <a:cubicBezTo>
                      <a:pt x="47196" y="362331"/>
                      <a:pt x="46768" y="362760"/>
                      <a:pt x="46863" y="363617"/>
                    </a:cubicBezTo>
                    <a:cubicBezTo>
                      <a:pt x="47054" y="363808"/>
                      <a:pt x="47339" y="364189"/>
                      <a:pt x="47720" y="364760"/>
                    </a:cubicBezTo>
                    <a:cubicBezTo>
                      <a:pt x="48101" y="365332"/>
                      <a:pt x="48530" y="365475"/>
                      <a:pt x="49006" y="365189"/>
                    </a:cubicBezTo>
                    <a:cubicBezTo>
                      <a:pt x="49006" y="364998"/>
                      <a:pt x="48840" y="364665"/>
                      <a:pt x="48506" y="364189"/>
                    </a:cubicBezTo>
                    <a:cubicBezTo>
                      <a:pt x="48173" y="363713"/>
                      <a:pt x="48101" y="363284"/>
                      <a:pt x="48292" y="362903"/>
                    </a:cubicBezTo>
                    <a:cubicBezTo>
                      <a:pt x="48482" y="362998"/>
                      <a:pt x="48792" y="363117"/>
                      <a:pt x="49221" y="363260"/>
                    </a:cubicBezTo>
                    <a:cubicBezTo>
                      <a:pt x="49649" y="363403"/>
                      <a:pt x="50006" y="363451"/>
                      <a:pt x="50292" y="363403"/>
                    </a:cubicBezTo>
                    <a:cubicBezTo>
                      <a:pt x="50578" y="363355"/>
                      <a:pt x="50768" y="363141"/>
                      <a:pt x="50864" y="362760"/>
                    </a:cubicBezTo>
                    <a:cubicBezTo>
                      <a:pt x="51816" y="362189"/>
                      <a:pt x="52530" y="361855"/>
                      <a:pt x="53007" y="361760"/>
                    </a:cubicBezTo>
                    <a:cubicBezTo>
                      <a:pt x="53483" y="361379"/>
                      <a:pt x="53816" y="361188"/>
                      <a:pt x="54007" y="361188"/>
                    </a:cubicBezTo>
                    <a:cubicBezTo>
                      <a:pt x="54197" y="361188"/>
                      <a:pt x="54578" y="361331"/>
                      <a:pt x="55150" y="361617"/>
                    </a:cubicBezTo>
                    <a:lnTo>
                      <a:pt x="55721" y="361617"/>
                    </a:lnTo>
                    <a:lnTo>
                      <a:pt x="56579" y="361617"/>
                    </a:lnTo>
                    <a:cubicBezTo>
                      <a:pt x="57626" y="361617"/>
                      <a:pt x="58341" y="361427"/>
                      <a:pt x="58722" y="361046"/>
                    </a:cubicBezTo>
                    <a:cubicBezTo>
                      <a:pt x="57960" y="360284"/>
                      <a:pt x="57531" y="359807"/>
                      <a:pt x="57436" y="359617"/>
                    </a:cubicBezTo>
                    <a:cubicBezTo>
                      <a:pt x="60865" y="359522"/>
                      <a:pt x="64389" y="359236"/>
                      <a:pt x="68009" y="358760"/>
                    </a:cubicBezTo>
                    <a:lnTo>
                      <a:pt x="74295" y="358188"/>
                    </a:lnTo>
                    <a:cubicBezTo>
                      <a:pt x="74771" y="358093"/>
                      <a:pt x="75343" y="357902"/>
                      <a:pt x="76010" y="357617"/>
                    </a:cubicBezTo>
                    <a:cubicBezTo>
                      <a:pt x="76676" y="357331"/>
                      <a:pt x="77153" y="357188"/>
                      <a:pt x="77438" y="357188"/>
                    </a:cubicBezTo>
                    <a:cubicBezTo>
                      <a:pt x="78010" y="357188"/>
                      <a:pt x="78343" y="357474"/>
                      <a:pt x="78438" y="358045"/>
                    </a:cubicBezTo>
                    <a:cubicBezTo>
                      <a:pt x="79486" y="358331"/>
                      <a:pt x="80534" y="358474"/>
                      <a:pt x="81582" y="358474"/>
                    </a:cubicBezTo>
                    <a:lnTo>
                      <a:pt x="84154" y="358331"/>
                    </a:lnTo>
                    <a:cubicBezTo>
                      <a:pt x="87106" y="358331"/>
                      <a:pt x="90249" y="359998"/>
                      <a:pt x="93583" y="363332"/>
                    </a:cubicBezTo>
                    <a:cubicBezTo>
                      <a:pt x="94726" y="364665"/>
                      <a:pt x="95631" y="365808"/>
                      <a:pt x="96298" y="366761"/>
                    </a:cubicBezTo>
                    <a:cubicBezTo>
                      <a:pt x="96965" y="367713"/>
                      <a:pt x="97441" y="368761"/>
                      <a:pt x="97727" y="369904"/>
                    </a:cubicBezTo>
                    <a:cubicBezTo>
                      <a:pt x="97727" y="371714"/>
                      <a:pt x="97631" y="373785"/>
                      <a:pt x="97441" y="376119"/>
                    </a:cubicBezTo>
                    <a:cubicBezTo>
                      <a:pt x="97250" y="378452"/>
                      <a:pt x="97108" y="380096"/>
                      <a:pt x="97012" y="381048"/>
                    </a:cubicBezTo>
                    <a:cubicBezTo>
                      <a:pt x="96726" y="382667"/>
                      <a:pt x="96203" y="385001"/>
                      <a:pt x="95441" y="388049"/>
                    </a:cubicBezTo>
                    <a:cubicBezTo>
                      <a:pt x="95250" y="388716"/>
                      <a:pt x="94964" y="389716"/>
                      <a:pt x="94583" y="391049"/>
                    </a:cubicBezTo>
                    <a:cubicBezTo>
                      <a:pt x="94202" y="392383"/>
                      <a:pt x="93964" y="393621"/>
                      <a:pt x="93869" y="394764"/>
                    </a:cubicBezTo>
                    <a:cubicBezTo>
                      <a:pt x="93678" y="395526"/>
                      <a:pt x="93321" y="396217"/>
                      <a:pt x="92797" y="396836"/>
                    </a:cubicBezTo>
                    <a:cubicBezTo>
                      <a:pt x="92274" y="397455"/>
                      <a:pt x="91964" y="397812"/>
                      <a:pt x="91869" y="397907"/>
                    </a:cubicBezTo>
                    <a:cubicBezTo>
                      <a:pt x="90535" y="398860"/>
                      <a:pt x="88821" y="399669"/>
                      <a:pt x="86725" y="400336"/>
                    </a:cubicBezTo>
                    <a:lnTo>
                      <a:pt x="79867" y="401193"/>
                    </a:lnTo>
                    <a:cubicBezTo>
                      <a:pt x="79200" y="401289"/>
                      <a:pt x="77153" y="401527"/>
                      <a:pt x="73724" y="401908"/>
                    </a:cubicBezTo>
                    <a:cubicBezTo>
                      <a:pt x="70295" y="402289"/>
                      <a:pt x="67056" y="402384"/>
                      <a:pt x="64008" y="402194"/>
                    </a:cubicBezTo>
                    <a:cubicBezTo>
                      <a:pt x="62960" y="401813"/>
                      <a:pt x="61913" y="401622"/>
                      <a:pt x="60865" y="401622"/>
                    </a:cubicBezTo>
                    <a:cubicBezTo>
                      <a:pt x="59722" y="401622"/>
                      <a:pt x="58626" y="401813"/>
                      <a:pt x="57579" y="402194"/>
                    </a:cubicBezTo>
                    <a:cubicBezTo>
                      <a:pt x="57102" y="401717"/>
                      <a:pt x="56340" y="401003"/>
                      <a:pt x="55293" y="400050"/>
                    </a:cubicBezTo>
                    <a:cubicBezTo>
                      <a:pt x="55198" y="399860"/>
                      <a:pt x="55007" y="399550"/>
                      <a:pt x="54721" y="399122"/>
                    </a:cubicBezTo>
                    <a:cubicBezTo>
                      <a:pt x="54436" y="398693"/>
                      <a:pt x="54150" y="398431"/>
                      <a:pt x="53864" y="398336"/>
                    </a:cubicBezTo>
                    <a:cubicBezTo>
                      <a:pt x="53578" y="398241"/>
                      <a:pt x="53245" y="398336"/>
                      <a:pt x="52864" y="398622"/>
                    </a:cubicBezTo>
                    <a:cubicBezTo>
                      <a:pt x="52864" y="398050"/>
                      <a:pt x="52602" y="397479"/>
                      <a:pt x="52078" y="396907"/>
                    </a:cubicBezTo>
                    <a:cubicBezTo>
                      <a:pt x="51554" y="396336"/>
                      <a:pt x="51197" y="395859"/>
                      <a:pt x="51007" y="395478"/>
                    </a:cubicBezTo>
                    <a:cubicBezTo>
                      <a:pt x="51007" y="395193"/>
                      <a:pt x="50983" y="394764"/>
                      <a:pt x="50935" y="394193"/>
                    </a:cubicBezTo>
                    <a:cubicBezTo>
                      <a:pt x="50887" y="393621"/>
                      <a:pt x="50721" y="393145"/>
                      <a:pt x="50435" y="392764"/>
                    </a:cubicBezTo>
                    <a:lnTo>
                      <a:pt x="50006" y="392764"/>
                    </a:lnTo>
                    <a:cubicBezTo>
                      <a:pt x="49340" y="392764"/>
                      <a:pt x="48720" y="392907"/>
                      <a:pt x="48149" y="393192"/>
                    </a:cubicBezTo>
                    <a:lnTo>
                      <a:pt x="48149" y="393621"/>
                    </a:lnTo>
                    <a:cubicBezTo>
                      <a:pt x="48149" y="393907"/>
                      <a:pt x="48054" y="394026"/>
                      <a:pt x="47863" y="393978"/>
                    </a:cubicBezTo>
                    <a:cubicBezTo>
                      <a:pt x="47673" y="393931"/>
                      <a:pt x="47673" y="394193"/>
                      <a:pt x="47863" y="394764"/>
                    </a:cubicBezTo>
                    <a:lnTo>
                      <a:pt x="47720" y="394907"/>
                    </a:lnTo>
                    <a:cubicBezTo>
                      <a:pt x="47149" y="393859"/>
                      <a:pt x="46958" y="392573"/>
                      <a:pt x="47149" y="391049"/>
                    </a:cubicBezTo>
                    <a:cubicBezTo>
                      <a:pt x="46482" y="389906"/>
                      <a:pt x="46054" y="388478"/>
                      <a:pt x="45863" y="386763"/>
                    </a:cubicBezTo>
                    <a:cubicBezTo>
                      <a:pt x="45672" y="385049"/>
                      <a:pt x="45530" y="383810"/>
                      <a:pt x="45434" y="383048"/>
                    </a:cubicBezTo>
                    <a:cubicBezTo>
                      <a:pt x="45244" y="378476"/>
                      <a:pt x="45149" y="375047"/>
                      <a:pt x="45149" y="372761"/>
                    </a:cubicBezTo>
                    <a:cubicBezTo>
                      <a:pt x="45149" y="369332"/>
                      <a:pt x="45292" y="365903"/>
                      <a:pt x="45577" y="362474"/>
                    </a:cubicBezTo>
                    <a:lnTo>
                      <a:pt x="44720" y="364046"/>
                    </a:lnTo>
                    <a:cubicBezTo>
                      <a:pt x="44530" y="364522"/>
                      <a:pt x="44268" y="365284"/>
                      <a:pt x="43934" y="366332"/>
                    </a:cubicBezTo>
                    <a:cubicBezTo>
                      <a:pt x="43601" y="367380"/>
                      <a:pt x="43291" y="368285"/>
                      <a:pt x="43006" y="369047"/>
                    </a:cubicBezTo>
                    <a:cubicBezTo>
                      <a:pt x="42720" y="369332"/>
                      <a:pt x="42410" y="369928"/>
                      <a:pt x="42077" y="370832"/>
                    </a:cubicBezTo>
                    <a:cubicBezTo>
                      <a:pt x="41743" y="371737"/>
                      <a:pt x="41386" y="372404"/>
                      <a:pt x="41005" y="372833"/>
                    </a:cubicBezTo>
                    <a:cubicBezTo>
                      <a:pt x="40624" y="373261"/>
                      <a:pt x="40100" y="373428"/>
                      <a:pt x="39434" y="373333"/>
                    </a:cubicBezTo>
                    <a:cubicBezTo>
                      <a:pt x="38005" y="372761"/>
                      <a:pt x="36100" y="372571"/>
                      <a:pt x="33719" y="372761"/>
                    </a:cubicBezTo>
                    <a:cubicBezTo>
                      <a:pt x="33528" y="372666"/>
                      <a:pt x="33147" y="372452"/>
                      <a:pt x="32576" y="372118"/>
                    </a:cubicBezTo>
                    <a:cubicBezTo>
                      <a:pt x="32004" y="371785"/>
                      <a:pt x="31766" y="371333"/>
                      <a:pt x="31861" y="370761"/>
                    </a:cubicBezTo>
                    <a:cubicBezTo>
                      <a:pt x="30432" y="370571"/>
                      <a:pt x="29432" y="370285"/>
                      <a:pt x="28861" y="369904"/>
                    </a:cubicBezTo>
                    <a:cubicBezTo>
                      <a:pt x="26575" y="369332"/>
                      <a:pt x="24860" y="369047"/>
                      <a:pt x="23717" y="369047"/>
                    </a:cubicBezTo>
                    <a:cubicBezTo>
                      <a:pt x="22670" y="368761"/>
                      <a:pt x="21717" y="368332"/>
                      <a:pt x="20860" y="367761"/>
                    </a:cubicBezTo>
                    <a:cubicBezTo>
                      <a:pt x="20384" y="367189"/>
                      <a:pt x="19574" y="366832"/>
                      <a:pt x="18431" y="366689"/>
                    </a:cubicBezTo>
                    <a:cubicBezTo>
                      <a:pt x="17288" y="366546"/>
                      <a:pt x="16478" y="366380"/>
                      <a:pt x="16002" y="366189"/>
                    </a:cubicBezTo>
                    <a:lnTo>
                      <a:pt x="16002" y="366046"/>
                    </a:lnTo>
                    <a:cubicBezTo>
                      <a:pt x="16002" y="365760"/>
                      <a:pt x="15835" y="365499"/>
                      <a:pt x="15502" y="365260"/>
                    </a:cubicBezTo>
                    <a:cubicBezTo>
                      <a:pt x="15169" y="365022"/>
                      <a:pt x="14954" y="364856"/>
                      <a:pt x="14859" y="364760"/>
                    </a:cubicBezTo>
                    <a:cubicBezTo>
                      <a:pt x="14669" y="364951"/>
                      <a:pt x="14288" y="365046"/>
                      <a:pt x="13716" y="365046"/>
                    </a:cubicBezTo>
                    <a:lnTo>
                      <a:pt x="12144" y="364903"/>
                    </a:lnTo>
                    <a:cubicBezTo>
                      <a:pt x="11764" y="364522"/>
                      <a:pt x="11216" y="364165"/>
                      <a:pt x="10501" y="363832"/>
                    </a:cubicBezTo>
                    <a:cubicBezTo>
                      <a:pt x="9787" y="363498"/>
                      <a:pt x="9239" y="363189"/>
                      <a:pt x="8858" y="362903"/>
                    </a:cubicBezTo>
                    <a:cubicBezTo>
                      <a:pt x="8573" y="362712"/>
                      <a:pt x="7954" y="361998"/>
                      <a:pt x="7001" y="360760"/>
                    </a:cubicBezTo>
                    <a:lnTo>
                      <a:pt x="5286" y="358045"/>
                    </a:lnTo>
                    <a:cubicBezTo>
                      <a:pt x="5001" y="357569"/>
                      <a:pt x="4501" y="356783"/>
                      <a:pt x="3786" y="355688"/>
                    </a:cubicBezTo>
                    <a:cubicBezTo>
                      <a:pt x="3072" y="354592"/>
                      <a:pt x="2524" y="353521"/>
                      <a:pt x="2143" y="352473"/>
                    </a:cubicBezTo>
                    <a:cubicBezTo>
                      <a:pt x="2238" y="352283"/>
                      <a:pt x="2167" y="351759"/>
                      <a:pt x="1929" y="350901"/>
                    </a:cubicBezTo>
                    <a:cubicBezTo>
                      <a:pt x="1691" y="350044"/>
                      <a:pt x="1810" y="349425"/>
                      <a:pt x="2286" y="349044"/>
                    </a:cubicBezTo>
                    <a:cubicBezTo>
                      <a:pt x="2572" y="349330"/>
                      <a:pt x="3096" y="349758"/>
                      <a:pt x="3858" y="350330"/>
                    </a:cubicBezTo>
                    <a:cubicBezTo>
                      <a:pt x="4620" y="350901"/>
                      <a:pt x="5191" y="351521"/>
                      <a:pt x="5572" y="352187"/>
                    </a:cubicBezTo>
                    <a:cubicBezTo>
                      <a:pt x="6810" y="353426"/>
                      <a:pt x="7811" y="354045"/>
                      <a:pt x="8573" y="354045"/>
                    </a:cubicBezTo>
                    <a:cubicBezTo>
                      <a:pt x="8954" y="354045"/>
                      <a:pt x="9335" y="353902"/>
                      <a:pt x="9716" y="353616"/>
                    </a:cubicBezTo>
                    <a:lnTo>
                      <a:pt x="9716" y="352759"/>
                    </a:lnTo>
                    <a:cubicBezTo>
                      <a:pt x="9716" y="351330"/>
                      <a:pt x="9430" y="350282"/>
                      <a:pt x="8858" y="349616"/>
                    </a:cubicBezTo>
                    <a:cubicBezTo>
                      <a:pt x="8001" y="348758"/>
                      <a:pt x="6810" y="347377"/>
                      <a:pt x="5286" y="345472"/>
                    </a:cubicBezTo>
                    <a:cubicBezTo>
                      <a:pt x="5191" y="345186"/>
                      <a:pt x="4977" y="344853"/>
                      <a:pt x="4644" y="344472"/>
                    </a:cubicBezTo>
                    <a:cubicBezTo>
                      <a:pt x="4310" y="344091"/>
                      <a:pt x="4286" y="343758"/>
                      <a:pt x="4572" y="343472"/>
                    </a:cubicBezTo>
                    <a:cubicBezTo>
                      <a:pt x="5334" y="343948"/>
                      <a:pt x="6763" y="345234"/>
                      <a:pt x="8858" y="347330"/>
                    </a:cubicBezTo>
                    <a:cubicBezTo>
                      <a:pt x="9906" y="348473"/>
                      <a:pt x="11002" y="349568"/>
                      <a:pt x="12144" y="350616"/>
                    </a:cubicBezTo>
                    <a:cubicBezTo>
                      <a:pt x="12907" y="351282"/>
                      <a:pt x="13859" y="352044"/>
                      <a:pt x="15002" y="352902"/>
                    </a:cubicBezTo>
                    <a:cubicBezTo>
                      <a:pt x="16145" y="353759"/>
                      <a:pt x="17050" y="354426"/>
                      <a:pt x="17717" y="354902"/>
                    </a:cubicBezTo>
                    <a:cubicBezTo>
                      <a:pt x="18193" y="355092"/>
                      <a:pt x="18812" y="355211"/>
                      <a:pt x="19574" y="355259"/>
                    </a:cubicBezTo>
                    <a:cubicBezTo>
                      <a:pt x="20336" y="355307"/>
                      <a:pt x="20907" y="355331"/>
                      <a:pt x="21288" y="355331"/>
                    </a:cubicBezTo>
                    <a:cubicBezTo>
                      <a:pt x="21669" y="355235"/>
                      <a:pt x="22241" y="355092"/>
                      <a:pt x="23003" y="354902"/>
                    </a:cubicBezTo>
                    <a:cubicBezTo>
                      <a:pt x="23765" y="354711"/>
                      <a:pt x="24432" y="354616"/>
                      <a:pt x="25003" y="354616"/>
                    </a:cubicBezTo>
                    <a:cubicBezTo>
                      <a:pt x="25670" y="354711"/>
                      <a:pt x="26408" y="354830"/>
                      <a:pt x="27218" y="354973"/>
                    </a:cubicBezTo>
                    <a:cubicBezTo>
                      <a:pt x="28027" y="355116"/>
                      <a:pt x="28718" y="355188"/>
                      <a:pt x="29290" y="355188"/>
                    </a:cubicBezTo>
                    <a:cubicBezTo>
                      <a:pt x="29956" y="355188"/>
                      <a:pt x="30432" y="355140"/>
                      <a:pt x="30718" y="355045"/>
                    </a:cubicBezTo>
                    <a:cubicBezTo>
                      <a:pt x="30909" y="354854"/>
                      <a:pt x="31361" y="354545"/>
                      <a:pt x="32076" y="354116"/>
                    </a:cubicBezTo>
                    <a:cubicBezTo>
                      <a:pt x="32790" y="353688"/>
                      <a:pt x="33195" y="353140"/>
                      <a:pt x="33290" y="352473"/>
                    </a:cubicBezTo>
                    <a:cubicBezTo>
                      <a:pt x="33862" y="351902"/>
                      <a:pt x="34409" y="351092"/>
                      <a:pt x="34933" y="350044"/>
                    </a:cubicBezTo>
                    <a:cubicBezTo>
                      <a:pt x="35457" y="348996"/>
                      <a:pt x="35957" y="348139"/>
                      <a:pt x="36433" y="347472"/>
                    </a:cubicBezTo>
                    <a:cubicBezTo>
                      <a:pt x="37195" y="346520"/>
                      <a:pt x="37576" y="345615"/>
                      <a:pt x="37576" y="344758"/>
                    </a:cubicBezTo>
                    <a:cubicBezTo>
                      <a:pt x="37576" y="344186"/>
                      <a:pt x="37481" y="343758"/>
                      <a:pt x="37290" y="343472"/>
                    </a:cubicBezTo>
                    <a:cubicBezTo>
                      <a:pt x="35481" y="343377"/>
                      <a:pt x="33695" y="342948"/>
                      <a:pt x="31933" y="342186"/>
                    </a:cubicBezTo>
                    <a:cubicBezTo>
                      <a:pt x="30171" y="341424"/>
                      <a:pt x="28146" y="340424"/>
                      <a:pt x="25860" y="339186"/>
                    </a:cubicBezTo>
                    <a:cubicBezTo>
                      <a:pt x="25765" y="339090"/>
                      <a:pt x="25337" y="338424"/>
                      <a:pt x="24575" y="337185"/>
                    </a:cubicBezTo>
                    <a:cubicBezTo>
                      <a:pt x="23813" y="336614"/>
                      <a:pt x="23336" y="336090"/>
                      <a:pt x="23146" y="335614"/>
                    </a:cubicBezTo>
                    <a:lnTo>
                      <a:pt x="23146" y="335328"/>
                    </a:lnTo>
                    <a:lnTo>
                      <a:pt x="23289" y="333756"/>
                    </a:lnTo>
                    <a:cubicBezTo>
                      <a:pt x="23289" y="332994"/>
                      <a:pt x="23051" y="332518"/>
                      <a:pt x="22574" y="332328"/>
                    </a:cubicBezTo>
                    <a:cubicBezTo>
                      <a:pt x="22384" y="331947"/>
                      <a:pt x="22074" y="331470"/>
                      <a:pt x="21646" y="330899"/>
                    </a:cubicBezTo>
                    <a:cubicBezTo>
                      <a:pt x="21217" y="330327"/>
                      <a:pt x="20979" y="329827"/>
                      <a:pt x="20931" y="329399"/>
                    </a:cubicBezTo>
                    <a:cubicBezTo>
                      <a:pt x="20884" y="328970"/>
                      <a:pt x="21098" y="328613"/>
                      <a:pt x="21574" y="328327"/>
                    </a:cubicBezTo>
                    <a:cubicBezTo>
                      <a:pt x="21765" y="328327"/>
                      <a:pt x="22217" y="328280"/>
                      <a:pt x="22932" y="328184"/>
                    </a:cubicBezTo>
                    <a:cubicBezTo>
                      <a:pt x="23646" y="328089"/>
                      <a:pt x="24241" y="327851"/>
                      <a:pt x="24718" y="327470"/>
                    </a:cubicBezTo>
                    <a:cubicBezTo>
                      <a:pt x="25289" y="327089"/>
                      <a:pt x="26099" y="326994"/>
                      <a:pt x="27146" y="327184"/>
                    </a:cubicBezTo>
                    <a:lnTo>
                      <a:pt x="31004" y="327041"/>
                    </a:lnTo>
                    <a:cubicBezTo>
                      <a:pt x="31861" y="327041"/>
                      <a:pt x="32528" y="327089"/>
                      <a:pt x="33004" y="327184"/>
                    </a:cubicBezTo>
                    <a:cubicBezTo>
                      <a:pt x="33385" y="327279"/>
                      <a:pt x="34052" y="327518"/>
                      <a:pt x="35004" y="327899"/>
                    </a:cubicBezTo>
                    <a:cubicBezTo>
                      <a:pt x="35957" y="328280"/>
                      <a:pt x="36862" y="328518"/>
                      <a:pt x="37719" y="328613"/>
                    </a:cubicBezTo>
                    <a:cubicBezTo>
                      <a:pt x="38767" y="328422"/>
                      <a:pt x="39767" y="328422"/>
                      <a:pt x="40720" y="328613"/>
                    </a:cubicBezTo>
                    <a:cubicBezTo>
                      <a:pt x="41862" y="328613"/>
                      <a:pt x="43006" y="328565"/>
                      <a:pt x="44148" y="328470"/>
                    </a:cubicBezTo>
                    <a:cubicBezTo>
                      <a:pt x="45292" y="328375"/>
                      <a:pt x="46292" y="328089"/>
                      <a:pt x="47149" y="327613"/>
                    </a:cubicBezTo>
                    <a:cubicBezTo>
                      <a:pt x="47625" y="327232"/>
                      <a:pt x="48006" y="326684"/>
                      <a:pt x="48292" y="325970"/>
                    </a:cubicBezTo>
                    <a:cubicBezTo>
                      <a:pt x="48578" y="325255"/>
                      <a:pt x="48816" y="324755"/>
                      <a:pt x="49006" y="324470"/>
                    </a:cubicBezTo>
                    <a:cubicBezTo>
                      <a:pt x="48340" y="323993"/>
                      <a:pt x="47339" y="323517"/>
                      <a:pt x="46006" y="323041"/>
                    </a:cubicBezTo>
                    <a:cubicBezTo>
                      <a:pt x="44482" y="322279"/>
                      <a:pt x="43577" y="321803"/>
                      <a:pt x="43291" y="321612"/>
                    </a:cubicBezTo>
                    <a:cubicBezTo>
                      <a:pt x="42624" y="320945"/>
                      <a:pt x="42172" y="320136"/>
                      <a:pt x="41934" y="319183"/>
                    </a:cubicBezTo>
                    <a:cubicBezTo>
                      <a:pt x="41696" y="318231"/>
                      <a:pt x="41529" y="317659"/>
                      <a:pt x="41434" y="317469"/>
                    </a:cubicBezTo>
                    <a:cubicBezTo>
                      <a:pt x="41148" y="316992"/>
                      <a:pt x="40791" y="316469"/>
                      <a:pt x="40362" y="315897"/>
                    </a:cubicBezTo>
                    <a:cubicBezTo>
                      <a:pt x="39934" y="315326"/>
                      <a:pt x="39648" y="314802"/>
                      <a:pt x="39505" y="314325"/>
                    </a:cubicBezTo>
                    <a:cubicBezTo>
                      <a:pt x="39362" y="313849"/>
                      <a:pt x="39481" y="313421"/>
                      <a:pt x="39862" y="313040"/>
                    </a:cubicBezTo>
                    <a:cubicBezTo>
                      <a:pt x="40243" y="312944"/>
                      <a:pt x="40981" y="312801"/>
                      <a:pt x="42077" y="312611"/>
                    </a:cubicBezTo>
                    <a:cubicBezTo>
                      <a:pt x="43172" y="312420"/>
                      <a:pt x="44196" y="312325"/>
                      <a:pt x="45149" y="312325"/>
                    </a:cubicBezTo>
                    <a:cubicBezTo>
                      <a:pt x="46101" y="312420"/>
                      <a:pt x="47077" y="312659"/>
                      <a:pt x="48078" y="313040"/>
                    </a:cubicBezTo>
                    <a:cubicBezTo>
                      <a:pt x="49078" y="313421"/>
                      <a:pt x="49721" y="313659"/>
                      <a:pt x="50006" y="313754"/>
                    </a:cubicBezTo>
                    <a:cubicBezTo>
                      <a:pt x="52102" y="314135"/>
                      <a:pt x="53674" y="314325"/>
                      <a:pt x="54721" y="314325"/>
                    </a:cubicBezTo>
                    <a:cubicBezTo>
                      <a:pt x="54912" y="313944"/>
                      <a:pt x="55245" y="313397"/>
                      <a:pt x="55721" y="312682"/>
                    </a:cubicBezTo>
                    <a:cubicBezTo>
                      <a:pt x="56198" y="311968"/>
                      <a:pt x="56340" y="311373"/>
                      <a:pt x="56150" y="310896"/>
                    </a:cubicBezTo>
                    <a:cubicBezTo>
                      <a:pt x="55007" y="310706"/>
                      <a:pt x="53793" y="310611"/>
                      <a:pt x="52507" y="310611"/>
                    </a:cubicBezTo>
                    <a:cubicBezTo>
                      <a:pt x="51221" y="310611"/>
                      <a:pt x="50340" y="310611"/>
                      <a:pt x="49864" y="310611"/>
                    </a:cubicBezTo>
                    <a:cubicBezTo>
                      <a:pt x="48340" y="310420"/>
                      <a:pt x="47244" y="310182"/>
                      <a:pt x="46577" y="309896"/>
                    </a:cubicBezTo>
                    <a:cubicBezTo>
                      <a:pt x="45911" y="309420"/>
                      <a:pt x="44815" y="308801"/>
                      <a:pt x="43291" y="308039"/>
                    </a:cubicBezTo>
                    <a:cubicBezTo>
                      <a:pt x="43196" y="307848"/>
                      <a:pt x="42982" y="307586"/>
                      <a:pt x="42648" y="307253"/>
                    </a:cubicBezTo>
                    <a:cubicBezTo>
                      <a:pt x="42315" y="306920"/>
                      <a:pt x="42101" y="306563"/>
                      <a:pt x="42005" y="306182"/>
                    </a:cubicBezTo>
                    <a:cubicBezTo>
                      <a:pt x="41243" y="305134"/>
                      <a:pt x="40696" y="303919"/>
                      <a:pt x="40362" y="302538"/>
                    </a:cubicBezTo>
                    <a:cubicBezTo>
                      <a:pt x="40029" y="301157"/>
                      <a:pt x="39815" y="300324"/>
                      <a:pt x="39719" y="300038"/>
                    </a:cubicBezTo>
                    <a:cubicBezTo>
                      <a:pt x="40005" y="299181"/>
                      <a:pt x="40481" y="298514"/>
                      <a:pt x="41148" y="298038"/>
                    </a:cubicBezTo>
                    <a:cubicBezTo>
                      <a:pt x="41815" y="297561"/>
                      <a:pt x="42672" y="297085"/>
                      <a:pt x="43720" y="296609"/>
                    </a:cubicBezTo>
                    <a:cubicBezTo>
                      <a:pt x="44768" y="296609"/>
                      <a:pt x="45815" y="296847"/>
                      <a:pt x="46863" y="297323"/>
                    </a:cubicBezTo>
                    <a:cubicBezTo>
                      <a:pt x="47911" y="297800"/>
                      <a:pt x="48578" y="298085"/>
                      <a:pt x="48863" y="298181"/>
                    </a:cubicBezTo>
                    <a:cubicBezTo>
                      <a:pt x="49340" y="298562"/>
                      <a:pt x="49935" y="298823"/>
                      <a:pt x="50649" y="298966"/>
                    </a:cubicBezTo>
                    <a:cubicBezTo>
                      <a:pt x="51364" y="299109"/>
                      <a:pt x="51983" y="299157"/>
                      <a:pt x="52507" y="299109"/>
                    </a:cubicBezTo>
                    <a:cubicBezTo>
                      <a:pt x="53031" y="299062"/>
                      <a:pt x="53435" y="299038"/>
                      <a:pt x="53721" y="299038"/>
                    </a:cubicBezTo>
                    <a:cubicBezTo>
                      <a:pt x="55245" y="298847"/>
                      <a:pt x="56340" y="298562"/>
                      <a:pt x="57007" y="298181"/>
                    </a:cubicBezTo>
                    <a:cubicBezTo>
                      <a:pt x="57579" y="298085"/>
                      <a:pt x="58341" y="297966"/>
                      <a:pt x="59293" y="297823"/>
                    </a:cubicBezTo>
                    <a:cubicBezTo>
                      <a:pt x="60246" y="297680"/>
                      <a:pt x="61008" y="297466"/>
                      <a:pt x="61579" y="297180"/>
                    </a:cubicBezTo>
                    <a:cubicBezTo>
                      <a:pt x="62151" y="296895"/>
                      <a:pt x="62532" y="296371"/>
                      <a:pt x="62722" y="295609"/>
                    </a:cubicBezTo>
                    <a:cubicBezTo>
                      <a:pt x="62913" y="294847"/>
                      <a:pt x="63222" y="293466"/>
                      <a:pt x="63651" y="291465"/>
                    </a:cubicBezTo>
                    <a:cubicBezTo>
                      <a:pt x="64080" y="289465"/>
                      <a:pt x="64389" y="287608"/>
                      <a:pt x="64580" y="285893"/>
                    </a:cubicBezTo>
                    <a:cubicBezTo>
                      <a:pt x="64770" y="285512"/>
                      <a:pt x="64842" y="284917"/>
                      <a:pt x="64794" y="284107"/>
                    </a:cubicBezTo>
                    <a:cubicBezTo>
                      <a:pt x="64746" y="283298"/>
                      <a:pt x="64770" y="282702"/>
                      <a:pt x="64865" y="282321"/>
                    </a:cubicBezTo>
                    <a:cubicBezTo>
                      <a:pt x="65246" y="281845"/>
                      <a:pt x="65746" y="281559"/>
                      <a:pt x="66366" y="281464"/>
                    </a:cubicBezTo>
                    <a:cubicBezTo>
                      <a:pt x="66985" y="281369"/>
                      <a:pt x="67437" y="281274"/>
                      <a:pt x="67723" y="281178"/>
                    </a:cubicBezTo>
                    <a:cubicBezTo>
                      <a:pt x="67723" y="280988"/>
                      <a:pt x="67747" y="280655"/>
                      <a:pt x="67794" y="280178"/>
                    </a:cubicBezTo>
                    <a:cubicBezTo>
                      <a:pt x="67842" y="279702"/>
                      <a:pt x="67961" y="279321"/>
                      <a:pt x="68152" y="279035"/>
                    </a:cubicBezTo>
                    <a:close/>
                    <a:moveTo>
                      <a:pt x="93012" y="188453"/>
                    </a:moveTo>
                    <a:lnTo>
                      <a:pt x="93297" y="189310"/>
                    </a:lnTo>
                    <a:cubicBezTo>
                      <a:pt x="93297" y="189691"/>
                      <a:pt x="93393" y="189929"/>
                      <a:pt x="93583" y="190024"/>
                    </a:cubicBezTo>
                    <a:cubicBezTo>
                      <a:pt x="93964" y="190024"/>
                      <a:pt x="94440" y="190024"/>
                      <a:pt x="95012" y="190024"/>
                    </a:cubicBezTo>
                    <a:cubicBezTo>
                      <a:pt x="95584" y="190024"/>
                      <a:pt x="96060" y="189953"/>
                      <a:pt x="96441" y="189810"/>
                    </a:cubicBezTo>
                    <a:cubicBezTo>
                      <a:pt x="96822" y="189667"/>
                      <a:pt x="97108" y="189357"/>
                      <a:pt x="97298" y="188881"/>
                    </a:cubicBezTo>
                    <a:cubicBezTo>
                      <a:pt x="97488" y="188976"/>
                      <a:pt x="97870" y="189215"/>
                      <a:pt x="98441" y="189596"/>
                    </a:cubicBezTo>
                    <a:cubicBezTo>
                      <a:pt x="99012" y="189977"/>
                      <a:pt x="99489" y="190024"/>
                      <a:pt x="99870" y="189738"/>
                    </a:cubicBezTo>
                    <a:lnTo>
                      <a:pt x="100441" y="191596"/>
                    </a:lnTo>
                    <a:cubicBezTo>
                      <a:pt x="100441" y="193025"/>
                      <a:pt x="100298" y="194072"/>
                      <a:pt x="100013" y="194739"/>
                    </a:cubicBezTo>
                    <a:cubicBezTo>
                      <a:pt x="99727" y="195215"/>
                      <a:pt x="99227" y="195834"/>
                      <a:pt x="98512" y="196596"/>
                    </a:cubicBezTo>
                    <a:cubicBezTo>
                      <a:pt x="97798" y="197358"/>
                      <a:pt x="97393" y="198120"/>
                      <a:pt x="97298" y="198882"/>
                    </a:cubicBezTo>
                    <a:cubicBezTo>
                      <a:pt x="96250" y="200502"/>
                      <a:pt x="95631" y="201597"/>
                      <a:pt x="95441" y="202169"/>
                    </a:cubicBezTo>
                    <a:cubicBezTo>
                      <a:pt x="94774" y="203216"/>
                      <a:pt x="93845" y="204383"/>
                      <a:pt x="92655" y="205669"/>
                    </a:cubicBezTo>
                    <a:cubicBezTo>
                      <a:pt x="91464" y="206955"/>
                      <a:pt x="90535" y="207931"/>
                      <a:pt x="89868" y="208598"/>
                    </a:cubicBezTo>
                    <a:cubicBezTo>
                      <a:pt x="89583" y="208979"/>
                      <a:pt x="88868" y="209503"/>
                      <a:pt x="87725" y="210170"/>
                    </a:cubicBezTo>
                    <a:cubicBezTo>
                      <a:pt x="86963" y="210741"/>
                      <a:pt x="86082" y="211479"/>
                      <a:pt x="85082" y="212384"/>
                    </a:cubicBezTo>
                    <a:cubicBezTo>
                      <a:pt x="84082" y="213289"/>
                      <a:pt x="83153" y="213908"/>
                      <a:pt x="82296" y="214241"/>
                    </a:cubicBezTo>
                    <a:cubicBezTo>
                      <a:pt x="81439" y="214575"/>
                      <a:pt x="80344" y="214742"/>
                      <a:pt x="79010" y="214742"/>
                    </a:cubicBezTo>
                    <a:cubicBezTo>
                      <a:pt x="78820" y="214837"/>
                      <a:pt x="78510" y="215003"/>
                      <a:pt x="78081" y="215242"/>
                    </a:cubicBezTo>
                    <a:cubicBezTo>
                      <a:pt x="77653" y="215480"/>
                      <a:pt x="77343" y="215408"/>
                      <a:pt x="77153" y="215027"/>
                    </a:cubicBezTo>
                    <a:cubicBezTo>
                      <a:pt x="76772" y="215027"/>
                      <a:pt x="76367" y="215123"/>
                      <a:pt x="75938" y="215313"/>
                    </a:cubicBezTo>
                    <a:cubicBezTo>
                      <a:pt x="75510" y="215504"/>
                      <a:pt x="75200" y="215646"/>
                      <a:pt x="75010" y="215742"/>
                    </a:cubicBezTo>
                    <a:cubicBezTo>
                      <a:pt x="74819" y="215742"/>
                      <a:pt x="74176" y="215861"/>
                      <a:pt x="73081" y="216099"/>
                    </a:cubicBezTo>
                    <a:cubicBezTo>
                      <a:pt x="71985" y="216337"/>
                      <a:pt x="71009" y="216361"/>
                      <a:pt x="70152" y="216170"/>
                    </a:cubicBezTo>
                    <a:cubicBezTo>
                      <a:pt x="69961" y="215789"/>
                      <a:pt x="69818" y="215337"/>
                      <a:pt x="69723" y="214813"/>
                    </a:cubicBezTo>
                    <a:cubicBezTo>
                      <a:pt x="69628" y="214289"/>
                      <a:pt x="69509" y="213980"/>
                      <a:pt x="69366" y="213884"/>
                    </a:cubicBezTo>
                    <a:cubicBezTo>
                      <a:pt x="69223" y="213789"/>
                      <a:pt x="68961" y="213980"/>
                      <a:pt x="68580" y="214456"/>
                    </a:cubicBezTo>
                    <a:cubicBezTo>
                      <a:pt x="68294" y="215313"/>
                      <a:pt x="68104" y="216289"/>
                      <a:pt x="68009" y="217385"/>
                    </a:cubicBezTo>
                    <a:cubicBezTo>
                      <a:pt x="67913" y="218480"/>
                      <a:pt x="67866" y="219218"/>
                      <a:pt x="67866" y="219599"/>
                    </a:cubicBezTo>
                    <a:cubicBezTo>
                      <a:pt x="67866" y="221409"/>
                      <a:pt x="67961" y="224028"/>
                      <a:pt x="68152" y="227457"/>
                    </a:cubicBezTo>
                    <a:cubicBezTo>
                      <a:pt x="68247" y="227838"/>
                      <a:pt x="68366" y="228505"/>
                      <a:pt x="68509" y="229458"/>
                    </a:cubicBezTo>
                    <a:cubicBezTo>
                      <a:pt x="68652" y="230410"/>
                      <a:pt x="68866" y="231220"/>
                      <a:pt x="69152" y="231887"/>
                    </a:cubicBezTo>
                    <a:cubicBezTo>
                      <a:pt x="69247" y="232077"/>
                      <a:pt x="69414" y="232410"/>
                      <a:pt x="69652" y="232887"/>
                    </a:cubicBezTo>
                    <a:cubicBezTo>
                      <a:pt x="69890" y="233363"/>
                      <a:pt x="70199" y="233744"/>
                      <a:pt x="70580" y="234030"/>
                    </a:cubicBezTo>
                    <a:cubicBezTo>
                      <a:pt x="70866" y="234125"/>
                      <a:pt x="71604" y="234315"/>
                      <a:pt x="72795" y="234601"/>
                    </a:cubicBezTo>
                    <a:cubicBezTo>
                      <a:pt x="73986" y="234887"/>
                      <a:pt x="75152" y="234982"/>
                      <a:pt x="76295" y="234887"/>
                    </a:cubicBezTo>
                    <a:cubicBezTo>
                      <a:pt x="77438" y="234696"/>
                      <a:pt x="78296" y="234696"/>
                      <a:pt x="78867" y="234887"/>
                    </a:cubicBezTo>
                    <a:cubicBezTo>
                      <a:pt x="79724" y="234982"/>
                      <a:pt x="81153" y="235125"/>
                      <a:pt x="83153" y="235316"/>
                    </a:cubicBezTo>
                    <a:cubicBezTo>
                      <a:pt x="85154" y="235506"/>
                      <a:pt x="86963" y="235601"/>
                      <a:pt x="88583" y="235601"/>
                    </a:cubicBezTo>
                    <a:cubicBezTo>
                      <a:pt x="89821" y="235316"/>
                      <a:pt x="91678" y="235173"/>
                      <a:pt x="94155" y="235173"/>
                    </a:cubicBezTo>
                    <a:lnTo>
                      <a:pt x="98584" y="235173"/>
                    </a:lnTo>
                    <a:cubicBezTo>
                      <a:pt x="99060" y="235077"/>
                      <a:pt x="99941" y="234935"/>
                      <a:pt x="101227" y="234744"/>
                    </a:cubicBezTo>
                    <a:cubicBezTo>
                      <a:pt x="102513" y="234554"/>
                      <a:pt x="103489" y="234125"/>
                      <a:pt x="104156" y="233458"/>
                    </a:cubicBezTo>
                    <a:cubicBezTo>
                      <a:pt x="106728" y="232220"/>
                      <a:pt x="109085" y="230744"/>
                      <a:pt x="111228" y="229029"/>
                    </a:cubicBezTo>
                    <a:cubicBezTo>
                      <a:pt x="113371" y="227315"/>
                      <a:pt x="116110" y="224886"/>
                      <a:pt x="119444" y="221742"/>
                    </a:cubicBezTo>
                    <a:cubicBezTo>
                      <a:pt x="119348" y="222219"/>
                      <a:pt x="119110" y="222671"/>
                      <a:pt x="118729" y="223100"/>
                    </a:cubicBezTo>
                    <a:cubicBezTo>
                      <a:pt x="118348" y="223528"/>
                      <a:pt x="118062" y="223886"/>
                      <a:pt x="117872" y="224171"/>
                    </a:cubicBezTo>
                    <a:cubicBezTo>
                      <a:pt x="117586" y="224552"/>
                      <a:pt x="116991" y="225124"/>
                      <a:pt x="116086" y="225886"/>
                    </a:cubicBezTo>
                    <a:cubicBezTo>
                      <a:pt x="115181" y="226648"/>
                      <a:pt x="114514" y="227267"/>
                      <a:pt x="114086" y="227743"/>
                    </a:cubicBezTo>
                    <a:cubicBezTo>
                      <a:pt x="113657" y="228219"/>
                      <a:pt x="113490" y="228743"/>
                      <a:pt x="113586" y="229315"/>
                    </a:cubicBezTo>
                    <a:cubicBezTo>
                      <a:pt x="114919" y="228553"/>
                      <a:pt x="116015" y="227600"/>
                      <a:pt x="116872" y="226457"/>
                    </a:cubicBezTo>
                    <a:cubicBezTo>
                      <a:pt x="117920" y="225600"/>
                      <a:pt x="118444" y="225600"/>
                      <a:pt x="118444" y="226457"/>
                    </a:cubicBezTo>
                    <a:cubicBezTo>
                      <a:pt x="119110" y="226076"/>
                      <a:pt x="119753" y="225529"/>
                      <a:pt x="120372" y="224814"/>
                    </a:cubicBezTo>
                    <a:cubicBezTo>
                      <a:pt x="120991" y="224100"/>
                      <a:pt x="121539" y="223362"/>
                      <a:pt x="122015" y="222600"/>
                    </a:cubicBezTo>
                    <a:cubicBezTo>
                      <a:pt x="122206" y="222504"/>
                      <a:pt x="122468" y="222242"/>
                      <a:pt x="122801" y="221814"/>
                    </a:cubicBezTo>
                    <a:cubicBezTo>
                      <a:pt x="123135" y="221385"/>
                      <a:pt x="123444" y="221361"/>
                      <a:pt x="123730" y="221742"/>
                    </a:cubicBezTo>
                    <a:lnTo>
                      <a:pt x="123730" y="222028"/>
                    </a:lnTo>
                    <a:cubicBezTo>
                      <a:pt x="123730" y="222409"/>
                      <a:pt x="123635" y="223052"/>
                      <a:pt x="123444" y="223957"/>
                    </a:cubicBezTo>
                    <a:cubicBezTo>
                      <a:pt x="123254" y="224862"/>
                      <a:pt x="123206" y="225552"/>
                      <a:pt x="123301" y="226029"/>
                    </a:cubicBezTo>
                    <a:cubicBezTo>
                      <a:pt x="123206" y="226219"/>
                      <a:pt x="123158" y="226505"/>
                      <a:pt x="123158" y="226886"/>
                    </a:cubicBezTo>
                    <a:cubicBezTo>
                      <a:pt x="123158" y="227267"/>
                      <a:pt x="123111" y="227576"/>
                      <a:pt x="123015" y="227815"/>
                    </a:cubicBezTo>
                    <a:cubicBezTo>
                      <a:pt x="122920" y="228053"/>
                      <a:pt x="122730" y="228077"/>
                      <a:pt x="122444" y="227886"/>
                    </a:cubicBezTo>
                    <a:cubicBezTo>
                      <a:pt x="122158" y="229315"/>
                      <a:pt x="122015" y="230029"/>
                      <a:pt x="122015" y="230029"/>
                    </a:cubicBezTo>
                    <a:cubicBezTo>
                      <a:pt x="122015" y="230601"/>
                      <a:pt x="122396" y="230696"/>
                      <a:pt x="123158" y="230315"/>
                    </a:cubicBezTo>
                    <a:cubicBezTo>
                      <a:pt x="123063" y="230696"/>
                      <a:pt x="123015" y="231101"/>
                      <a:pt x="123015" y="231529"/>
                    </a:cubicBezTo>
                    <a:cubicBezTo>
                      <a:pt x="123015" y="231958"/>
                      <a:pt x="123206" y="232125"/>
                      <a:pt x="123587" y="232029"/>
                    </a:cubicBezTo>
                    <a:cubicBezTo>
                      <a:pt x="124063" y="232315"/>
                      <a:pt x="124373" y="232577"/>
                      <a:pt x="124516" y="232815"/>
                    </a:cubicBezTo>
                    <a:cubicBezTo>
                      <a:pt x="124659" y="233053"/>
                      <a:pt x="124587" y="233315"/>
                      <a:pt x="124301" y="233601"/>
                    </a:cubicBezTo>
                    <a:lnTo>
                      <a:pt x="124158" y="234173"/>
                    </a:lnTo>
                    <a:cubicBezTo>
                      <a:pt x="124158" y="234554"/>
                      <a:pt x="124349" y="234744"/>
                      <a:pt x="124730" y="234744"/>
                    </a:cubicBezTo>
                    <a:cubicBezTo>
                      <a:pt x="125111" y="234744"/>
                      <a:pt x="125587" y="234458"/>
                      <a:pt x="126159" y="233887"/>
                    </a:cubicBezTo>
                    <a:lnTo>
                      <a:pt x="126159" y="234601"/>
                    </a:lnTo>
                    <a:cubicBezTo>
                      <a:pt x="126159" y="235935"/>
                      <a:pt x="125587" y="236982"/>
                      <a:pt x="124444" y="237744"/>
                    </a:cubicBezTo>
                    <a:lnTo>
                      <a:pt x="124444" y="238030"/>
                    </a:lnTo>
                    <a:cubicBezTo>
                      <a:pt x="124444" y="238792"/>
                      <a:pt x="124063" y="239649"/>
                      <a:pt x="123301" y="240602"/>
                    </a:cubicBezTo>
                    <a:cubicBezTo>
                      <a:pt x="123301" y="240888"/>
                      <a:pt x="123254" y="241293"/>
                      <a:pt x="123158" y="241816"/>
                    </a:cubicBezTo>
                    <a:cubicBezTo>
                      <a:pt x="123063" y="242340"/>
                      <a:pt x="122968" y="242745"/>
                      <a:pt x="122873" y="243031"/>
                    </a:cubicBezTo>
                    <a:cubicBezTo>
                      <a:pt x="122587" y="243507"/>
                      <a:pt x="121992" y="244102"/>
                      <a:pt x="121087" y="244817"/>
                    </a:cubicBezTo>
                    <a:cubicBezTo>
                      <a:pt x="120182" y="245531"/>
                      <a:pt x="119539" y="246126"/>
                      <a:pt x="119158" y="246603"/>
                    </a:cubicBezTo>
                    <a:cubicBezTo>
                      <a:pt x="118110" y="247269"/>
                      <a:pt x="116967" y="247865"/>
                      <a:pt x="115729" y="248389"/>
                    </a:cubicBezTo>
                    <a:cubicBezTo>
                      <a:pt x="114491" y="248912"/>
                      <a:pt x="113681" y="249270"/>
                      <a:pt x="113300" y="249460"/>
                    </a:cubicBezTo>
                    <a:cubicBezTo>
                      <a:pt x="112252" y="249555"/>
                      <a:pt x="111181" y="249794"/>
                      <a:pt x="110085" y="250175"/>
                    </a:cubicBezTo>
                    <a:cubicBezTo>
                      <a:pt x="108990" y="250556"/>
                      <a:pt x="108299" y="250794"/>
                      <a:pt x="108014" y="250889"/>
                    </a:cubicBezTo>
                    <a:cubicBezTo>
                      <a:pt x="106775" y="251175"/>
                      <a:pt x="104727" y="251413"/>
                      <a:pt x="101870" y="251603"/>
                    </a:cubicBezTo>
                    <a:cubicBezTo>
                      <a:pt x="96726" y="251889"/>
                      <a:pt x="91535" y="252032"/>
                      <a:pt x="86297" y="252032"/>
                    </a:cubicBezTo>
                    <a:lnTo>
                      <a:pt x="81010" y="251603"/>
                    </a:lnTo>
                    <a:cubicBezTo>
                      <a:pt x="80534" y="251603"/>
                      <a:pt x="79272" y="251508"/>
                      <a:pt x="77224" y="251318"/>
                    </a:cubicBezTo>
                    <a:cubicBezTo>
                      <a:pt x="75176" y="251127"/>
                      <a:pt x="73295" y="250865"/>
                      <a:pt x="71580" y="250532"/>
                    </a:cubicBezTo>
                    <a:cubicBezTo>
                      <a:pt x="69866" y="250198"/>
                      <a:pt x="68342" y="249794"/>
                      <a:pt x="67008" y="249317"/>
                    </a:cubicBezTo>
                    <a:cubicBezTo>
                      <a:pt x="66628" y="249127"/>
                      <a:pt x="65794" y="248865"/>
                      <a:pt x="64508" y="248531"/>
                    </a:cubicBezTo>
                    <a:cubicBezTo>
                      <a:pt x="63222" y="248198"/>
                      <a:pt x="62341" y="247650"/>
                      <a:pt x="61865" y="246888"/>
                    </a:cubicBezTo>
                    <a:cubicBezTo>
                      <a:pt x="61579" y="246698"/>
                      <a:pt x="61198" y="246484"/>
                      <a:pt x="60722" y="246245"/>
                    </a:cubicBezTo>
                    <a:cubicBezTo>
                      <a:pt x="60246" y="246007"/>
                      <a:pt x="59865" y="245745"/>
                      <a:pt x="59579" y="245460"/>
                    </a:cubicBezTo>
                    <a:cubicBezTo>
                      <a:pt x="59293" y="245174"/>
                      <a:pt x="59198" y="244793"/>
                      <a:pt x="59293" y="244317"/>
                    </a:cubicBezTo>
                    <a:cubicBezTo>
                      <a:pt x="59103" y="244031"/>
                      <a:pt x="58793" y="243483"/>
                      <a:pt x="58365" y="242674"/>
                    </a:cubicBezTo>
                    <a:cubicBezTo>
                      <a:pt x="57936" y="241864"/>
                      <a:pt x="57436" y="241221"/>
                      <a:pt x="56864" y="240745"/>
                    </a:cubicBezTo>
                    <a:lnTo>
                      <a:pt x="55150" y="228600"/>
                    </a:lnTo>
                    <a:cubicBezTo>
                      <a:pt x="55150" y="228315"/>
                      <a:pt x="55126" y="227815"/>
                      <a:pt x="55078" y="227100"/>
                    </a:cubicBezTo>
                    <a:cubicBezTo>
                      <a:pt x="55031" y="226386"/>
                      <a:pt x="54864" y="225791"/>
                      <a:pt x="54578" y="225314"/>
                    </a:cubicBezTo>
                    <a:cubicBezTo>
                      <a:pt x="54769" y="223505"/>
                      <a:pt x="55055" y="222171"/>
                      <a:pt x="55436" y="221314"/>
                    </a:cubicBezTo>
                    <a:cubicBezTo>
                      <a:pt x="55436" y="221028"/>
                      <a:pt x="55483" y="220695"/>
                      <a:pt x="55578" y="220314"/>
                    </a:cubicBezTo>
                    <a:cubicBezTo>
                      <a:pt x="55674" y="219933"/>
                      <a:pt x="55721" y="219599"/>
                      <a:pt x="55721" y="219314"/>
                    </a:cubicBezTo>
                    <a:cubicBezTo>
                      <a:pt x="55721" y="218647"/>
                      <a:pt x="55483" y="218313"/>
                      <a:pt x="55007" y="218313"/>
                    </a:cubicBezTo>
                    <a:cubicBezTo>
                      <a:pt x="54912" y="218028"/>
                      <a:pt x="54864" y="217551"/>
                      <a:pt x="54864" y="216885"/>
                    </a:cubicBezTo>
                    <a:cubicBezTo>
                      <a:pt x="54864" y="216218"/>
                      <a:pt x="54936" y="215456"/>
                      <a:pt x="55078" y="214599"/>
                    </a:cubicBezTo>
                    <a:cubicBezTo>
                      <a:pt x="55221" y="213741"/>
                      <a:pt x="55340" y="212979"/>
                      <a:pt x="55436" y="212313"/>
                    </a:cubicBezTo>
                    <a:cubicBezTo>
                      <a:pt x="55626" y="211551"/>
                      <a:pt x="55960" y="210384"/>
                      <a:pt x="56436" y="208812"/>
                    </a:cubicBezTo>
                    <a:cubicBezTo>
                      <a:pt x="56912" y="207241"/>
                      <a:pt x="57055" y="205836"/>
                      <a:pt x="56864" y="204597"/>
                    </a:cubicBezTo>
                    <a:lnTo>
                      <a:pt x="56722" y="204597"/>
                    </a:lnTo>
                    <a:lnTo>
                      <a:pt x="58007" y="202026"/>
                    </a:lnTo>
                    <a:cubicBezTo>
                      <a:pt x="58198" y="201073"/>
                      <a:pt x="58293" y="200311"/>
                      <a:pt x="58293" y="199740"/>
                    </a:cubicBezTo>
                    <a:cubicBezTo>
                      <a:pt x="58293" y="198978"/>
                      <a:pt x="58198" y="198406"/>
                      <a:pt x="58007" y="198025"/>
                    </a:cubicBezTo>
                    <a:lnTo>
                      <a:pt x="58007" y="197025"/>
                    </a:lnTo>
                    <a:cubicBezTo>
                      <a:pt x="58007" y="196454"/>
                      <a:pt x="58150" y="196073"/>
                      <a:pt x="58436" y="195882"/>
                    </a:cubicBezTo>
                    <a:lnTo>
                      <a:pt x="58436" y="195596"/>
                    </a:lnTo>
                    <a:cubicBezTo>
                      <a:pt x="58436" y="195120"/>
                      <a:pt x="58579" y="194882"/>
                      <a:pt x="58865" y="194882"/>
                    </a:cubicBezTo>
                    <a:cubicBezTo>
                      <a:pt x="58960" y="194882"/>
                      <a:pt x="59174" y="194930"/>
                      <a:pt x="59508" y="195025"/>
                    </a:cubicBezTo>
                    <a:cubicBezTo>
                      <a:pt x="59841" y="195120"/>
                      <a:pt x="60150" y="194930"/>
                      <a:pt x="60436" y="194453"/>
                    </a:cubicBezTo>
                    <a:cubicBezTo>
                      <a:pt x="60436" y="194072"/>
                      <a:pt x="60198" y="193739"/>
                      <a:pt x="59722" y="193453"/>
                    </a:cubicBezTo>
                    <a:cubicBezTo>
                      <a:pt x="59246" y="193167"/>
                      <a:pt x="58936" y="192929"/>
                      <a:pt x="58793" y="192739"/>
                    </a:cubicBezTo>
                    <a:cubicBezTo>
                      <a:pt x="58650" y="192548"/>
                      <a:pt x="58722" y="192310"/>
                      <a:pt x="59007" y="192024"/>
                    </a:cubicBezTo>
                    <a:cubicBezTo>
                      <a:pt x="59960" y="192405"/>
                      <a:pt x="60722" y="192596"/>
                      <a:pt x="61294" y="192596"/>
                    </a:cubicBezTo>
                    <a:cubicBezTo>
                      <a:pt x="61865" y="192596"/>
                      <a:pt x="62341" y="192453"/>
                      <a:pt x="62722" y="192167"/>
                    </a:cubicBezTo>
                    <a:lnTo>
                      <a:pt x="63865" y="192024"/>
                    </a:lnTo>
                    <a:cubicBezTo>
                      <a:pt x="64246" y="192024"/>
                      <a:pt x="64818" y="192120"/>
                      <a:pt x="65580" y="192310"/>
                    </a:cubicBezTo>
                    <a:cubicBezTo>
                      <a:pt x="66246" y="192786"/>
                      <a:pt x="66747" y="193429"/>
                      <a:pt x="67080" y="194239"/>
                    </a:cubicBezTo>
                    <a:cubicBezTo>
                      <a:pt x="67413" y="195049"/>
                      <a:pt x="67628" y="195596"/>
                      <a:pt x="67723" y="195882"/>
                    </a:cubicBezTo>
                    <a:cubicBezTo>
                      <a:pt x="68390" y="197120"/>
                      <a:pt x="69104" y="199073"/>
                      <a:pt x="69866" y="201740"/>
                    </a:cubicBezTo>
                    <a:lnTo>
                      <a:pt x="69723" y="203597"/>
                    </a:lnTo>
                    <a:cubicBezTo>
                      <a:pt x="69723" y="203883"/>
                      <a:pt x="69818" y="204312"/>
                      <a:pt x="70009" y="204883"/>
                    </a:cubicBezTo>
                    <a:lnTo>
                      <a:pt x="70152" y="204883"/>
                    </a:lnTo>
                    <a:cubicBezTo>
                      <a:pt x="73390" y="203264"/>
                      <a:pt x="75581" y="201930"/>
                      <a:pt x="76724" y="200883"/>
                    </a:cubicBezTo>
                    <a:cubicBezTo>
                      <a:pt x="77391" y="200025"/>
                      <a:pt x="78224" y="199335"/>
                      <a:pt x="79224" y="198811"/>
                    </a:cubicBezTo>
                    <a:cubicBezTo>
                      <a:pt x="80224" y="198287"/>
                      <a:pt x="80820" y="197978"/>
                      <a:pt x="81010" y="197882"/>
                    </a:cubicBezTo>
                    <a:cubicBezTo>
                      <a:pt x="81677" y="196739"/>
                      <a:pt x="82725" y="195668"/>
                      <a:pt x="84154" y="194668"/>
                    </a:cubicBezTo>
                    <a:cubicBezTo>
                      <a:pt x="85582" y="193667"/>
                      <a:pt x="86630" y="192882"/>
                      <a:pt x="87297" y="192310"/>
                    </a:cubicBezTo>
                    <a:cubicBezTo>
                      <a:pt x="87487" y="191929"/>
                      <a:pt x="88154" y="191405"/>
                      <a:pt x="89297" y="190739"/>
                    </a:cubicBezTo>
                    <a:cubicBezTo>
                      <a:pt x="90535" y="189691"/>
                      <a:pt x="91297" y="189119"/>
                      <a:pt x="91583" y="189024"/>
                    </a:cubicBezTo>
                    <a:cubicBezTo>
                      <a:pt x="91869" y="188929"/>
                      <a:pt x="92345" y="188738"/>
                      <a:pt x="93012" y="188453"/>
                    </a:cubicBezTo>
                    <a:close/>
                    <a:moveTo>
                      <a:pt x="5144" y="152734"/>
                    </a:moveTo>
                    <a:cubicBezTo>
                      <a:pt x="5429" y="152353"/>
                      <a:pt x="5620" y="152353"/>
                      <a:pt x="5715" y="152734"/>
                    </a:cubicBezTo>
                    <a:lnTo>
                      <a:pt x="5715" y="153305"/>
                    </a:lnTo>
                    <a:cubicBezTo>
                      <a:pt x="5715" y="153972"/>
                      <a:pt x="6001" y="154305"/>
                      <a:pt x="6572" y="154305"/>
                    </a:cubicBezTo>
                    <a:cubicBezTo>
                      <a:pt x="7049" y="154305"/>
                      <a:pt x="7668" y="154020"/>
                      <a:pt x="8430" y="153448"/>
                    </a:cubicBezTo>
                    <a:cubicBezTo>
                      <a:pt x="8525" y="154305"/>
                      <a:pt x="8882" y="155258"/>
                      <a:pt x="9501" y="156306"/>
                    </a:cubicBezTo>
                    <a:cubicBezTo>
                      <a:pt x="10120" y="157353"/>
                      <a:pt x="10573" y="158115"/>
                      <a:pt x="10859" y="158592"/>
                    </a:cubicBezTo>
                    <a:lnTo>
                      <a:pt x="15145" y="163449"/>
                    </a:lnTo>
                    <a:cubicBezTo>
                      <a:pt x="18764" y="167640"/>
                      <a:pt x="21574" y="170593"/>
                      <a:pt x="23574" y="172308"/>
                    </a:cubicBezTo>
                    <a:cubicBezTo>
                      <a:pt x="25003" y="171641"/>
                      <a:pt x="25908" y="171069"/>
                      <a:pt x="26289" y="170593"/>
                    </a:cubicBezTo>
                    <a:cubicBezTo>
                      <a:pt x="26861" y="170117"/>
                      <a:pt x="27694" y="169450"/>
                      <a:pt x="28789" y="168593"/>
                    </a:cubicBezTo>
                    <a:cubicBezTo>
                      <a:pt x="29885" y="167736"/>
                      <a:pt x="30766" y="166974"/>
                      <a:pt x="31433" y="166307"/>
                    </a:cubicBezTo>
                    <a:cubicBezTo>
                      <a:pt x="32290" y="166021"/>
                      <a:pt x="32980" y="165402"/>
                      <a:pt x="33504" y="164450"/>
                    </a:cubicBezTo>
                    <a:cubicBezTo>
                      <a:pt x="34028" y="163497"/>
                      <a:pt x="34385" y="162878"/>
                      <a:pt x="34576" y="162592"/>
                    </a:cubicBezTo>
                    <a:lnTo>
                      <a:pt x="46863" y="154020"/>
                    </a:lnTo>
                    <a:cubicBezTo>
                      <a:pt x="47339" y="153829"/>
                      <a:pt x="48244" y="153639"/>
                      <a:pt x="49578" y="153448"/>
                    </a:cubicBezTo>
                    <a:cubicBezTo>
                      <a:pt x="50149" y="153543"/>
                      <a:pt x="50959" y="153591"/>
                      <a:pt x="52007" y="153591"/>
                    </a:cubicBezTo>
                    <a:cubicBezTo>
                      <a:pt x="53054" y="153591"/>
                      <a:pt x="53816" y="153639"/>
                      <a:pt x="54293" y="153734"/>
                    </a:cubicBezTo>
                    <a:cubicBezTo>
                      <a:pt x="54483" y="153924"/>
                      <a:pt x="54888" y="154163"/>
                      <a:pt x="55507" y="154448"/>
                    </a:cubicBezTo>
                    <a:cubicBezTo>
                      <a:pt x="56126" y="154734"/>
                      <a:pt x="56388" y="155115"/>
                      <a:pt x="56293" y="155591"/>
                    </a:cubicBezTo>
                    <a:cubicBezTo>
                      <a:pt x="56769" y="156163"/>
                      <a:pt x="57007" y="157020"/>
                      <a:pt x="57007" y="158163"/>
                    </a:cubicBezTo>
                    <a:cubicBezTo>
                      <a:pt x="56912" y="158449"/>
                      <a:pt x="56793" y="158949"/>
                      <a:pt x="56650" y="159663"/>
                    </a:cubicBezTo>
                    <a:cubicBezTo>
                      <a:pt x="56507" y="160378"/>
                      <a:pt x="56293" y="161021"/>
                      <a:pt x="56007" y="161592"/>
                    </a:cubicBezTo>
                    <a:cubicBezTo>
                      <a:pt x="55531" y="162354"/>
                      <a:pt x="54959" y="163021"/>
                      <a:pt x="54293" y="163592"/>
                    </a:cubicBezTo>
                    <a:cubicBezTo>
                      <a:pt x="54007" y="164069"/>
                      <a:pt x="53483" y="164783"/>
                      <a:pt x="52721" y="165735"/>
                    </a:cubicBezTo>
                    <a:cubicBezTo>
                      <a:pt x="52054" y="166402"/>
                      <a:pt x="50840" y="167521"/>
                      <a:pt x="49078" y="169093"/>
                    </a:cubicBezTo>
                    <a:cubicBezTo>
                      <a:pt x="47316" y="170665"/>
                      <a:pt x="45768" y="172189"/>
                      <a:pt x="44434" y="173665"/>
                    </a:cubicBezTo>
                    <a:cubicBezTo>
                      <a:pt x="43101" y="175141"/>
                      <a:pt x="42005" y="176642"/>
                      <a:pt x="41148" y="178166"/>
                    </a:cubicBezTo>
                    <a:cubicBezTo>
                      <a:pt x="40481" y="178928"/>
                      <a:pt x="39529" y="179785"/>
                      <a:pt x="38291" y="180737"/>
                    </a:cubicBezTo>
                    <a:cubicBezTo>
                      <a:pt x="36862" y="181976"/>
                      <a:pt x="35862" y="182904"/>
                      <a:pt x="35290" y="183523"/>
                    </a:cubicBezTo>
                    <a:cubicBezTo>
                      <a:pt x="34719" y="184142"/>
                      <a:pt x="34433" y="184928"/>
                      <a:pt x="34433" y="185881"/>
                    </a:cubicBezTo>
                    <a:cubicBezTo>
                      <a:pt x="34433" y="186167"/>
                      <a:pt x="34528" y="186595"/>
                      <a:pt x="34719" y="187167"/>
                    </a:cubicBezTo>
                    <a:cubicBezTo>
                      <a:pt x="35100" y="188024"/>
                      <a:pt x="35719" y="188976"/>
                      <a:pt x="36576" y="190024"/>
                    </a:cubicBezTo>
                    <a:cubicBezTo>
                      <a:pt x="36957" y="192596"/>
                      <a:pt x="37148" y="196501"/>
                      <a:pt x="37148" y="201740"/>
                    </a:cubicBezTo>
                    <a:lnTo>
                      <a:pt x="37148" y="213599"/>
                    </a:lnTo>
                    <a:cubicBezTo>
                      <a:pt x="37148" y="213789"/>
                      <a:pt x="37195" y="214099"/>
                      <a:pt x="37290" y="214527"/>
                    </a:cubicBezTo>
                    <a:cubicBezTo>
                      <a:pt x="37386" y="214956"/>
                      <a:pt x="37481" y="215313"/>
                      <a:pt x="37576" y="215599"/>
                    </a:cubicBezTo>
                    <a:cubicBezTo>
                      <a:pt x="37481" y="216456"/>
                      <a:pt x="37433" y="217647"/>
                      <a:pt x="37433" y="219171"/>
                    </a:cubicBezTo>
                    <a:cubicBezTo>
                      <a:pt x="37433" y="220409"/>
                      <a:pt x="37481" y="221314"/>
                      <a:pt x="37576" y="221885"/>
                    </a:cubicBezTo>
                    <a:cubicBezTo>
                      <a:pt x="37957" y="222933"/>
                      <a:pt x="38148" y="224076"/>
                      <a:pt x="38148" y="225314"/>
                    </a:cubicBezTo>
                    <a:cubicBezTo>
                      <a:pt x="38148" y="226076"/>
                      <a:pt x="38052" y="227219"/>
                      <a:pt x="37862" y="228743"/>
                    </a:cubicBezTo>
                    <a:cubicBezTo>
                      <a:pt x="37672" y="230458"/>
                      <a:pt x="37576" y="231648"/>
                      <a:pt x="37576" y="232315"/>
                    </a:cubicBezTo>
                    <a:cubicBezTo>
                      <a:pt x="37862" y="233744"/>
                      <a:pt x="38005" y="235887"/>
                      <a:pt x="38005" y="238745"/>
                    </a:cubicBezTo>
                    <a:lnTo>
                      <a:pt x="38005" y="241888"/>
                    </a:lnTo>
                    <a:lnTo>
                      <a:pt x="37862" y="245174"/>
                    </a:lnTo>
                    <a:cubicBezTo>
                      <a:pt x="37862" y="245841"/>
                      <a:pt x="37910" y="246365"/>
                      <a:pt x="38005" y="246746"/>
                    </a:cubicBezTo>
                    <a:cubicBezTo>
                      <a:pt x="37910" y="247317"/>
                      <a:pt x="37791" y="248127"/>
                      <a:pt x="37648" y="249174"/>
                    </a:cubicBezTo>
                    <a:cubicBezTo>
                      <a:pt x="37505" y="250222"/>
                      <a:pt x="37338" y="251079"/>
                      <a:pt x="37148" y="251746"/>
                    </a:cubicBezTo>
                    <a:cubicBezTo>
                      <a:pt x="36576" y="252984"/>
                      <a:pt x="35671" y="254080"/>
                      <a:pt x="34433" y="255032"/>
                    </a:cubicBezTo>
                    <a:cubicBezTo>
                      <a:pt x="33385" y="255413"/>
                      <a:pt x="32147" y="255604"/>
                      <a:pt x="30718" y="255604"/>
                    </a:cubicBezTo>
                    <a:cubicBezTo>
                      <a:pt x="29194" y="255604"/>
                      <a:pt x="27837" y="255318"/>
                      <a:pt x="26646" y="254747"/>
                    </a:cubicBezTo>
                    <a:cubicBezTo>
                      <a:pt x="25456" y="254175"/>
                      <a:pt x="24622" y="253270"/>
                      <a:pt x="24146" y="252032"/>
                    </a:cubicBezTo>
                    <a:cubicBezTo>
                      <a:pt x="23098" y="250984"/>
                      <a:pt x="22336" y="250032"/>
                      <a:pt x="21860" y="249174"/>
                    </a:cubicBezTo>
                    <a:cubicBezTo>
                      <a:pt x="21384" y="248317"/>
                      <a:pt x="21241" y="247365"/>
                      <a:pt x="21431" y="246317"/>
                    </a:cubicBezTo>
                    <a:cubicBezTo>
                      <a:pt x="20860" y="245460"/>
                      <a:pt x="20574" y="244555"/>
                      <a:pt x="20574" y="243602"/>
                    </a:cubicBezTo>
                    <a:cubicBezTo>
                      <a:pt x="20574" y="243507"/>
                      <a:pt x="20717" y="242459"/>
                      <a:pt x="21003" y="240459"/>
                    </a:cubicBezTo>
                    <a:cubicBezTo>
                      <a:pt x="21479" y="234554"/>
                      <a:pt x="21812" y="228029"/>
                      <a:pt x="22003" y="220885"/>
                    </a:cubicBezTo>
                    <a:cubicBezTo>
                      <a:pt x="22193" y="215551"/>
                      <a:pt x="22384" y="211598"/>
                      <a:pt x="22574" y="209027"/>
                    </a:cubicBezTo>
                    <a:cubicBezTo>
                      <a:pt x="22765" y="207503"/>
                      <a:pt x="22860" y="206360"/>
                      <a:pt x="22860" y="205598"/>
                    </a:cubicBezTo>
                    <a:cubicBezTo>
                      <a:pt x="23336" y="202169"/>
                      <a:pt x="23622" y="198740"/>
                      <a:pt x="23717" y="195311"/>
                    </a:cubicBezTo>
                    <a:cubicBezTo>
                      <a:pt x="23622" y="194549"/>
                      <a:pt x="23479" y="193977"/>
                      <a:pt x="23289" y="193596"/>
                    </a:cubicBezTo>
                    <a:cubicBezTo>
                      <a:pt x="23098" y="193215"/>
                      <a:pt x="22765" y="192977"/>
                      <a:pt x="22289" y="192882"/>
                    </a:cubicBezTo>
                    <a:cubicBezTo>
                      <a:pt x="22003" y="192691"/>
                      <a:pt x="21027" y="192191"/>
                      <a:pt x="19360" y="191381"/>
                    </a:cubicBezTo>
                    <a:cubicBezTo>
                      <a:pt x="17693" y="190572"/>
                      <a:pt x="16240" y="189596"/>
                      <a:pt x="15002" y="188453"/>
                    </a:cubicBezTo>
                    <a:cubicBezTo>
                      <a:pt x="14716" y="187976"/>
                      <a:pt x="14288" y="187476"/>
                      <a:pt x="13716" y="186952"/>
                    </a:cubicBezTo>
                    <a:cubicBezTo>
                      <a:pt x="13145" y="186428"/>
                      <a:pt x="12811" y="185881"/>
                      <a:pt x="12716" y="185309"/>
                    </a:cubicBezTo>
                    <a:cubicBezTo>
                      <a:pt x="12049" y="184643"/>
                      <a:pt x="11573" y="183833"/>
                      <a:pt x="11287" y="182880"/>
                    </a:cubicBezTo>
                    <a:cubicBezTo>
                      <a:pt x="11002" y="181928"/>
                      <a:pt x="10859" y="181356"/>
                      <a:pt x="10859" y="181166"/>
                    </a:cubicBezTo>
                    <a:cubicBezTo>
                      <a:pt x="10573" y="180690"/>
                      <a:pt x="10406" y="180071"/>
                      <a:pt x="10359" y="179309"/>
                    </a:cubicBezTo>
                    <a:cubicBezTo>
                      <a:pt x="10311" y="178547"/>
                      <a:pt x="10192" y="177904"/>
                      <a:pt x="10001" y="177380"/>
                    </a:cubicBezTo>
                    <a:cubicBezTo>
                      <a:pt x="9811" y="176856"/>
                      <a:pt x="9430" y="176451"/>
                      <a:pt x="8858" y="176165"/>
                    </a:cubicBezTo>
                    <a:cubicBezTo>
                      <a:pt x="7811" y="174546"/>
                      <a:pt x="6810" y="172736"/>
                      <a:pt x="5858" y="170736"/>
                    </a:cubicBezTo>
                    <a:lnTo>
                      <a:pt x="4572" y="168164"/>
                    </a:lnTo>
                    <a:cubicBezTo>
                      <a:pt x="4763" y="167498"/>
                      <a:pt x="4858" y="166545"/>
                      <a:pt x="4858" y="165307"/>
                    </a:cubicBezTo>
                    <a:cubicBezTo>
                      <a:pt x="4763" y="164831"/>
                      <a:pt x="4644" y="163878"/>
                      <a:pt x="4501" y="162449"/>
                    </a:cubicBezTo>
                    <a:cubicBezTo>
                      <a:pt x="4358" y="161021"/>
                      <a:pt x="4001" y="159925"/>
                      <a:pt x="3429" y="159163"/>
                    </a:cubicBezTo>
                    <a:lnTo>
                      <a:pt x="3143" y="158163"/>
                    </a:lnTo>
                    <a:cubicBezTo>
                      <a:pt x="3143" y="157877"/>
                      <a:pt x="3239" y="157663"/>
                      <a:pt x="3429" y="157520"/>
                    </a:cubicBezTo>
                    <a:cubicBezTo>
                      <a:pt x="3620" y="157377"/>
                      <a:pt x="3905" y="157211"/>
                      <a:pt x="4286" y="157020"/>
                    </a:cubicBezTo>
                    <a:cubicBezTo>
                      <a:pt x="4667" y="155496"/>
                      <a:pt x="4763" y="154353"/>
                      <a:pt x="4572" y="153591"/>
                    </a:cubicBezTo>
                    <a:cubicBezTo>
                      <a:pt x="4667" y="153401"/>
                      <a:pt x="4858" y="153115"/>
                      <a:pt x="5144" y="152734"/>
                    </a:cubicBezTo>
                    <a:close/>
                    <a:moveTo>
                      <a:pt x="81725" y="142161"/>
                    </a:moveTo>
                    <a:lnTo>
                      <a:pt x="82010" y="142304"/>
                    </a:lnTo>
                    <a:cubicBezTo>
                      <a:pt x="81820" y="142685"/>
                      <a:pt x="81772" y="142971"/>
                      <a:pt x="81868" y="143161"/>
                    </a:cubicBezTo>
                    <a:cubicBezTo>
                      <a:pt x="82248" y="143352"/>
                      <a:pt x="82677" y="143685"/>
                      <a:pt x="83153" y="144161"/>
                    </a:cubicBezTo>
                    <a:cubicBezTo>
                      <a:pt x="83630" y="144638"/>
                      <a:pt x="84058" y="144995"/>
                      <a:pt x="84439" y="145233"/>
                    </a:cubicBezTo>
                    <a:cubicBezTo>
                      <a:pt x="84820" y="145471"/>
                      <a:pt x="85296" y="145495"/>
                      <a:pt x="85868" y="145304"/>
                    </a:cubicBezTo>
                    <a:cubicBezTo>
                      <a:pt x="86058" y="145209"/>
                      <a:pt x="86344" y="145019"/>
                      <a:pt x="86725" y="144733"/>
                    </a:cubicBezTo>
                    <a:cubicBezTo>
                      <a:pt x="87106" y="144447"/>
                      <a:pt x="87440" y="144495"/>
                      <a:pt x="87725" y="144876"/>
                    </a:cubicBezTo>
                    <a:cubicBezTo>
                      <a:pt x="87821" y="145066"/>
                      <a:pt x="88249" y="145971"/>
                      <a:pt x="89011" y="147590"/>
                    </a:cubicBezTo>
                    <a:cubicBezTo>
                      <a:pt x="89868" y="148924"/>
                      <a:pt x="90345" y="150162"/>
                      <a:pt x="90440" y="151305"/>
                    </a:cubicBezTo>
                    <a:cubicBezTo>
                      <a:pt x="90249" y="152162"/>
                      <a:pt x="89630" y="153591"/>
                      <a:pt x="88583" y="155591"/>
                    </a:cubicBezTo>
                    <a:cubicBezTo>
                      <a:pt x="88202" y="156734"/>
                      <a:pt x="88154" y="157544"/>
                      <a:pt x="88440" y="158020"/>
                    </a:cubicBezTo>
                    <a:lnTo>
                      <a:pt x="105442" y="166021"/>
                    </a:lnTo>
                    <a:cubicBezTo>
                      <a:pt x="106013" y="166497"/>
                      <a:pt x="106799" y="167140"/>
                      <a:pt x="107799" y="167950"/>
                    </a:cubicBezTo>
                    <a:cubicBezTo>
                      <a:pt x="108799" y="168760"/>
                      <a:pt x="109728" y="169379"/>
                      <a:pt x="110585" y="169807"/>
                    </a:cubicBezTo>
                    <a:cubicBezTo>
                      <a:pt x="111443" y="170236"/>
                      <a:pt x="112347" y="170450"/>
                      <a:pt x="113300" y="170450"/>
                    </a:cubicBezTo>
                    <a:cubicBezTo>
                      <a:pt x="113871" y="170069"/>
                      <a:pt x="114633" y="169855"/>
                      <a:pt x="115586" y="169807"/>
                    </a:cubicBezTo>
                    <a:cubicBezTo>
                      <a:pt x="116538" y="169760"/>
                      <a:pt x="117300" y="169688"/>
                      <a:pt x="117872" y="169593"/>
                    </a:cubicBezTo>
                    <a:cubicBezTo>
                      <a:pt x="120158" y="169593"/>
                      <a:pt x="121825" y="169403"/>
                      <a:pt x="122873" y="169022"/>
                    </a:cubicBezTo>
                    <a:cubicBezTo>
                      <a:pt x="125254" y="168641"/>
                      <a:pt x="126968" y="168117"/>
                      <a:pt x="128016" y="167450"/>
                    </a:cubicBezTo>
                    <a:cubicBezTo>
                      <a:pt x="128302" y="167640"/>
                      <a:pt x="128659" y="167831"/>
                      <a:pt x="129088" y="168021"/>
                    </a:cubicBezTo>
                    <a:cubicBezTo>
                      <a:pt x="129516" y="168212"/>
                      <a:pt x="129778" y="168498"/>
                      <a:pt x="129874" y="168879"/>
                    </a:cubicBezTo>
                    <a:cubicBezTo>
                      <a:pt x="130540" y="168879"/>
                      <a:pt x="131064" y="168998"/>
                      <a:pt x="131445" y="169236"/>
                    </a:cubicBezTo>
                    <a:cubicBezTo>
                      <a:pt x="131826" y="169474"/>
                      <a:pt x="131778" y="169784"/>
                      <a:pt x="131302" y="170165"/>
                    </a:cubicBezTo>
                    <a:lnTo>
                      <a:pt x="131302" y="170879"/>
                    </a:lnTo>
                    <a:cubicBezTo>
                      <a:pt x="131302" y="171546"/>
                      <a:pt x="131159" y="172260"/>
                      <a:pt x="130874" y="173022"/>
                    </a:cubicBezTo>
                    <a:cubicBezTo>
                      <a:pt x="130493" y="173213"/>
                      <a:pt x="130064" y="173617"/>
                      <a:pt x="129588" y="174236"/>
                    </a:cubicBezTo>
                    <a:cubicBezTo>
                      <a:pt x="129112" y="174856"/>
                      <a:pt x="128635" y="175213"/>
                      <a:pt x="128159" y="175308"/>
                    </a:cubicBezTo>
                    <a:cubicBezTo>
                      <a:pt x="127397" y="175975"/>
                      <a:pt x="126897" y="176903"/>
                      <a:pt x="126659" y="178094"/>
                    </a:cubicBezTo>
                    <a:cubicBezTo>
                      <a:pt x="126421" y="179285"/>
                      <a:pt x="126254" y="180071"/>
                      <a:pt x="126159" y="180452"/>
                    </a:cubicBezTo>
                    <a:cubicBezTo>
                      <a:pt x="126159" y="180737"/>
                      <a:pt x="126111" y="181166"/>
                      <a:pt x="126016" y="181737"/>
                    </a:cubicBezTo>
                    <a:cubicBezTo>
                      <a:pt x="125921" y="182309"/>
                      <a:pt x="125778" y="182833"/>
                      <a:pt x="125587" y="183309"/>
                    </a:cubicBezTo>
                    <a:cubicBezTo>
                      <a:pt x="124444" y="184643"/>
                      <a:pt x="123635" y="185690"/>
                      <a:pt x="123158" y="186452"/>
                    </a:cubicBezTo>
                    <a:cubicBezTo>
                      <a:pt x="121063" y="187595"/>
                      <a:pt x="119491" y="188262"/>
                      <a:pt x="118444" y="188453"/>
                    </a:cubicBezTo>
                    <a:cubicBezTo>
                      <a:pt x="117777" y="188643"/>
                      <a:pt x="116896" y="188953"/>
                      <a:pt x="115800" y="189381"/>
                    </a:cubicBezTo>
                    <a:cubicBezTo>
                      <a:pt x="114705" y="189810"/>
                      <a:pt x="113776" y="189977"/>
                      <a:pt x="113014" y="189881"/>
                    </a:cubicBezTo>
                    <a:cubicBezTo>
                      <a:pt x="112157" y="189405"/>
                      <a:pt x="111062" y="189048"/>
                      <a:pt x="109728" y="188810"/>
                    </a:cubicBezTo>
                    <a:cubicBezTo>
                      <a:pt x="108395" y="188572"/>
                      <a:pt x="107394" y="188357"/>
                      <a:pt x="106728" y="188167"/>
                    </a:cubicBezTo>
                    <a:cubicBezTo>
                      <a:pt x="106537" y="187976"/>
                      <a:pt x="105204" y="186929"/>
                      <a:pt x="102727" y="185024"/>
                    </a:cubicBezTo>
                    <a:cubicBezTo>
                      <a:pt x="102441" y="184833"/>
                      <a:pt x="101560" y="184190"/>
                      <a:pt x="100084" y="183095"/>
                    </a:cubicBezTo>
                    <a:cubicBezTo>
                      <a:pt x="98608" y="181999"/>
                      <a:pt x="97393" y="180833"/>
                      <a:pt x="96441" y="179594"/>
                    </a:cubicBezTo>
                    <a:cubicBezTo>
                      <a:pt x="96631" y="179785"/>
                      <a:pt x="95250" y="178689"/>
                      <a:pt x="92297" y="176308"/>
                    </a:cubicBezTo>
                    <a:cubicBezTo>
                      <a:pt x="88392" y="173355"/>
                      <a:pt x="85439" y="170736"/>
                      <a:pt x="83439" y="168450"/>
                    </a:cubicBezTo>
                    <a:cubicBezTo>
                      <a:pt x="83344" y="168260"/>
                      <a:pt x="83249" y="167926"/>
                      <a:pt x="83153" y="167450"/>
                    </a:cubicBezTo>
                    <a:cubicBezTo>
                      <a:pt x="83058" y="166974"/>
                      <a:pt x="82939" y="166640"/>
                      <a:pt x="82796" y="166450"/>
                    </a:cubicBezTo>
                    <a:cubicBezTo>
                      <a:pt x="82653" y="166259"/>
                      <a:pt x="82439" y="166259"/>
                      <a:pt x="82153" y="166450"/>
                    </a:cubicBezTo>
                    <a:cubicBezTo>
                      <a:pt x="81677" y="166926"/>
                      <a:pt x="81010" y="167926"/>
                      <a:pt x="80153" y="169450"/>
                    </a:cubicBezTo>
                    <a:cubicBezTo>
                      <a:pt x="79582" y="170117"/>
                      <a:pt x="78867" y="171022"/>
                      <a:pt x="78010" y="172165"/>
                    </a:cubicBezTo>
                    <a:cubicBezTo>
                      <a:pt x="77153" y="173308"/>
                      <a:pt x="76272" y="174236"/>
                      <a:pt x="75367" y="174951"/>
                    </a:cubicBezTo>
                    <a:cubicBezTo>
                      <a:pt x="74462" y="175665"/>
                      <a:pt x="73486" y="176070"/>
                      <a:pt x="72438" y="176165"/>
                    </a:cubicBezTo>
                    <a:cubicBezTo>
                      <a:pt x="71485" y="176832"/>
                      <a:pt x="70461" y="177713"/>
                      <a:pt x="69366" y="178808"/>
                    </a:cubicBezTo>
                    <a:cubicBezTo>
                      <a:pt x="68271" y="179904"/>
                      <a:pt x="67437" y="180690"/>
                      <a:pt x="66866" y="181166"/>
                    </a:cubicBezTo>
                    <a:cubicBezTo>
                      <a:pt x="65246" y="181737"/>
                      <a:pt x="62913" y="182880"/>
                      <a:pt x="59865" y="184595"/>
                    </a:cubicBezTo>
                    <a:cubicBezTo>
                      <a:pt x="59198" y="184785"/>
                      <a:pt x="58293" y="185143"/>
                      <a:pt x="57150" y="185666"/>
                    </a:cubicBezTo>
                    <a:cubicBezTo>
                      <a:pt x="56007" y="186190"/>
                      <a:pt x="55150" y="186548"/>
                      <a:pt x="54578" y="186738"/>
                    </a:cubicBezTo>
                    <a:cubicBezTo>
                      <a:pt x="53531" y="186643"/>
                      <a:pt x="52673" y="186500"/>
                      <a:pt x="52007" y="186309"/>
                    </a:cubicBezTo>
                    <a:cubicBezTo>
                      <a:pt x="51340" y="186119"/>
                      <a:pt x="50768" y="185786"/>
                      <a:pt x="50292" y="185309"/>
                    </a:cubicBezTo>
                    <a:cubicBezTo>
                      <a:pt x="50102" y="185214"/>
                      <a:pt x="49697" y="185095"/>
                      <a:pt x="49078" y="184952"/>
                    </a:cubicBezTo>
                    <a:cubicBezTo>
                      <a:pt x="48459" y="184809"/>
                      <a:pt x="47911" y="184595"/>
                      <a:pt x="47435" y="184309"/>
                    </a:cubicBezTo>
                    <a:lnTo>
                      <a:pt x="46720" y="184309"/>
                    </a:lnTo>
                    <a:cubicBezTo>
                      <a:pt x="45958" y="184309"/>
                      <a:pt x="45315" y="184095"/>
                      <a:pt x="44791" y="183666"/>
                    </a:cubicBezTo>
                    <a:cubicBezTo>
                      <a:pt x="44268" y="183238"/>
                      <a:pt x="44006" y="182642"/>
                      <a:pt x="44006" y="181880"/>
                    </a:cubicBezTo>
                    <a:cubicBezTo>
                      <a:pt x="44006" y="181595"/>
                      <a:pt x="44077" y="181190"/>
                      <a:pt x="44220" y="180666"/>
                    </a:cubicBezTo>
                    <a:cubicBezTo>
                      <a:pt x="44363" y="180142"/>
                      <a:pt x="44387" y="179690"/>
                      <a:pt x="44291" y="179309"/>
                    </a:cubicBezTo>
                    <a:cubicBezTo>
                      <a:pt x="44768" y="178832"/>
                      <a:pt x="45482" y="178404"/>
                      <a:pt x="46434" y="178023"/>
                    </a:cubicBezTo>
                    <a:cubicBezTo>
                      <a:pt x="47387" y="177642"/>
                      <a:pt x="48101" y="177356"/>
                      <a:pt x="48578" y="177165"/>
                    </a:cubicBezTo>
                    <a:cubicBezTo>
                      <a:pt x="50673" y="176784"/>
                      <a:pt x="52197" y="176213"/>
                      <a:pt x="53150" y="175451"/>
                    </a:cubicBezTo>
                    <a:cubicBezTo>
                      <a:pt x="54007" y="174498"/>
                      <a:pt x="55174" y="173665"/>
                      <a:pt x="56650" y="172951"/>
                    </a:cubicBezTo>
                    <a:cubicBezTo>
                      <a:pt x="58126" y="172236"/>
                      <a:pt x="59198" y="171689"/>
                      <a:pt x="59865" y="171308"/>
                    </a:cubicBezTo>
                    <a:cubicBezTo>
                      <a:pt x="61389" y="169879"/>
                      <a:pt x="62865" y="168736"/>
                      <a:pt x="64294" y="167879"/>
                    </a:cubicBezTo>
                    <a:cubicBezTo>
                      <a:pt x="65342" y="167021"/>
                      <a:pt x="66270" y="165997"/>
                      <a:pt x="67080" y="164807"/>
                    </a:cubicBezTo>
                    <a:cubicBezTo>
                      <a:pt x="67890" y="163616"/>
                      <a:pt x="68390" y="162926"/>
                      <a:pt x="68580" y="162735"/>
                    </a:cubicBezTo>
                    <a:cubicBezTo>
                      <a:pt x="69152" y="161783"/>
                      <a:pt x="69818" y="160830"/>
                      <a:pt x="70580" y="159878"/>
                    </a:cubicBezTo>
                    <a:cubicBezTo>
                      <a:pt x="70771" y="159687"/>
                      <a:pt x="71176" y="159258"/>
                      <a:pt x="71795" y="158592"/>
                    </a:cubicBezTo>
                    <a:cubicBezTo>
                      <a:pt x="72414" y="157925"/>
                      <a:pt x="72819" y="157258"/>
                      <a:pt x="73009" y="156591"/>
                    </a:cubicBezTo>
                    <a:cubicBezTo>
                      <a:pt x="74057" y="155163"/>
                      <a:pt x="75343" y="152924"/>
                      <a:pt x="76867" y="149876"/>
                    </a:cubicBezTo>
                    <a:cubicBezTo>
                      <a:pt x="78010" y="146447"/>
                      <a:pt x="79629" y="143876"/>
                      <a:pt x="81725" y="142161"/>
                    </a:cubicBezTo>
                    <a:close/>
                    <a:moveTo>
                      <a:pt x="36862" y="99013"/>
                    </a:moveTo>
                    <a:cubicBezTo>
                      <a:pt x="36671" y="99108"/>
                      <a:pt x="36314" y="99227"/>
                      <a:pt x="35790" y="99370"/>
                    </a:cubicBezTo>
                    <a:cubicBezTo>
                      <a:pt x="35266" y="99513"/>
                      <a:pt x="35052" y="99822"/>
                      <a:pt x="35147" y="100299"/>
                    </a:cubicBezTo>
                    <a:cubicBezTo>
                      <a:pt x="35338" y="100203"/>
                      <a:pt x="35671" y="100108"/>
                      <a:pt x="36148" y="100013"/>
                    </a:cubicBezTo>
                    <a:cubicBezTo>
                      <a:pt x="36624" y="99918"/>
                      <a:pt x="36910" y="99680"/>
                      <a:pt x="37005" y="99299"/>
                    </a:cubicBezTo>
                    <a:close/>
                    <a:moveTo>
                      <a:pt x="20717" y="94869"/>
                    </a:moveTo>
                    <a:lnTo>
                      <a:pt x="22289" y="95012"/>
                    </a:lnTo>
                    <a:cubicBezTo>
                      <a:pt x="22574" y="95108"/>
                      <a:pt x="23027" y="95274"/>
                      <a:pt x="23646" y="95512"/>
                    </a:cubicBezTo>
                    <a:cubicBezTo>
                      <a:pt x="24265" y="95750"/>
                      <a:pt x="24718" y="96108"/>
                      <a:pt x="25003" y="96584"/>
                    </a:cubicBezTo>
                    <a:cubicBezTo>
                      <a:pt x="22527" y="95822"/>
                      <a:pt x="20669" y="95298"/>
                      <a:pt x="19431" y="95012"/>
                    </a:cubicBezTo>
                    <a:close/>
                    <a:moveTo>
                      <a:pt x="46720" y="83154"/>
                    </a:moveTo>
                    <a:cubicBezTo>
                      <a:pt x="45577" y="83344"/>
                      <a:pt x="44720" y="83535"/>
                      <a:pt x="44148" y="83725"/>
                    </a:cubicBezTo>
                    <a:lnTo>
                      <a:pt x="44148" y="83868"/>
                    </a:lnTo>
                    <a:lnTo>
                      <a:pt x="46720" y="83297"/>
                    </a:lnTo>
                    <a:close/>
                    <a:moveTo>
                      <a:pt x="73438" y="40005"/>
                    </a:moveTo>
                    <a:lnTo>
                      <a:pt x="74009" y="40434"/>
                    </a:lnTo>
                    <a:cubicBezTo>
                      <a:pt x="74200" y="40625"/>
                      <a:pt x="74581" y="40815"/>
                      <a:pt x="75152" y="41006"/>
                    </a:cubicBezTo>
                    <a:cubicBezTo>
                      <a:pt x="76772" y="41196"/>
                      <a:pt x="77962" y="41625"/>
                      <a:pt x="78724" y="42291"/>
                    </a:cubicBezTo>
                    <a:cubicBezTo>
                      <a:pt x="80344" y="44387"/>
                      <a:pt x="81153" y="46816"/>
                      <a:pt x="81153" y="49578"/>
                    </a:cubicBezTo>
                    <a:cubicBezTo>
                      <a:pt x="81153" y="50531"/>
                      <a:pt x="80820" y="51245"/>
                      <a:pt x="80153" y="51721"/>
                    </a:cubicBezTo>
                    <a:cubicBezTo>
                      <a:pt x="79486" y="52197"/>
                      <a:pt x="78581" y="52650"/>
                      <a:pt x="77438" y="53078"/>
                    </a:cubicBezTo>
                    <a:cubicBezTo>
                      <a:pt x="76295" y="53507"/>
                      <a:pt x="75486" y="53864"/>
                      <a:pt x="75010" y="54150"/>
                    </a:cubicBezTo>
                    <a:cubicBezTo>
                      <a:pt x="74628" y="54245"/>
                      <a:pt x="73866" y="54364"/>
                      <a:pt x="72724" y="54507"/>
                    </a:cubicBezTo>
                    <a:cubicBezTo>
                      <a:pt x="71580" y="54650"/>
                      <a:pt x="70533" y="54912"/>
                      <a:pt x="69580" y="55293"/>
                    </a:cubicBezTo>
                    <a:cubicBezTo>
                      <a:pt x="69104" y="55293"/>
                      <a:pt x="68485" y="55103"/>
                      <a:pt x="67723" y="54722"/>
                    </a:cubicBezTo>
                    <a:cubicBezTo>
                      <a:pt x="62960" y="55388"/>
                      <a:pt x="56293" y="56769"/>
                      <a:pt x="47720" y="58865"/>
                    </a:cubicBezTo>
                    <a:lnTo>
                      <a:pt x="47863" y="63866"/>
                    </a:lnTo>
                    <a:cubicBezTo>
                      <a:pt x="48530" y="63580"/>
                      <a:pt x="49816" y="62984"/>
                      <a:pt x="51721" y="62080"/>
                    </a:cubicBezTo>
                    <a:cubicBezTo>
                      <a:pt x="53626" y="61175"/>
                      <a:pt x="55436" y="60675"/>
                      <a:pt x="57150" y="60579"/>
                    </a:cubicBezTo>
                    <a:cubicBezTo>
                      <a:pt x="57436" y="60484"/>
                      <a:pt x="58103" y="60270"/>
                      <a:pt x="59150" y="59936"/>
                    </a:cubicBezTo>
                    <a:cubicBezTo>
                      <a:pt x="60198" y="59603"/>
                      <a:pt x="61055" y="59151"/>
                      <a:pt x="61722" y="58579"/>
                    </a:cubicBezTo>
                    <a:cubicBezTo>
                      <a:pt x="63246" y="58484"/>
                      <a:pt x="64532" y="58508"/>
                      <a:pt x="65580" y="58651"/>
                    </a:cubicBezTo>
                    <a:cubicBezTo>
                      <a:pt x="66628" y="58793"/>
                      <a:pt x="67580" y="59198"/>
                      <a:pt x="68437" y="59865"/>
                    </a:cubicBezTo>
                    <a:cubicBezTo>
                      <a:pt x="69390" y="60246"/>
                      <a:pt x="69961" y="60675"/>
                      <a:pt x="70152" y="61151"/>
                    </a:cubicBezTo>
                    <a:cubicBezTo>
                      <a:pt x="70533" y="61437"/>
                      <a:pt x="71057" y="61984"/>
                      <a:pt x="71723" y="62794"/>
                    </a:cubicBezTo>
                    <a:cubicBezTo>
                      <a:pt x="72390" y="63604"/>
                      <a:pt x="72962" y="64199"/>
                      <a:pt x="73438" y="64580"/>
                    </a:cubicBezTo>
                    <a:cubicBezTo>
                      <a:pt x="73914" y="64961"/>
                      <a:pt x="74486" y="65199"/>
                      <a:pt x="75152" y="65294"/>
                    </a:cubicBezTo>
                    <a:cubicBezTo>
                      <a:pt x="75914" y="66056"/>
                      <a:pt x="76295" y="67390"/>
                      <a:pt x="76295" y="69295"/>
                    </a:cubicBezTo>
                    <a:lnTo>
                      <a:pt x="74581" y="74295"/>
                    </a:lnTo>
                    <a:cubicBezTo>
                      <a:pt x="73438" y="77439"/>
                      <a:pt x="72581" y="80201"/>
                      <a:pt x="72009" y="82582"/>
                    </a:cubicBezTo>
                    <a:cubicBezTo>
                      <a:pt x="71438" y="84963"/>
                      <a:pt x="71200" y="87392"/>
                      <a:pt x="71295" y="89869"/>
                    </a:cubicBezTo>
                    <a:cubicBezTo>
                      <a:pt x="71390" y="90821"/>
                      <a:pt x="71580" y="92107"/>
                      <a:pt x="71866" y="93726"/>
                    </a:cubicBezTo>
                    <a:cubicBezTo>
                      <a:pt x="72152" y="95346"/>
                      <a:pt x="72247" y="96774"/>
                      <a:pt x="72152" y="98013"/>
                    </a:cubicBezTo>
                    <a:cubicBezTo>
                      <a:pt x="71962" y="99156"/>
                      <a:pt x="71580" y="100370"/>
                      <a:pt x="71009" y="101656"/>
                    </a:cubicBezTo>
                    <a:cubicBezTo>
                      <a:pt x="70438" y="102942"/>
                      <a:pt x="70057" y="103823"/>
                      <a:pt x="69866" y="104299"/>
                    </a:cubicBezTo>
                    <a:cubicBezTo>
                      <a:pt x="69294" y="104966"/>
                      <a:pt x="67913" y="106061"/>
                      <a:pt x="65723" y="107585"/>
                    </a:cubicBezTo>
                    <a:cubicBezTo>
                      <a:pt x="65532" y="107681"/>
                      <a:pt x="65151" y="107895"/>
                      <a:pt x="64580" y="108228"/>
                    </a:cubicBezTo>
                    <a:cubicBezTo>
                      <a:pt x="64008" y="108562"/>
                      <a:pt x="63484" y="108633"/>
                      <a:pt x="63008" y="108443"/>
                    </a:cubicBezTo>
                    <a:cubicBezTo>
                      <a:pt x="62532" y="108728"/>
                      <a:pt x="61984" y="109085"/>
                      <a:pt x="61365" y="109514"/>
                    </a:cubicBezTo>
                    <a:cubicBezTo>
                      <a:pt x="60746" y="109943"/>
                      <a:pt x="60293" y="110300"/>
                      <a:pt x="60008" y="110586"/>
                    </a:cubicBezTo>
                    <a:cubicBezTo>
                      <a:pt x="56102" y="111538"/>
                      <a:pt x="54769" y="111491"/>
                      <a:pt x="56007" y="110443"/>
                    </a:cubicBezTo>
                    <a:lnTo>
                      <a:pt x="55436" y="110300"/>
                    </a:lnTo>
                    <a:cubicBezTo>
                      <a:pt x="55055" y="110300"/>
                      <a:pt x="54721" y="110348"/>
                      <a:pt x="54436" y="110443"/>
                    </a:cubicBezTo>
                    <a:cubicBezTo>
                      <a:pt x="54150" y="110538"/>
                      <a:pt x="53912" y="110633"/>
                      <a:pt x="53721" y="110729"/>
                    </a:cubicBezTo>
                    <a:cubicBezTo>
                      <a:pt x="53435" y="111014"/>
                      <a:pt x="52864" y="111157"/>
                      <a:pt x="52007" y="111157"/>
                    </a:cubicBezTo>
                    <a:cubicBezTo>
                      <a:pt x="51245" y="111157"/>
                      <a:pt x="50673" y="111110"/>
                      <a:pt x="50292" y="111014"/>
                    </a:cubicBezTo>
                    <a:cubicBezTo>
                      <a:pt x="50102" y="111586"/>
                      <a:pt x="49792" y="111943"/>
                      <a:pt x="49363" y="112086"/>
                    </a:cubicBezTo>
                    <a:cubicBezTo>
                      <a:pt x="48935" y="112229"/>
                      <a:pt x="48482" y="112324"/>
                      <a:pt x="48006" y="112372"/>
                    </a:cubicBezTo>
                    <a:cubicBezTo>
                      <a:pt x="47530" y="112419"/>
                      <a:pt x="47196" y="112443"/>
                      <a:pt x="47006" y="112443"/>
                    </a:cubicBezTo>
                    <a:cubicBezTo>
                      <a:pt x="46244" y="111872"/>
                      <a:pt x="45292" y="111514"/>
                      <a:pt x="44148" y="111371"/>
                    </a:cubicBezTo>
                    <a:cubicBezTo>
                      <a:pt x="43006" y="111229"/>
                      <a:pt x="42148" y="111110"/>
                      <a:pt x="41577" y="111014"/>
                    </a:cubicBezTo>
                    <a:cubicBezTo>
                      <a:pt x="41005" y="110729"/>
                      <a:pt x="40243" y="110205"/>
                      <a:pt x="39291" y="109443"/>
                    </a:cubicBezTo>
                    <a:cubicBezTo>
                      <a:pt x="38529" y="109347"/>
                      <a:pt x="37600" y="109347"/>
                      <a:pt x="36505" y="109443"/>
                    </a:cubicBezTo>
                    <a:cubicBezTo>
                      <a:pt x="35409" y="109538"/>
                      <a:pt x="34528" y="109586"/>
                      <a:pt x="33862" y="109586"/>
                    </a:cubicBezTo>
                    <a:cubicBezTo>
                      <a:pt x="32242" y="109586"/>
                      <a:pt x="30909" y="109347"/>
                      <a:pt x="29861" y="108871"/>
                    </a:cubicBezTo>
                    <a:cubicBezTo>
                      <a:pt x="29670" y="107919"/>
                      <a:pt x="29456" y="107180"/>
                      <a:pt x="29218" y="106657"/>
                    </a:cubicBezTo>
                    <a:cubicBezTo>
                      <a:pt x="28980" y="106133"/>
                      <a:pt x="28575" y="105776"/>
                      <a:pt x="28004" y="105585"/>
                    </a:cubicBezTo>
                    <a:cubicBezTo>
                      <a:pt x="27623" y="105204"/>
                      <a:pt x="27194" y="104704"/>
                      <a:pt x="26718" y="104085"/>
                    </a:cubicBezTo>
                    <a:cubicBezTo>
                      <a:pt x="26242" y="103466"/>
                      <a:pt x="25765" y="102989"/>
                      <a:pt x="25289" y="102656"/>
                    </a:cubicBezTo>
                    <a:cubicBezTo>
                      <a:pt x="24813" y="102323"/>
                      <a:pt x="24289" y="102156"/>
                      <a:pt x="23717" y="102156"/>
                    </a:cubicBezTo>
                    <a:cubicBezTo>
                      <a:pt x="23336" y="103109"/>
                      <a:pt x="22527" y="103585"/>
                      <a:pt x="21288" y="103585"/>
                    </a:cubicBezTo>
                    <a:cubicBezTo>
                      <a:pt x="20907" y="103585"/>
                      <a:pt x="20336" y="103490"/>
                      <a:pt x="19574" y="103299"/>
                    </a:cubicBezTo>
                    <a:cubicBezTo>
                      <a:pt x="18050" y="102442"/>
                      <a:pt x="17098" y="101727"/>
                      <a:pt x="16716" y="101156"/>
                    </a:cubicBezTo>
                    <a:cubicBezTo>
                      <a:pt x="16050" y="100680"/>
                      <a:pt x="15050" y="99584"/>
                      <a:pt x="13716" y="97870"/>
                    </a:cubicBezTo>
                    <a:cubicBezTo>
                      <a:pt x="13907" y="97870"/>
                      <a:pt x="14216" y="97917"/>
                      <a:pt x="14645" y="98013"/>
                    </a:cubicBezTo>
                    <a:cubicBezTo>
                      <a:pt x="15073" y="98108"/>
                      <a:pt x="15335" y="97965"/>
                      <a:pt x="15431" y="97584"/>
                    </a:cubicBezTo>
                    <a:cubicBezTo>
                      <a:pt x="15335" y="97108"/>
                      <a:pt x="15026" y="96655"/>
                      <a:pt x="14502" y="96227"/>
                    </a:cubicBezTo>
                    <a:cubicBezTo>
                      <a:pt x="13978" y="95798"/>
                      <a:pt x="13573" y="95441"/>
                      <a:pt x="13288" y="95155"/>
                    </a:cubicBezTo>
                    <a:cubicBezTo>
                      <a:pt x="12716" y="94774"/>
                      <a:pt x="12002" y="94322"/>
                      <a:pt x="11144" y="93798"/>
                    </a:cubicBezTo>
                    <a:cubicBezTo>
                      <a:pt x="10287" y="93274"/>
                      <a:pt x="9644" y="92822"/>
                      <a:pt x="9216" y="92441"/>
                    </a:cubicBezTo>
                    <a:cubicBezTo>
                      <a:pt x="8787" y="92060"/>
                      <a:pt x="8620" y="91631"/>
                      <a:pt x="8716" y="91155"/>
                    </a:cubicBezTo>
                    <a:cubicBezTo>
                      <a:pt x="9096" y="91345"/>
                      <a:pt x="9620" y="91702"/>
                      <a:pt x="10287" y="92226"/>
                    </a:cubicBezTo>
                    <a:cubicBezTo>
                      <a:pt x="10954" y="92750"/>
                      <a:pt x="11573" y="92964"/>
                      <a:pt x="12144" y="92869"/>
                    </a:cubicBezTo>
                    <a:cubicBezTo>
                      <a:pt x="13764" y="93822"/>
                      <a:pt x="15407" y="94607"/>
                      <a:pt x="17074" y="95227"/>
                    </a:cubicBezTo>
                    <a:cubicBezTo>
                      <a:pt x="18741" y="95846"/>
                      <a:pt x="20860" y="96536"/>
                      <a:pt x="23432" y="97298"/>
                    </a:cubicBezTo>
                    <a:cubicBezTo>
                      <a:pt x="24098" y="97489"/>
                      <a:pt x="24979" y="97751"/>
                      <a:pt x="26075" y="98084"/>
                    </a:cubicBezTo>
                    <a:cubicBezTo>
                      <a:pt x="27170" y="98417"/>
                      <a:pt x="28432" y="98870"/>
                      <a:pt x="29861" y="99441"/>
                    </a:cubicBezTo>
                    <a:cubicBezTo>
                      <a:pt x="30147" y="99537"/>
                      <a:pt x="30623" y="99584"/>
                      <a:pt x="31290" y="99584"/>
                    </a:cubicBezTo>
                    <a:cubicBezTo>
                      <a:pt x="31861" y="99584"/>
                      <a:pt x="32290" y="99537"/>
                      <a:pt x="32576" y="99441"/>
                    </a:cubicBezTo>
                    <a:cubicBezTo>
                      <a:pt x="33433" y="99156"/>
                      <a:pt x="34766" y="98751"/>
                      <a:pt x="36576" y="98227"/>
                    </a:cubicBezTo>
                    <a:cubicBezTo>
                      <a:pt x="38386" y="97703"/>
                      <a:pt x="40005" y="97132"/>
                      <a:pt x="41434" y="96512"/>
                    </a:cubicBezTo>
                    <a:cubicBezTo>
                      <a:pt x="42863" y="95893"/>
                      <a:pt x="44196" y="95155"/>
                      <a:pt x="45434" y="94298"/>
                    </a:cubicBezTo>
                    <a:cubicBezTo>
                      <a:pt x="45530" y="94393"/>
                      <a:pt x="45530" y="94512"/>
                      <a:pt x="45434" y="94655"/>
                    </a:cubicBezTo>
                    <a:cubicBezTo>
                      <a:pt x="45339" y="94798"/>
                      <a:pt x="45244" y="94917"/>
                      <a:pt x="45149" y="95012"/>
                    </a:cubicBezTo>
                    <a:cubicBezTo>
                      <a:pt x="44672" y="95393"/>
                      <a:pt x="44077" y="95870"/>
                      <a:pt x="43363" y="96441"/>
                    </a:cubicBezTo>
                    <a:cubicBezTo>
                      <a:pt x="42648" y="97013"/>
                      <a:pt x="42077" y="97513"/>
                      <a:pt x="41648" y="97941"/>
                    </a:cubicBezTo>
                    <a:cubicBezTo>
                      <a:pt x="41220" y="98370"/>
                      <a:pt x="41053" y="98775"/>
                      <a:pt x="41148" y="99156"/>
                    </a:cubicBezTo>
                    <a:lnTo>
                      <a:pt x="44006" y="98441"/>
                    </a:lnTo>
                    <a:cubicBezTo>
                      <a:pt x="45244" y="97775"/>
                      <a:pt x="46387" y="96989"/>
                      <a:pt x="47435" y="96084"/>
                    </a:cubicBezTo>
                    <a:cubicBezTo>
                      <a:pt x="48482" y="95179"/>
                      <a:pt x="49768" y="93917"/>
                      <a:pt x="51292" y="92298"/>
                    </a:cubicBezTo>
                    <a:lnTo>
                      <a:pt x="53435" y="90012"/>
                    </a:lnTo>
                    <a:cubicBezTo>
                      <a:pt x="53531" y="88297"/>
                      <a:pt x="53459" y="86726"/>
                      <a:pt x="53221" y="85297"/>
                    </a:cubicBezTo>
                    <a:cubicBezTo>
                      <a:pt x="52983" y="83868"/>
                      <a:pt x="52530" y="83297"/>
                      <a:pt x="51864" y="83582"/>
                    </a:cubicBezTo>
                    <a:lnTo>
                      <a:pt x="52007" y="81582"/>
                    </a:lnTo>
                    <a:cubicBezTo>
                      <a:pt x="52007" y="81296"/>
                      <a:pt x="51911" y="80868"/>
                      <a:pt x="51721" y="80296"/>
                    </a:cubicBezTo>
                    <a:lnTo>
                      <a:pt x="48720" y="82439"/>
                    </a:lnTo>
                    <a:cubicBezTo>
                      <a:pt x="48816" y="82630"/>
                      <a:pt x="49006" y="82654"/>
                      <a:pt x="49292" y="82511"/>
                    </a:cubicBezTo>
                    <a:cubicBezTo>
                      <a:pt x="49578" y="82368"/>
                      <a:pt x="49768" y="82249"/>
                      <a:pt x="49864" y="82154"/>
                    </a:cubicBezTo>
                    <a:cubicBezTo>
                      <a:pt x="49864" y="82154"/>
                      <a:pt x="49887" y="82177"/>
                      <a:pt x="49935" y="82225"/>
                    </a:cubicBezTo>
                    <a:cubicBezTo>
                      <a:pt x="49983" y="82273"/>
                      <a:pt x="50006" y="82296"/>
                      <a:pt x="50006" y="82296"/>
                    </a:cubicBezTo>
                    <a:cubicBezTo>
                      <a:pt x="50006" y="82487"/>
                      <a:pt x="49816" y="82654"/>
                      <a:pt x="49435" y="82796"/>
                    </a:cubicBezTo>
                    <a:cubicBezTo>
                      <a:pt x="49054" y="82939"/>
                      <a:pt x="48768" y="83058"/>
                      <a:pt x="48578" y="83154"/>
                    </a:cubicBezTo>
                    <a:cubicBezTo>
                      <a:pt x="46482" y="83725"/>
                      <a:pt x="44958" y="84059"/>
                      <a:pt x="44006" y="84154"/>
                    </a:cubicBezTo>
                    <a:cubicBezTo>
                      <a:pt x="43244" y="83773"/>
                      <a:pt x="42339" y="83582"/>
                      <a:pt x="41291" y="83582"/>
                    </a:cubicBezTo>
                    <a:cubicBezTo>
                      <a:pt x="40338" y="83201"/>
                      <a:pt x="39600" y="82820"/>
                      <a:pt x="39076" y="82439"/>
                    </a:cubicBezTo>
                    <a:cubicBezTo>
                      <a:pt x="38553" y="82058"/>
                      <a:pt x="38148" y="81534"/>
                      <a:pt x="37862" y="80868"/>
                    </a:cubicBezTo>
                    <a:cubicBezTo>
                      <a:pt x="37481" y="80582"/>
                      <a:pt x="36838" y="80106"/>
                      <a:pt x="35933" y="79439"/>
                    </a:cubicBezTo>
                    <a:cubicBezTo>
                      <a:pt x="35028" y="78772"/>
                      <a:pt x="34481" y="78058"/>
                      <a:pt x="34290" y="77296"/>
                    </a:cubicBezTo>
                    <a:cubicBezTo>
                      <a:pt x="34004" y="75677"/>
                      <a:pt x="33862" y="74153"/>
                      <a:pt x="33862" y="72724"/>
                    </a:cubicBezTo>
                    <a:cubicBezTo>
                      <a:pt x="33862" y="70533"/>
                      <a:pt x="34242" y="67342"/>
                      <a:pt x="35004" y="63151"/>
                    </a:cubicBezTo>
                    <a:cubicBezTo>
                      <a:pt x="35004" y="62580"/>
                      <a:pt x="34814" y="62103"/>
                      <a:pt x="34433" y="61722"/>
                    </a:cubicBezTo>
                    <a:cubicBezTo>
                      <a:pt x="34052" y="61341"/>
                      <a:pt x="33623" y="61294"/>
                      <a:pt x="33147" y="61580"/>
                    </a:cubicBezTo>
                    <a:cubicBezTo>
                      <a:pt x="32957" y="61865"/>
                      <a:pt x="32385" y="62151"/>
                      <a:pt x="31433" y="62437"/>
                    </a:cubicBezTo>
                    <a:lnTo>
                      <a:pt x="27718" y="62865"/>
                    </a:lnTo>
                    <a:cubicBezTo>
                      <a:pt x="23908" y="63437"/>
                      <a:pt x="20955" y="63675"/>
                      <a:pt x="18860" y="63580"/>
                    </a:cubicBezTo>
                    <a:lnTo>
                      <a:pt x="16002" y="60865"/>
                    </a:lnTo>
                    <a:cubicBezTo>
                      <a:pt x="13621" y="58484"/>
                      <a:pt x="11716" y="56817"/>
                      <a:pt x="10287" y="55865"/>
                    </a:cubicBezTo>
                    <a:cubicBezTo>
                      <a:pt x="10097" y="55769"/>
                      <a:pt x="9739" y="55626"/>
                      <a:pt x="9216" y="55436"/>
                    </a:cubicBezTo>
                    <a:cubicBezTo>
                      <a:pt x="8692" y="55245"/>
                      <a:pt x="8192" y="55150"/>
                      <a:pt x="7715" y="55150"/>
                    </a:cubicBezTo>
                    <a:cubicBezTo>
                      <a:pt x="7049" y="54674"/>
                      <a:pt x="6525" y="54055"/>
                      <a:pt x="6144" y="53293"/>
                    </a:cubicBezTo>
                    <a:cubicBezTo>
                      <a:pt x="5763" y="52531"/>
                      <a:pt x="5477" y="52007"/>
                      <a:pt x="5286" y="51721"/>
                    </a:cubicBezTo>
                    <a:cubicBezTo>
                      <a:pt x="5763" y="50388"/>
                      <a:pt x="6334" y="49721"/>
                      <a:pt x="7001" y="49721"/>
                    </a:cubicBezTo>
                    <a:cubicBezTo>
                      <a:pt x="7382" y="49721"/>
                      <a:pt x="7763" y="49911"/>
                      <a:pt x="8144" y="50292"/>
                    </a:cubicBezTo>
                    <a:cubicBezTo>
                      <a:pt x="8716" y="50483"/>
                      <a:pt x="9144" y="50578"/>
                      <a:pt x="9430" y="50578"/>
                    </a:cubicBezTo>
                    <a:cubicBezTo>
                      <a:pt x="10573" y="50578"/>
                      <a:pt x="11097" y="49959"/>
                      <a:pt x="11002" y="48721"/>
                    </a:cubicBezTo>
                    <a:cubicBezTo>
                      <a:pt x="11573" y="48435"/>
                      <a:pt x="12526" y="48292"/>
                      <a:pt x="13859" y="48292"/>
                    </a:cubicBezTo>
                    <a:cubicBezTo>
                      <a:pt x="14526" y="48292"/>
                      <a:pt x="15335" y="48340"/>
                      <a:pt x="16288" y="48435"/>
                    </a:cubicBezTo>
                    <a:cubicBezTo>
                      <a:pt x="17240" y="48530"/>
                      <a:pt x="18050" y="48530"/>
                      <a:pt x="18717" y="48435"/>
                    </a:cubicBezTo>
                    <a:cubicBezTo>
                      <a:pt x="21574" y="48816"/>
                      <a:pt x="23717" y="49007"/>
                      <a:pt x="25146" y="49007"/>
                    </a:cubicBezTo>
                    <a:lnTo>
                      <a:pt x="27146" y="48864"/>
                    </a:lnTo>
                    <a:cubicBezTo>
                      <a:pt x="27623" y="48768"/>
                      <a:pt x="28361" y="48554"/>
                      <a:pt x="29361" y="48221"/>
                    </a:cubicBezTo>
                    <a:cubicBezTo>
                      <a:pt x="30361" y="47887"/>
                      <a:pt x="31290" y="47768"/>
                      <a:pt x="32147" y="47864"/>
                    </a:cubicBezTo>
                    <a:cubicBezTo>
                      <a:pt x="32719" y="48149"/>
                      <a:pt x="33338" y="48292"/>
                      <a:pt x="34004" y="48292"/>
                    </a:cubicBezTo>
                    <a:cubicBezTo>
                      <a:pt x="34671" y="48292"/>
                      <a:pt x="35100" y="48292"/>
                      <a:pt x="35290" y="48292"/>
                    </a:cubicBezTo>
                    <a:cubicBezTo>
                      <a:pt x="37290" y="47721"/>
                      <a:pt x="40291" y="46959"/>
                      <a:pt x="44291" y="46006"/>
                    </a:cubicBezTo>
                    <a:cubicBezTo>
                      <a:pt x="48959" y="44958"/>
                      <a:pt x="53340" y="43815"/>
                      <a:pt x="57436" y="42577"/>
                    </a:cubicBezTo>
                    <a:cubicBezTo>
                      <a:pt x="57817" y="42577"/>
                      <a:pt x="58269" y="42553"/>
                      <a:pt x="58793" y="42506"/>
                    </a:cubicBezTo>
                    <a:cubicBezTo>
                      <a:pt x="59317" y="42458"/>
                      <a:pt x="59960" y="42482"/>
                      <a:pt x="60722" y="42577"/>
                    </a:cubicBezTo>
                    <a:cubicBezTo>
                      <a:pt x="61198" y="42863"/>
                      <a:pt x="61532" y="43006"/>
                      <a:pt x="61722" y="43006"/>
                    </a:cubicBezTo>
                    <a:cubicBezTo>
                      <a:pt x="62198" y="43006"/>
                      <a:pt x="62841" y="42768"/>
                      <a:pt x="63651" y="42291"/>
                    </a:cubicBezTo>
                    <a:cubicBezTo>
                      <a:pt x="64461" y="41815"/>
                      <a:pt x="65056" y="41529"/>
                      <a:pt x="65437" y="41434"/>
                    </a:cubicBezTo>
                    <a:cubicBezTo>
                      <a:pt x="65532" y="41244"/>
                      <a:pt x="65723" y="41148"/>
                      <a:pt x="66008" y="41148"/>
                    </a:cubicBezTo>
                    <a:cubicBezTo>
                      <a:pt x="66104" y="41148"/>
                      <a:pt x="66580" y="41291"/>
                      <a:pt x="67437" y="41577"/>
                    </a:cubicBezTo>
                    <a:cubicBezTo>
                      <a:pt x="68390" y="41006"/>
                      <a:pt x="69152" y="40625"/>
                      <a:pt x="69723" y="40434"/>
                    </a:cubicBezTo>
                    <a:cubicBezTo>
                      <a:pt x="70104" y="40434"/>
                      <a:pt x="70699" y="40315"/>
                      <a:pt x="71509" y="40077"/>
                    </a:cubicBezTo>
                    <a:cubicBezTo>
                      <a:pt x="72319" y="39839"/>
                      <a:pt x="72962" y="39815"/>
                      <a:pt x="73438" y="40005"/>
                    </a:cubicBezTo>
                    <a:close/>
                    <a:moveTo>
                      <a:pt x="56579" y="28147"/>
                    </a:moveTo>
                    <a:lnTo>
                      <a:pt x="60293" y="28433"/>
                    </a:lnTo>
                    <a:cubicBezTo>
                      <a:pt x="62579" y="28433"/>
                      <a:pt x="64294" y="28528"/>
                      <a:pt x="65437" y="28718"/>
                    </a:cubicBezTo>
                    <a:cubicBezTo>
                      <a:pt x="66008" y="29861"/>
                      <a:pt x="66961" y="31100"/>
                      <a:pt x="68294" y="32433"/>
                    </a:cubicBezTo>
                    <a:cubicBezTo>
                      <a:pt x="68390" y="33576"/>
                      <a:pt x="68104" y="34648"/>
                      <a:pt x="67437" y="35648"/>
                    </a:cubicBezTo>
                    <a:cubicBezTo>
                      <a:pt x="66770" y="36648"/>
                      <a:pt x="65675" y="37958"/>
                      <a:pt x="64151" y="39577"/>
                    </a:cubicBezTo>
                    <a:cubicBezTo>
                      <a:pt x="63580" y="39863"/>
                      <a:pt x="63079" y="40053"/>
                      <a:pt x="62651" y="40148"/>
                    </a:cubicBezTo>
                    <a:cubicBezTo>
                      <a:pt x="62222" y="40244"/>
                      <a:pt x="61865" y="40339"/>
                      <a:pt x="61579" y="40434"/>
                    </a:cubicBezTo>
                    <a:cubicBezTo>
                      <a:pt x="56055" y="41291"/>
                      <a:pt x="51292" y="42244"/>
                      <a:pt x="47292" y="43292"/>
                    </a:cubicBezTo>
                    <a:cubicBezTo>
                      <a:pt x="46339" y="43387"/>
                      <a:pt x="45530" y="43411"/>
                      <a:pt x="44863" y="43363"/>
                    </a:cubicBezTo>
                    <a:cubicBezTo>
                      <a:pt x="44196" y="43315"/>
                      <a:pt x="43625" y="43292"/>
                      <a:pt x="43148" y="43292"/>
                    </a:cubicBezTo>
                    <a:cubicBezTo>
                      <a:pt x="41339" y="43101"/>
                      <a:pt x="39053" y="42387"/>
                      <a:pt x="36290" y="41148"/>
                    </a:cubicBezTo>
                    <a:lnTo>
                      <a:pt x="32861" y="39863"/>
                    </a:lnTo>
                    <a:cubicBezTo>
                      <a:pt x="31242" y="39577"/>
                      <a:pt x="29861" y="39124"/>
                      <a:pt x="28718" y="38505"/>
                    </a:cubicBezTo>
                    <a:cubicBezTo>
                      <a:pt x="27575" y="37886"/>
                      <a:pt x="27004" y="37005"/>
                      <a:pt x="27004" y="35862"/>
                    </a:cubicBezTo>
                    <a:lnTo>
                      <a:pt x="27289" y="34719"/>
                    </a:lnTo>
                    <a:lnTo>
                      <a:pt x="27718" y="34719"/>
                    </a:lnTo>
                    <a:cubicBezTo>
                      <a:pt x="28194" y="34719"/>
                      <a:pt x="28885" y="34838"/>
                      <a:pt x="29790" y="35076"/>
                    </a:cubicBezTo>
                    <a:cubicBezTo>
                      <a:pt x="30694" y="35314"/>
                      <a:pt x="31385" y="35433"/>
                      <a:pt x="31861" y="35433"/>
                    </a:cubicBezTo>
                    <a:cubicBezTo>
                      <a:pt x="32052" y="35433"/>
                      <a:pt x="32480" y="35386"/>
                      <a:pt x="33147" y="35291"/>
                    </a:cubicBezTo>
                    <a:cubicBezTo>
                      <a:pt x="33814" y="35195"/>
                      <a:pt x="34433" y="35005"/>
                      <a:pt x="35004" y="34719"/>
                    </a:cubicBezTo>
                    <a:cubicBezTo>
                      <a:pt x="35100" y="34529"/>
                      <a:pt x="35004" y="34409"/>
                      <a:pt x="34719" y="34362"/>
                    </a:cubicBezTo>
                    <a:cubicBezTo>
                      <a:pt x="34433" y="34314"/>
                      <a:pt x="34242" y="34290"/>
                      <a:pt x="34147" y="34290"/>
                    </a:cubicBezTo>
                    <a:lnTo>
                      <a:pt x="33147" y="34148"/>
                    </a:lnTo>
                    <a:lnTo>
                      <a:pt x="32433" y="34148"/>
                    </a:lnTo>
                    <a:cubicBezTo>
                      <a:pt x="31194" y="34148"/>
                      <a:pt x="30623" y="33814"/>
                      <a:pt x="30718" y="33147"/>
                    </a:cubicBezTo>
                    <a:cubicBezTo>
                      <a:pt x="31290" y="32957"/>
                      <a:pt x="32242" y="32862"/>
                      <a:pt x="33576" y="32862"/>
                    </a:cubicBezTo>
                    <a:cubicBezTo>
                      <a:pt x="34528" y="32862"/>
                      <a:pt x="36052" y="32957"/>
                      <a:pt x="38148" y="33147"/>
                    </a:cubicBezTo>
                    <a:cubicBezTo>
                      <a:pt x="45101" y="30671"/>
                      <a:pt x="51245" y="29004"/>
                      <a:pt x="56579" y="28147"/>
                    </a:cubicBezTo>
                    <a:close/>
                    <a:moveTo>
                      <a:pt x="64008" y="11002"/>
                    </a:moveTo>
                    <a:lnTo>
                      <a:pt x="63865" y="11288"/>
                    </a:lnTo>
                    <a:lnTo>
                      <a:pt x="64008" y="12288"/>
                    </a:lnTo>
                    <a:cubicBezTo>
                      <a:pt x="64103" y="12573"/>
                      <a:pt x="64294" y="13193"/>
                      <a:pt x="64580" y="14145"/>
                    </a:cubicBezTo>
                    <a:cubicBezTo>
                      <a:pt x="64865" y="15098"/>
                      <a:pt x="65175" y="15740"/>
                      <a:pt x="65508" y="16074"/>
                    </a:cubicBezTo>
                    <a:cubicBezTo>
                      <a:pt x="65842" y="16407"/>
                      <a:pt x="66246" y="16288"/>
                      <a:pt x="66723" y="15717"/>
                    </a:cubicBezTo>
                    <a:cubicBezTo>
                      <a:pt x="67104" y="14859"/>
                      <a:pt x="67485" y="13478"/>
                      <a:pt x="67866" y="11573"/>
                    </a:cubicBezTo>
                    <a:cubicBezTo>
                      <a:pt x="66151" y="11192"/>
                      <a:pt x="64865" y="11002"/>
                      <a:pt x="64008" y="11002"/>
                    </a:cubicBezTo>
                    <a:close/>
                    <a:moveTo>
                      <a:pt x="25789" y="10645"/>
                    </a:moveTo>
                    <a:cubicBezTo>
                      <a:pt x="25360" y="10502"/>
                      <a:pt x="25003" y="10573"/>
                      <a:pt x="24718" y="10859"/>
                    </a:cubicBezTo>
                    <a:lnTo>
                      <a:pt x="25289" y="12573"/>
                    </a:lnTo>
                    <a:cubicBezTo>
                      <a:pt x="25575" y="13145"/>
                      <a:pt x="26003" y="14050"/>
                      <a:pt x="26575" y="15288"/>
                    </a:cubicBezTo>
                    <a:cubicBezTo>
                      <a:pt x="27146" y="16526"/>
                      <a:pt x="27766" y="17503"/>
                      <a:pt x="28432" y="18217"/>
                    </a:cubicBezTo>
                    <a:cubicBezTo>
                      <a:pt x="29099" y="18931"/>
                      <a:pt x="29861" y="19289"/>
                      <a:pt x="30718" y="19289"/>
                    </a:cubicBezTo>
                    <a:cubicBezTo>
                      <a:pt x="30909" y="19289"/>
                      <a:pt x="31385" y="19193"/>
                      <a:pt x="32147" y="19003"/>
                    </a:cubicBezTo>
                    <a:lnTo>
                      <a:pt x="35004" y="12431"/>
                    </a:lnTo>
                    <a:cubicBezTo>
                      <a:pt x="31576" y="12050"/>
                      <a:pt x="29051" y="11573"/>
                      <a:pt x="27432" y="11002"/>
                    </a:cubicBezTo>
                    <a:lnTo>
                      <a:pt x="26575" y="10859"/>
                    </a:lnTo>
                    <a:cubicBezTo>
                      <a:pt x="26480" y="10859"/>
                      <a:pt x="26218" y="10787"/>
                      <a:pt x="25789" y="10645"/>
                    </a:cubicBezTo>
                    <a:close/>
                    <a:moveTo>
                      <a:pt x="116015" y="8573"/>
                    </a:moveTo>
                    <a:lnTo>
                      <a:pt x="116157" y="9002"/>
                    </a:lnTo>
                    <a:cubicBezTo>
                      <a:pt x="116919" y="9573"/>
                      <a:pt x="117920" y="10073"/>
                      <a:pt x="119158" y="10502"/>
                    </a:cubicBezTo>
                    <a:cubicBezTo>
                      <a:pt x="120396" y="10930"/>
                      <a:pt x="121349" y="11288"/>
                      <a:pt x="122015" y="11573"/>
                    </a:cubicBezTo>
                    <a:cubicBezTo>
                      <a:pt x="122587" y="12050"/>
                      <a:pt x="123730" y="12716"/>
                      <a:pt x="125444" y="13574"/>
                    </a:cubicBezTo>
                    <a:cubicBezTo>
                      <a:pt x="125730" y="13955"/>
                      <a:pt x="126254" y="14526"/>
                      <a:pt x="127016" y="15288"/>
                    </a:cubicBezTo>
                    <a:cubicBezTo>
                      <a:pt x="127778" y="16050"/>
                      <a:pt x="128302" y="16669"/>
                      <a:pt x="128588" y="17145"/>
                    </a:cubicBezTo>
                    <a:lnTo>
                      <a:pt x="128159" y="20003"/>
                    </a:lnTo>
                    <a:cubicBezTo>
                      <a:pt x="127778" y="21336"/>
                      <a:pt x="127254" y="22765"/>
                      <a:pt x="126587" y="24289"/>
                    </a:cubicBezTo>
                    <a:cubicBezTo>
                      <a:pt x="125921" y="25813"/>
                      <a:pt x="125492" y="26861"/>
                      <a:pt x="125301" y="27432"/>
                    </a:cubicBezTo>
                    <a:cubicBezTo>
                      <a:pt x="125111" y="27813"/>
                      <a:pt x="124754" y="28575"/>
                      <a:pt x="124230" y="29718"/>
                    </a:cubicBezTo>
                    <a:cubicBezTo>
                      <a:pt x="123706" y="30861"/>
                      <a:pt x="123063" y="31719"/>
                      <a:pt x="122301" y="32290"/>
                    </a:cubicBezTo>
                    <a:cubicBezTo>
                      <a:pt x="121349" y="34005"/>
                      <a:pt x="120587" y="35267"/>
                      <a:pt x="120015" y="36076"/>
                    </a:cubicBezTo>
                    <a:cubicBezTo>
                      <a:pt x="119444" y="36886"/>
                      <a:pt x="118682" y="37624"/>
                      <a:pt x="117729" y="38291"/>
                    </a:cubicBezTo>
                    <a:cubicBezTo>
                      <a:pt x="117920" y="38577"/>
                      <a:pt x="118324" y="39220"/>
                      <a:pt x="118944" y="40220"/>
                    </a:cubicBezTo>
                    <a:cubicBezTo>
                      <a:pt x="119563" y="41220"/>
                      <a:pt x="120301" y="42053"/>
                      <a:pt x="121158" y="42720"/>
                    </a:cubicBezTo>
                    <a:cubicBezTo>
                      <a:pt x="121539" y="43387"/>
                      <a:pt x="122111" y="44482"/>
                      <a:pt x="122873" y="46006"/>
                    </a:cubicBezTo>
                    <a:cubicBezTo>
                      <a:pt x="123635" y="47530"/>
                      <a:pt x="124397" y="48864"/>
                      <a:pt x="125159" y="50007"/>
                    </a:cubicBezTo>
                    <a:cubicBezTo>
                      <a:pt x="125635" y="50483"/>
                      <a:pt x="126302" y="51316"/>
                      <a:pt x="127159" y="52507"/>
                    </a:cubicBezTo>
                    <a:cubicBezTo>
                      <a:pt x="128016" y="53698"/>
                      <a:pt x="128969" y="54483"/>
                      <a:pt x="130016" y="54864"/>
                    </a:cubicBezTo>
                    <a:cubicBezTo>
                      <a:pt x="130112" y="55341"/>
                      <a:pt x="130445" y="55960"/>
                      <a:pt x="131016" y="56722"/>
                    </a:cubicBezTo>
                    <a:cubicBezTo>
                      <a:pt x="131588" y="57484"/>
                      <a:pt x="131921" y="58103"/>
                      <a:pt x="132017" y="58579"/>
                    </a:cubicBezTo>
                    <a:cubicBezTo>
                      <a:pt x="131921" y="59341"/>
                      <a:pt x="131731" y="60127"/>
                      <a:pt x="131445" y="60937"/>
                    </a:cubicBezTo>
                    <a:cubicBezTo>
                      <a:pt x="131159" y="61746"/>
                      <a:pt x="130969" y="62294"/>
                      <a:pt x="130874" y="62580"/>
                    </a:cubicBezTo>
                    <a:cubicBezTo>
                      <a:pt x="129731" y="64485"/>
                      <a:pt x="127445" y="67676"/>
                      <a:pt x="124016" y="72152"/>
                    </a:cubicBezTo>
                    <a:cubicBezTo>
                      <a:pt x="123349" y="72819"/>
                      <a:pt x="122539" y="73819"/>
                      <a:pt x="121587" y="75153"/>
                    </a:cubicBezTo>
                    <a:cubicBezTo>
                      <a:pt x="120539" y="76677"/>
                      <a:pt x="119634" y="77796"/>
                      <a:pt x="118872" y="78510"/>
                    </a:cubicBezTo>
                    <a:cubicBezTo>
                      <a:pt x="118110" y="79225"/>
                      <a:pt x="117110" y="79629"/>
                      <a:pt x="115872" y="79725"/>
                    </a:cubicBezTo>
                    <a:cubicBezTo>
                      <a:pt x="115110" y="80106"/>
                      <a:pt x="114538" y="80296"/>
                      <a:pt x="114157" y="80296"/>
                    </a:cubicBezTo>
                    <a:cubicBezTo>
                      <a:pt x="113681" y="80296"/>
                      <a:pt x="113205" y="80058"/>
                      <a:pt x="112728" y="79582"/>
                    </a:cubicBezTo>
                    <a:cubicBezTo>
                      <a:pt x="112538" y="79677"/>
                      <a:pt x="112252" y="79820"/>
                      <a:pt x="111871" y="80010"/>
                    </a:cubicBezTo>
                    <a:cubicBezTo>
                      <a:pt x="111490" y="80201"/>
                      <a:pt x="111109" y="80296"/>
                      <a:pt x="110728" y="80296"/>
                    </a:cubicBezTo>
                    <a:cubicBezTo>
                      <a:pt x="109966" y="80201"/>
                      <a:pt x="109347" y="79820"/>
                      <a:pt x="108871" y="79153"/>
                    </a:cubicBezTo>
                    <a:cubicBezTo>
                      <a:pt x="108395" y="78486"/>
                      <a:pt x="108014" y="78010"/>
                      <a:pt x="107728" y="77724"/>
                    </a:cubicBezTo>
                    <a:cubicBezTo>
                      <a:pt x="105823" y="76962"/>
                      <a:pt x="104061" y="76439"/>
                      <a:pt x="102441" y="76153"/>
                    </a:cubicBezTo>
                    <a:cubicBezTo>
                      <a:pt x="102346" y="77963"/>
                      <a:pt x="102489" y="80677"/>
                      <a:pt x="102870" y="84297"/>
                    </a:cubicBezTo>
                    <a:cubicBezTo>
                      <a:pt x="103251" y="87345"/>
                      <a:pt x="103442" y="89535"/>
                      <a:pt x="103442" y="90869"/>
                    </a:cubicBezTo>
                    <a:cubicBezTo>
                      <a:pt x="103442" y="94393"/>
                      <a:pt x="102727" y="97155"/>
                      <a:pt x="101298" y="99156"/>
                    </a:cubicBezTo>
                    <a:cubicBezTo>
                      <a:pt x="100918" y="100203"/>
                      <a:pt x="100584" y="101489"/>
                      <a:pt x="100298" y="103013"/>
                    </a:cubicBezTo>
                    <a:cubicBezTo>
                      <a:pt x="100013" y="104537"/>
                      <a:pt x="99774" y="105728"/>
                      <a:pt x="99584" y="106585"/>
                    </a:cubicBezTo>
                    <a:lnTo>
                      <a:pt x="99584" y="107442"/>
                    </a:lnTo>
                    <a:cubicBezTo>
                      <a:pt x="99584" y="108490"/>
                      <a:pt x="99298" y="109347"/>
                      <a:pt x="98727" y="110014"/>
                    </a:cubicBezTo>
                    <a:cubicBezTo>
                      <a:pt x="98536" y="110776"/>
                      <a:pt x="98203" y="111300"/>
                      <a:pt x="97727" y="111586"/>
                    </a:cubicBezTo>
                    <a:cubicBezTo>
                      <a:pt x="97250" y="111872"/>
                      <a:pt x="96679" y="111872"/>
                      <a:pt x="96012" y="111586"/>
                    </a:cubicBezTo>
                    <a:cubicBezTo>
                      <a:pt x="95726" y="112538"/>
                      <a:pt x="95298" y="113348"/>
                      <a:pt x="94726" y="114015"/>
                    </a:cubicBezTo>
                    <a:cubicBezTo>
                      <a:pt x="94631" y="114300"/>
                      <a:pt x="94417" y="114848"/>
                      <a:pt x="94083" y="115658"/>
                    </a:cubicBezTo>
                    <a:cubicBezTo>
                      <a:pt x="93750" y="116467"/>
                      <a:pt x="93417" y="117039"/>
                      <a:pt x="93083" y="117372"/>
                    </a:cubicBezTo>
                    <a:cubicBezTo>
                      <a:pt x="92750" y="117706"/>
                      <a:pt x="92393" y="117634"/>
                      <a:pt x="92012" y="117158"/>
                    </a:cubicBezTo>
                    <a:lnTo>
                      <a:pt x="91869" y="117158"/>
                    </a:lnTo>
                    <a:cubicBezTo>
                      <a:pt x="91583" y="117158"/>
                      <a:pt x="91297" y="117325"/>
                      <a:pt x="91012" y="117658"/>
                    </a:cubicBezTo>
                    <a:cubicBezTo>
                      <a:pt x="90726" y="117991"/>
                      <a:pt x="90488" y="118253"/>
                      <a:pt x="90297" y="118444"/>
                    </a:cubicBezTo>
                    <a:lnTo>
                      <a:pt x="89868" y="118444"/>
                    </a:lnTo>
                    <a:lnTo>
                      <a:pt x="88725" y="118444"/>
                    </a:lnTo>
                    <a:cubicBezTo>
                      <a:pt x="87868" y="118444"/>
                      <a:pt x="87392" y="118158"/>
                      <a:pt x="87297" y="117587"/>
                    </a:cubicBezTo>
                    <a:cubicBezTo>
                      <a:pt x="87202" y="116825"/>
                      <a:pt x="87154" y="115682"/>
                      <a:pt x="87154" y="114158"/>
                    </a:cubicBezTo>
                    <a:cubicBezTo>
                      <a:pt x="87154" y="111872"/>
                      <a:pt x="86963" y="109919"/>
                      <a:pt x="86582" y="108300"/>
                    </a:cubicBezTo>
                    <a:cubicBezTo>
                      <a:pt x="86106" y="107633"/>
                      <a:pt x="85678" y="106442"/>
                      <a:pt x="85296" y="104728"/>
                    </a:cubicBezTo>
                    <a:lnTo>
                      <a:pt x="85296" y="103871"/>
                    </a:lnTo>
                    <a:cubicBezTo>
                      <a:pt x="85296" y="102728"/>
                      <a:pt x="85201" y="101918"/>
                      <a:pt x="85011" y="101442"/>
                    </a:cubicBezTo>
                    <a:lnTo>
                      <a:pt x="84154" y="54722"/>
                    </a:lnTo>
                    <a:cubicBezTo>
                      <a:pt x="83963" y="51674"/>
                      <a:pt x="83868" y="47054"/>
                      <a:pt x="83868" y="40863"/>
                    </a:cubicBezTo>
                    <a:cubicBezTo>
                      <a:pt x="84058" y="40577"/>
                      <a:pt x="84177" y="40196"/>
                      <a:pt x="84225" y="39720"/>
                    </a:cubicBezTo>
                    <a:cubicBezTo>
                      <a:pt x="84273" y="39243"/>
                      <a:pt x="84296" y="38862"/>
                      <a:pt x="84296" y="38577"/>
                    </a:cubicBezTo>
                    <a:cubicBezTo>
                      <a:pt x="84773" y="37815"/>
                      <a:pt x="85011" y="36862"/>
                      <a:pt x="85011" y="35719"/>
                    </a:cubicBezTo>
                    <a:cubicBezTo>
                      <a:pt x="85392" y="35529"/>
                      <a:pt x="85820" y="35267"/>
                      <a:pt x="86297" y="34933"/>
                    </a:cubicBezTo>
                    <a:cubicBezTo>
                      <a:pt x="86773" y="34600"/>
                      <a:pt x="87106" y="34409"/>
                      <a:pt x="87297" y="34362"/>
                    </a:cubicBezTo>
                    <a:cubicBezTo>
                      <a:pt x="87487" y="34314"/>
                      <a:pt x="87582" y="34624"/>
                      <a:pt x="87582" y="35291"/>
                    </a:cubicBezTo>
                    <a:cubicBezTo>
                      <a:pt x="88630" y="34814"/>
                      <a:pt x="89249" y="34005"/>
                      <a:pt x="89440" y="32862"/>
                    </a:cubicBezTo>
                    <a:cubicBezTo>
                      <a:pt x="90011" y="33147"/>
                      <a:pt x="90916" y="33386"/>
                      <a:pt x="92154" y="33576"/>
                    </a:cubicBezTo>
                    <a:cubicBezTo>
                      <a:pt x="92536" y="33862"/>
                      <a:pt x="93083" y="34124"/>
                      <a:pt x="93798" y="34362"/>
                    </a:cubicBezTo>
                    <a:cubicBezTo>
                      <a:pt x="94512" y="34600"/>
                      <a:pt x="95131" y="34886"/>
                      <a:pt x="95655" y="35219"/>
                    </a:cubicBezTo>
                    <a:cubicBezTo>
                      <a:pt x="96179" y="35552"/>
                      <a:pt x="96488" y="36005"/>
                      <a:pt x="96584" y="36576"/>
                    </a:cubicBezTo>
                    <a:cubicBezTo>
                      <a:pt x="97346" y="37338"/>
                      <a:pt x="98108" y="37910"/>
                      <a:pt x="98870" y="38291"/>
                    </a:cubicBezTo>
                    <a:cubicBezTo>
                      <a:pt x="99060" y="38577"/>
                      <a:pt x="99417" y="39101"/>
                      <a:pt x="99941" y="39863"/>
                    </a:cubicBezTo>
                    <a:cubicBezTo>
                      <a:pt x="100465" y="40625"/>
                      <a:pt x="100822" y="41387"/>
                      <a:pt x="101013" y="42149"/>
                    </a:cubicBezTo>
                    <a:cubicBezTo>
                      <a:pt x="101108" y="42720"/>
                      <a:pt x="101156" y="43625"/>
                      <a:pt x="101156" y="44863"/>
                    </a:cubicBezTo>
                    <a:lnTo>
                      <a:pt x="101013" y="50721"/>
                    </a:lnTo>
                    <a:cubicBezTo>
                      <a:pt x="101013" y="53388"/>
                      <a:pt x="101394" y="55531"/>
                      <a:pt x="102156" y="57150"/>
                    </a:cubicBezTo>
                    <a:cubicBezTo>
                      <a:pt x="102918" y="58770"/>
                      <a:pt x="104394" y="59770"/>
                      <a:pt x="106585" y="60151"/>
                    </a:cubicBezTo>
                    <a:cubicBezTo>
                      <a:pt x="107537" y="59675"/>
                      <a:pt x="108442" y="58889"/>
                      <a:pt x="109300" y="57793"/>
                    </a:cubicBezTo>
                    <a:cubicBezTo>
                      <a:pt x="110157" y="56698"/>
                      <a:pt x="110824" y="55865"/>
                      <a:pt x="111300" y="55293"/>
                    </a:cubicBezTo>
                    <a:cubicBezTo>
                      <a:pt x="109014" y="51769"/>
                      <a:pt x="107156" y="47959"/>
                      <a:pt x="105728" y="43863"/>
                    </a:cubicBezTo>
                    <a:cubicBezTo>
                      <a:pt x="105537" y="43196"/>
                      <a:pt x="105561" y="42268"/>
                      <a:pt x="105799" y="41077"/>
                    </a:cubicBezTo>
                    <a:cubicBezTo>
                      <a:pt x="106037" y="39886"/>
                      <a:pt x="106156" y="39005"/>
                      <a:pt x="106156" y="38434"/>
                    </a:cubicBezTo>
                    <a:lnTo>
                      <a:pt x="106871" y="40434"/>
                    </a:lnTo>
                    <a:cubicBezTo>
                      <a:pt x="107061" y="40053"/>
                      <a:pt x="107156" y="39767"/>
                      <a:pt x="107156" y="39577"/>
                    </a:cubicBezTo>
                    <a:cubicBezTo>
                      <a:pt x="107156" y="39196"/>
                      <a:pt x="107085" y="38791"/>
                      <a:pt x="106942" y="38362"/>
                    </a:cubicBezTo>
                    <a:cubicBezTo>
                      <a:pt x="106799" y="37934"/>
                      <a:pt x="106680" y="37577"/>
                      <a:pt x="106585" y="37291"/>
                    </a:cubicBezTo>
                    <a:cubicBezTo>
                      <a:pt x="106394" y="37291"/>
                      <a:pt x="106323" y="37457"/>
                      <a:pt x="106371" y="37791"/>
                    </a:cubicBezTo>
                    <a:cubicBezTo>
                      <a:pt x="106418" y="38124"/>
                      <a:pt x="106442" y="38339"/>
                      <a:pt x="106442" y="38434"/>
                    </a:cubicBezTo>
                    <a:cubicBezTo>
                      <a:pt x="106061" y="37862"/>
                      <a:pt x="105585" y="36672"/>
                      <a:pt x="105013" y="34862"/>
                    </a:cubicBezTo>
                    <a:cubicBezTo>
                      <a:pt x="104823" y="33909"/>
                      <a:pt x="104727" y="33147"/>
                      <a:pt x="104727" y="32576"/>
                    </a:cubicBezTo>
                    <a:cubicBezTo>
                      <a:pt x="104727" y="31242"/>
                      <a:pt x="104918" y="29790"/>
                      <a:pt x="105299" y="28218"/>
                    </a:cubicBezTo>
                    <a:cubicBezTo>
                      <a:pt x="105680" y="26647"/>
                      <a:pt x="105918" y="25670"/>
                      <a:pt x="106013" y="25289"/>
                    </a:cubicBezTo>
                    <a:lnTo>
                      <a:pt x="101727" y="27718"/>
                    </a:lnTo>
                    <a:cubicBezTo>
                      <a:pt x="101060" y="28575"/>
                      <a:pt x="100489" y="29099"/>
                      <a:pt x="100013" y="29290"/>
                    </a:cubicBezTo>
                    <a:cubicBezTo>
                      <a:pt x="99822" y="29099"/>
                      <a:pt x="99751" y="29075"/>
                      <a:pt x="99798" y="29218"/>
                    </a:cubicBezTo>
                    <a:cubicBezTo>
                      <a:pt x="99846" y="29361"/>
                      <a:pt x="99774" y="29576"/>
                      <a:pt x="99584" y="29861"/>
                    </a:cubicBezTo>
                    <a:cubicBezTo>
                      <a:pt x="97584" y="30147"/>
                      <a:pt x="95726" y="30719"/>
                      <a:pt x="94012" y="31576"/>
                    </a:cubicBezTo>
                    <a:lnTo>
                      <a:pt x="93440" y="31576"/>
                    </a:lnTo>
                    <a:cubicBezTo>
                      <a:pt x="93059" y="31576"/>
                      <a:pt x="92607" y="31504"/>
                      <a:pt x="92083" y="31361"/>
                    </a:cubicBezTo>
                    <a:cubicBezTo>
                      <a:pt x="91559" y="31219"/>
                      <a:pt x="91059" y="31242"/>
                      <a:pt x="90583" y="31433"/>
                    </a:cubicBezTo>
                    <a:cubicBezTo>
                      <a:pt x="90392" y="31338"/>
                      <a:pt x="90369" y="31219"/>
                      <a:pt x="90511" y="31076"/>
                    </a:cubicBezTo>
                    <a:cubicBezTo>
                      <a:pt x="90654" y="30933"/>
                      <a:pt x="90726" y="30814"/>
                      <a:pt x="90726" y="30719"/>
                    </a:cubicBezTo>
                    <a:lnTo>
                      <a:pt x="88725" y="30576"/>
                    </a:lnTo>
                    <a:lnTo>
                      <a:pt x="88297" y="29147"/>
                    </a:lnTo>
                    <a:cubicBezTo>
                      <a:pt x="88011" y="29052"/>
                      <a:pt x="87511" y="28980"/>
                      <a:pt x="86797" y="28933"/>
                    </a:cubicBezTo>
                    <a:cubicBezTo>
                      <a:pt x="86082" y="28885"/>
                      <a:pt x="85630" y="28623"/>
                      <a:pt x="85439" y="28147"/>
                    </a:cubicBezTo>
                    <a:cubicBezTo>
                      <a:pt x="85535" y="27385"/>
                      <a:pt x="85654" y="26361"/>
                      <a:pt x="85797" y="25075"/>
                    </a:cubicBezTo>
                    <a:cubicBezTo>
                      <a:pt x="85939" y="23789"/>
                      <a:pt x="86201" y="22718"/>
                      <a:pt x="86582" y="21860"/>
                    </a:cubicBezTo>
                    <a:cubicBezTo>
                      <a:pt x="86392" y="21670"/>
                      <a:pt x="86297" y="21527"/>
                      <a:pt x="86297" y="21432"/>
                    </a:cubicBezTo>
                    <a:cubicBezTo>
                      <a:pt x="86297" y="21241"/>
                      <a:pt x="86368" y="21027"/>
                      <a:pt x="86511" y="20789"/>
                    </a:cubicBezTo>
                    <a:cubicBezTo>
                      <a:pt x="86654" y="20551"/>
                      <a:pt x="86678" y="20336"/>
                      <a:pt x="86582" y="20146"/>
                    </a:cubicBezTo>
                    <a:cubicBezTo>
                      <a:pt x="92297" y="17098"/>
                      <a:pt x="96965" y="14812"/>
                      <a:pt x="100584" y="13288"/>
                    </a:cubicBezTo>
                    <a:cubicBezTo>
                      <a:pt x="101537" y="13002"/>
                      <a:pt x="102965" y="12478"/>
                      <a:pt x="104870" y="11716"/>
                    </a:cubicBezTo>
                    <a:cubicBezTo>
                      <a:pt x="105442" y="11526"/>
                      <a:pt x="106680" y="11097"/>
                      <a:pt x="108585" y="10430"/>
                    </a:cubicBezTo>
                    <a:cubicBezTo>
                      <a:pt x="110490" y="9764"/>
                      <a:pt x="112300" y="9287"/>
                      <a:pt x="114014" y="9002"/>
                    </a:cubicBezTo>
                    <a:cubicBezTo>
                      <a:pt x="114300" y="8906"/>
                      <a:pt x="114633" y="8787"/>
                      <a:pt x="115014" y="8644"/>
                    </a:cubicBezTo>
                    <a:cubicBezTo>
                      <a:pt x="115396" y="8501"/>
                      <a:pt x="115729" y="8478"/>
                      <a:pt x="116015" y="8573"/>
                    </a:cubicBezTo>
                    <a:close/>
                    <a:moveTo>
                      <a:pt x="41005" y="2001"/>
                    </a:moveTo>
                    <a:lnTo>
                      <a:pt x="44434" y="2286"/>
                    </a:lnTo>
                    <a:lnTo>
                      <a:pt x="45292" y="2429"/>
                    </a:lnTo>
                    <a:cubicBezTo>
                      <a:pt x="45577" y="2620"/>
                      <a:pt x="46006" y="2834"/>
                      <a:pt x="46577" y="3072"/>
                    </a:cubicBezTo>
                    <a:cubicBezTo>
                      <a:pt x="47149" y="3310"/>
                      <a:pt x="47578" y="3620"/>
                      <a:pt x="47863" y="4001"/>
                    </a:cubicBezTo>
                    <a:cubicBezTo>
                      <a:pt x="48244" y="4096"/>
                      <a:pt x="48554" y="4334"/>
                      <a:pt x="48792" y="4715"/>
                    </a:cubicBezTo>
                    <a:cubicBezTo>
                      <a:pt x="49030" y="5096"/>
                      <a:pt x="49197" y="5334"/>
                      <a:pt x="49292" y="5430"/>
                    </a:cubicBezTo>
                    <a:cubicBezTo>
                      <a:pt x="49482" y="5715"/>
                      <a:pt x="49792" y="6311"/>
                      <a:pt x="50221" y="7216"/>
                    </a:cubicBezTo>
                    <a:cubicBezTo>
                      <a:pt x="50649" y="8120"/>
                      <a:pt x="50959" y="8978"/>
                      <a:pt x="51149" y="9787"/>
                    </a:cubicBezTo>
                    <a:cubicBezTo>
                      <a:pt x="51340" y="10597"/>
                      <a:pt x="51388" y="11383"/>
                      <a:pt x="51292" y="12145"/>
                    </a:cubicBezTo>
                    <a:cubicBezTo>
                      <a:pt x="51197" y="12716"/>
                      <a:pt x="51030" y="13859"/>
                      <a:pt x="50792" y="15574"/>
                    </a:cubicBezTo>
                    <a:cubicBezTo>
                      <a:pt x="50554" y="17288"/>
                      <a:pt x="50197" y="18860"/>
                      <a:pt x="49721" y="20289"/>
                    </a:cubicBezTo>
                    <a:cubicBezTo>
                      <a:pt x="49435" y="20860"/>
                      <a:pt x="49125" y="21670"/>
                      <a:pt x="48792" y="22718"/>
                    </a:cubicBezTo>
                    <a:cubicBezTo>
                      <a:pt x="48459" y="23765"/>
                      <a:pt x="48078" y="24575"/>
                      <a:pt x="47649" y="25146"/>
                    </a:cubicBezTo>
                    <a:cubicBezTo>
                      <a:pt x="47220" y="25718"/>
                      <a:pt x="46577" y="25861"/>
                      <a:pt x="45720" y="25575"/>
                    </a:cubicBezTo>
                    <a:cubicBezTo>
                      <a:pt x="43720" y="27385"/>
                      <a:pt x="42101" y="28718"/>
                      <a:pt x="40862" y="29576"/>
                    </a:cubicBezTo>
                    <a:cubicBezTo>
                      <a:pt x="39624" y="30433"/>
                      <a:pt x="38195" y="30909"/>
                      <a:pt x="36576" y="31004"/>
                    </a:cubicBezTo>
                    <a:cubicBezTo>
                      <a:pt x="35909" y="30909"/>
                      <a:pt x="35338" y="30885"/>
                      <a:pt x="34862" y="30933"/>
                    </a:cubicBezTo>
                    <a:cubicBezTo>
                      <a:pt x="34385" y="30980"/>
                      <a:pt x="33957" y="31004"/>
                      <a:pt x="33576" y="31004"/>
                    </a:cubicBezTo>
                    <a:cubicBezTo>
                      <a:pt x="32814" y="31004"/>
                      <a:pt x="31766" y="30909"/>
                      <a:pt x="30432" y="30719"/>
                    </a:cubicBezTo>
                    <a:cubicBezTo>
                      <a:pt x="30052" y="30528"/>
                      <a:pt x="29480" y="30171"/>
                      <a:pt x="28718" y="29647"/>
                    </a:cubicBezTo>
                    <a:cubicBezTo>
                      <a:pt x="27956" y="29123"/>
                      <a:pt x="27242" y="28814"/>
                      <a:pt x="26575" y="28718"/>
                    </a:cubicBezTo>
                    <a:lnTo>
                      <a:pt x="25718" y="30290"/>
                    </a:lnTo>
                    <a:lnTo>
                      <a:pt x="24860" y="30433"/>
                    </a:lnTo>
                    <a:cubicBezTo>
                      <a:pt x="24479" y="30433"/>
                      <a:pt x="23432" y="30195"/>
                      <a:pt x="21717" y="29718"/>
                    </a:cubicBezTo>
                    <a:cubicBezTo>
                      <a:pt x="18669" y="27432"/>
                      <a:pt x="16336" y="25813"/>
                      <a:pt x="14716" y="24861"/>
                    </a:cubicBezTo>
                    <a:cubicBezTo>
                      <a:pt x="13954" y="23908"/>
                      <a:pt x="13264" y="22765"/>
                      <a:pt x="12645" y="21432"/>
                    </a:cubicBezTo>
                    <a:cubicBezTo>
                      <a:pt x="12025" y="20098"/>
                      <a:pt x="11621" y="19241"/>
                      <a:pt x="11430" y="18860"/>
                    </a:cubicBezTo>
                    <a:cubicBezTo>
                      <a:pt x="11335" y="18003"/>
                      <a:pt x="11121" y="16955"/>
                      <a:pt x="10787" y="15717"/>
                    </a:cubicBezTo>
                    <a:cubicBezTo>
                      <a:pt x="10454" y="14478"/>
                      <a:pt x="10287" y="13431"/>
                      <a:pt x="10287" y="12573"/>
                    </a:cubicBezTo>
                    <a:cubicBezTo>
                      <a:pt x="10287" y="11907"/>
                      <a:pt x="10335" y="11430"/>
                      <a:pt x="10430" y="11145"/>
                    </a:cubicBezTo>
                    <a:cubicBezTo>
                      <a:pt x="10620" y="10668"/>
                      <a:pt x="11287" y="9859"/>
                      <a:pt x="12430" y="8716"/>
                    </a:cubicBezTo>
                    <a:cubicBezTo>
                      <a:pt x="12526" y="8430"/>
                      <a:pt x="12645" y="7954"/>
                      <a:pt x="12787" y="7287"/>
                    </a:cubicBezTo>
                    <a:cubicBezTo>
                      <a:pt x="12930" y="6620"/>
                      <a:pt x="13145" y="6096"/>
                      <a:pt x="13430" y="5715"/>
                    </a:cubicBezTo>
                    <a:cubicBezTo>
                      <a:pt x="13716" y="5334"/>
                      <a:pt x="14097" y="5096"/>
                      <a:pt x="14573" y="5001"/>
                    </a:cubicBezTo>
                    <a:cubicBezTo>
                      <a:pt x="17145" y="4811"/>
                      <a:pt x="19526" y="5382"/>
                      <a:pt x="21717" y="6716"/>
                    </a:cubicBezTo>
                    <a:cubicBezTo>
                      <a:pt x="21812" y="6335"/>
                      <a:pt x="21860" y="5930"/>
                      <a:pt x="21860" y="5501"/>
                    </a:cubicBezTo>
                    <a:cubicBezTo>
                      <a:pt x="21860" y="5072"/>
                      <a:pt x="21908" y="4644"/>
                      <a:pt x="22003" y="4215"/>
                    </a:cubicBezTo>
                    <a:cubicBezTo>
                      <a:pt x="22098" y="3787"/>
                      <a:pt x="22336" y="3572"/>
                      <a:pt x="22717" y="3572"/>
                    </a:cubicBezTo>
                    <a:cubicBezTo>
                      <a:pt x="23003" y="4334"/>
                      <a:pt x="23432" y="4977"/>
                      <a:pt x="24003" y="5501"/>
                    </a:cubicBezTo>
                    <a:cubicBezTo>
                      <a:pt x="24575" y="6025"/>
                      <a:pt x="25098" y="6049"/>
                      <a:pt x="25575" y="5573"/>
                    </a:cubicBezTo>
                    <a:lnTo>
                      <a:pt x="25575" y="5430"/>
                    </a:lnTo>
                    <a:cubicBezTo>
                      <a:pt x="25575" y="5144"/>
                      <a:pt x="25456" y="4834"/>
                      <a:pt x="25218" y="4501"/>
                    </a:cubicBezTo>
                    <a:cubicBezTo>
                      <a:pt x="24979" y="4168"/>
                      <a:pt x="24813" y="3858"/>
                      <a:pt x="24718" y="3572"/>
                    </a:cubicBezTo>
                    <a:lnTo>
                      <a:pt x="26289" y="4144"/>
                    </a:lnTo>
                    <a:cubicBezTo>
                      <a:pt x="26861" y="4239"/>
                      <a:pt x="27575" y="4334"/>
                      <a:pt x="28432" y="4430"/>
                    </a:cubicBezTo>
                    <a:cubicBezTo>
                      <a:pt x="29290" y="4525"/>
                      <a:pt x="30290" y="4572"/>
                      <a:pt x="31433" y="4572"/>
                    </a:cubicBezTo>
                    <a:cubicBezTo>
                      <a:pt x="32576" y="4572"/>
                      <a:pt x="33719" y="4430"/>
                      <a:pt x="34862" y="4144"/>
                    </a:cubicBezTo>
                    <a:cubicBezTo>
                      <a:pt x="35243" y="3953"/>
                      <a:pt x="36076" y="3572"/>
                      <a:pt x="37362" y="3001"/>
                    </a:cubicBezTo>
                    <a:cubicBezTo>
                      <a:pt x="38648" y="2429"/>
                      <a:pt x="39862" y="2096"/>
                      <a:pt x="41005" y="2001"/>
                    </a:cubicBezTo>
                    <a:close/>
                    <a:moveTo>
                      <a:pt x="75724" y="0"/>
                    </a:moveTo>
                    <a:cubicBezTo>
                      <a:pt x="76010" y="96"/>
                      <a:pt x="76700" y="262"/>
                      <a:pt x="77796" y="500"/>
                    </a:cubicBezTo>
                    <a:cubicBezTo>
                      <a:pt x="78891" y="739"/>
                      <a:pt x="79820" y="1096"/>
                      <a:pt x="80582" y="1572"/>
                    </a:cubicBezTo>
                    <a:cubicBezTo>
                      <a:pt x="81248" y="1667"/>
                      <a:pt x="82106" y="2144"/>
                      <a:pt x="83153" y="3001"/>
                    </a:cubicBezTo>
                    <a:cubicBezTo>
                      <a:pt x="84582" y="3477"/>
                      <a:pt x="85820" y="4668"/>
                      <a:pt x="86868" y="6573"/>
                    </a:cubicBezTo>
                    <a:cubicBezTo>
                      <a:pt x="86963" y="6858"/>
                      <a:pt x="87011" y="7287"/>
                      <a:pt x="87011" y="7859"/>
                    </a:cubicBezTo>
                    <a:cubicBezTo>
                      <a:pt x="87011" y="8906"/>
                      <a:pt x="86820" y="9811"/>
                      <a:pt x="86440" y="10573"/>
                    </a:cubicBezTo>
                    <a:cubicBezTo>
                      <a:pt x="86154" y="12192"/>
                      <a:pt x="85654" y="13859"/>
                      <a:pt x="84939" y="15574"/>
                    </a:cubicBezTo>
                    <a:cubicBezTo>
                      <a:pt x="84225" y="17288"/>
                      <a:pt x="83487" y="18955"/>
                      <a:pt x="82725" y="20574"/>
                    </a:cubicBezTo>
                    <a:cubicBezTo>
                      <a:pt x="82630" y="20765"/>
                      <a:pt x="82463" y="21051"/>
                      <a:pt x="82225" y="21432"/>
                    </a:cubicBezTo>
                    <a:cubicBezTo>
                      <a:pt x="81987" y="21813"/>
                      <a:pt x="81725" y="22075"/>
                      <a:pt x="81439" y="22217"/>
                    </a:cubicBezTo>
                    <a:cubicBezTo>
                      <a:pt x="81153" y="22360"/>
                      <a:pt x="80867" y="22337"/>
                      <a:pt x="80582" y="22146"/>
                    </a:cubicBezTo>
                    <a:cubicBezTo>
                      <a:pt x="80391" y="22241"/>
                      <a:pt x="79867" y="22575"/>
                      <a:pt x="79010" y="23146"/>
                    </a:cubicBezTo>
                    <a:lnTo>
                      <a:pt x="78010" y="23146"/>
                    </a:lnTo>
                    <a:cubicBezTo>
                      <a:pt x="77438" y="23146"/>
                      <a:pt x="77010" y="23051"/>
                      <a:pt x="76724" y="22860"/>
                    </a:cubicBezTo>
                    <a:lnTo>
                      <a:pt x="70438" y="25146"/>
                    </a:lnTo>
                    <a:cubicBezTo>
                      <a:pt x="69294" y="25337"/>
                      <a:pt x="68390" y="25432"/>
                      <a:pt x="67723" y="25432"/>
                    </a:cubicBezTo>
                    <a:lnTo>
                      <a:pt x="67151" y="25432"/>
                    </a:lnTo>
                    <a:cubicBezTo>
                      <a:pt x="66580" y="25432"/>
                      <a:pt x="66032" y="25504"/>
                      <a:pt x="65508" y="25646"/>
                    </a:cubicBezTo>
                    <a:cubicBezTo>
                      <a:pt x="64984" y="25789"/>
                      <a:pt x="64484" y="25861"/>
                      <a:pt x="64008" y="25861"/>
                    </a:cubicBezTo>
                    <a:cubicBezTo>
                      <a:pt x="62484" y="26432"/>
                      <a:pt x="61246" y="26623"/>
                      <a:pt x="60293" y="26432"/>
                    </a:cubicBezTo>
                    <a:cubicBezTo>
                      <a:pt x="58960" y="25289"/>
                      <a:pt x="57864" y="24623"/>
                      <a:pt x="57007" y="24432"/>
                    </a:cubicBezTo>
                    <a:cubicBezTo>
                      <a:pt x="56531" y="23956"/>
                      <a:pt x="55960" y="23575"/>
                      <a:pt x="55293" y="23289"/>
                    </a:cubicBezTo>
                    <a:cubicBezTo>
                      <a:pt x="54626" y="23003"/>
                      <a:pt x="54102" y="22718"/>
                      <a:pt x="53721" y="22432"/>
                    </a:cubicBezTo>
                    <a:cubicBezTo>
                      <a:pt x="52959" y="21003"/>
                      <a:pt x="52483" y="20003"/>
                      <a:pt x="52292" y="19431"/>
                    </a:cubicBezTo>
                    <a:cubicBezTo>
                      <a:pt x="52007" y="17145"/>
                      <a:pt x="51864" y="14812"/>
                      <a:pt x="51864" y="12431"/>
                    </a:cubicBezTo>
                    <a:lnTo>
                      <a:pt x="52007" y="4001"/>
                    </a:lnTo>
                    <a:cubicBezTo>
                      <a:pt x="52007" y="3239"/>
                      <a:pt x="52173" y="2429"/>
                      <a:pt x="52507" y="1572"/>
                    </a:cubicBezTo>
                    <a:cubicBezTo>
                      <a:pt x="52840" y="715"/>
                      <a:pt x="53102" y="715"/>
                      <a:pt x="53292" y="1572"/>
                    </a:cubicBezTo>
                    <a:cubicBezTo>
                      <a:pt x="53292" y="1763"/>
                      <a:pt x="53316" y="2239"/>
                      <a:pt x="53364" y="3001"/>
                    </a:cubicBezTo>
                    <a:cubicBezTo>
                      <a:pt x="53412" y="3763"/>
                      <a:pt x="53721" y="4382"/>
                      <a:pt x="54293" y="4858"/>
                    </a:cubicBezTo>
                    <a:cubicBezTo>
                      <a:pt x="54674" y="4287"/>
                      <a:pt x="54864" y="3525"/>
                      <a:pt x="54864" y="2572"/>
                    </a:cubicBezTo>
                    <a:cubicBezTo>
                      <a:pt x="54864" y="1524"/>
                      <a:pt x="54912" y="715"/>
                      <a:pt x="55007" y="143"/>
                    </a:cubicBezTo>
                    <a:cubicBezTo>
                      <a:pt x="55960" y="620"/>
                      <a:pt x="56769" y="1524"/>
                      <a:pt x="57436" y="2858"/>
                    </a:cubicBezTo>
                    <a:cubicBezTo>
                      <a:pt x="57722" y="3144"/>
                      <a:pt x="58031" y="3406"/>
                      <a:pt x="58365" y="3644"/>
                    </a:cubicBezTo>
                    <a:cubicBezTo>
                      <a:pt x="58698" y="3882"/>
                      <a:pt x="58674" y="3810"/>
                      <a:pt x="58293" y="3429"/>
                    </a:cubicBezTo>
                    <a:lnTo>
                      <a:pt x="58436" y="3287"/>
                    </a:lnTo>
                    <a:lnTo>
                      <a:pt x="60008" y="3429"/>
                    </a:lnTo>
                    <a:cubicBezTo>
                      <a:pt x="60865" y="3429"/>
                      <a:pt x="61817" y="3334"/>
                      <a:pt x="62865" y="3144"/>
                    </a:cubicBezTo>
                    <a:cubicBezTo>
                      <a:pt x="63913" y="2953"/>
                      <a:pt x="64675" y="2810"/>
                      <a:pt x="65151" y="2715"/>
                    </a:cubicBezTo>
                    <a:cubicBezTo>
                      <a:pt x="65246" y="2715"/>
                      <a:pt x="65294" y="2810"/>
                      <a:pt x="65294" y="3001"/>
                    </a:cubicBezTo>
                    <a:cubicBezTo>
                      <a:pt x="66342" y="2715"/>
                      <a:pt x="67532" y="2334"/>
                      <a:pt x="68866" y="1858"/>
                    </a:cubicBezTo>
                    <a:cubicBezTo>
                      <a:pt x="69342" y="1763"/>
                      <a:pt x="70152" y="1524"/>
                      <a:pt x="71295" y="1143"/>
                    </a:cubicBezTo>
                    <a:cubicBezTo>
                      <a:pt x="72438" y="762"/>
                      <a:pt x="73533" y="477"/>
                      <a:pt x="74581" y="28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3045902" y="544295"/>
              <a:ext cx="6100196" cy="5769410"/>
            </a:xfrm>
            <a:custGeom>
              <a:avLst/>
              <a:gdLst/>
              <a:ahLst/>
              <a:cxnLst/>
              <a:rect l="l" t="t" r="r" b="b"/>
              <a:pathLst>
                <a:path w="2194663" h="2075658">
                  <a:moveTo>
                    <a:pt x="1097379" y="981075"/>
                  </a:moveTo>
                  <a:lnTo>
                    <a:pt x="1349506" y="1375410"/>
                  </a:lnTo>
                  <a:lnTo>
                    <a:pt x="845157" y="1375410"/>
                  </a:lnTo>
                  <a:close/>
                  <a:moveTo>
                    <a:pt x="1839903" y="899094"/>
                  </a:moveTo>
                  <a:cubicBezTo>
                    <a:pt x="1898329" y="901881"/>
                    <a:pt x="1960154" y="925710"/>
                    <a:pt x="2024162" y="973931"/>
                  </a:cubicBezTo>
                  <a:cubicBezTo>
                    <a:pt x="2194945" y="1102518"/>
                    <a:pt x="2226758" y="1328737"/>
                    <a:pt x="2166656" y="1519904"/>
                  </a:cubicBezTo>
                  <a:cubicBezTo>
                    <a:pt x="2106648" y="1711071"/>
                    <a:pt x="2176181" y="1886426"/>
                    <a:pt x="2176181" y="1886426"/>
                  </a:cubicBezTo>
                  <a:cubicBezTo>
                    <a:pt x="2176181" y="1886426"/>
                    <a:pt x="1988443" y="1867947"/>
                    <a:pt x="1821184" y="1978342"/>
                  </a:cubicBezTo>
                  <a:cubicBezTo>
                    <a:pt x="1653925" y="2088832"/>
                    <a:pt x="1427801" y="2120646"/>
                    <a:pt x="1257113" y="1992058"/>
                  </a:cubicBezTo>
                  <a:cubicBezTo>
                    <a:pt x="1086425" y="1863471"/>
                    <a:pt x="1086806" y="1701927"/>
                    <a:pt x="1203392" y="1547145"/>
                  </a:cubicBezTo>
                  <a:cubicBezTo>
                    <a:pt x="1309596" y="1406271"/>
                    <a:pt x="1453233" y="1380744"/>
                    <a:pt x="1570295" y="1468945"/>
                  </a:cubicBezTo>
                  <a:cubicBezTo>
                    <a:pt x="1671546" y="1545240"/>
                    <a:pt x="1670308" y="1650015"/>
                    <a:pt x="1607443" y="1733454"/>
                  </a:cubicBezTo>
                  <a:cubicBezTo>
                    <a:pt x="1544673" y="1816798"/>
                    <a:pt x="1443518" y="1802320"/>
                    <a:pt x="1395893" y="1766411"/>
                  </a:cubicBezTo>
                  <a:cubicBezTo>
                    <a:pt x="1364174" y="1742503"/>
                    <a:pt x="1353030" y="1715928"/>
                    <a:pt x="1372461" y="1690211"/>
                  </a:cubicBezTo>
                  <a:cubicBezTo>
                    <a:pt x="1391892" y="1664398"/>
                    <a:pt x="1441136" y="1661064"/>
                    <a:pt x="1456948" y="1672971"/>
                  </a:cubicBezTo>
                  <a:cubicBezTo>
                    <a:pt x="1472855" y="1684972"/>
                    <a:pt x="1514574" y="1691449"/>
                    <a:pt x="1536958" y="1661731"/>
                  </a:cubicBezTo>
                  <a:cubicBezTo>
                    <a:pt x="1559342" y="1631918"/>
                    <a:pt x="1549817" y="1580102"/>
                    <a:pt x="1498191" y="1541240"/>
                  </a:cubicBezTo>
                  <a:cubicBezTo>
                    <a:pt x="1438279" y="1496092"/>
                    <a:pt x="1346934" y="1538287"/>
                    <a:pt x="1285593" y="1619631"/>
                  </a:cubicBezTo>
                  <a:cubicBezTo>
                    <a:pt x="1224252" y="1700974"/>
                    <a:pt x="1236444" y="1826704"/>
                    <a:pt x="1321788" y="1890998"/>
                  </a:cubicBezTo>
                  <a:cubicBezTo>
                    <a:pt x="1407132" y="1955292"/>
                    <a:pt x="1547054" y="1987486"/>
                    <a:pt x="1739840" y="1879854"/>
                  </a:cubicBezTo>
                  <a:cubicBezTo>
                    <a:pt x="1922435" y="1777841"/>
                    <a:pt x="2020923" y="1769554"/>
                    <a:pt x="2020923" y="1769554"/>
                  </a:cubicBezTo>
                  <a:cubicBezTo>
                    <a:pt x="2020923" y="1769554"/>
                    <a:pt x="2001683" y="1672590"/>
                    <a:pt x="2049403" y="1468945"/>
                  </a:cubicBezTo>
                  <a:cubicBezTo>
                    <a:pt x="2099695" y="1253966"/>
                    <a:pt x="2030162" y="1128331"/>
                    <a:pt x="1944914" y="1064037"/>
                  </a:cubicBezTo>
                  <a:cubicBezTo>
                    <a:pt x="1859570" y="999744"/>
                    <a:pt x="1735364" y="1022794"/>
                    <a:pt x="1674023" y="1104138"/>
                  </a:cubicBezTo>
                  <a:cubicBezTo>
                    <a:pt x="1612682" y="1185481"/>
                    <a:pt x="1597442" y="1285017"/>
                    <a:pt x="1657259" y="1330166"/>
                  </a:cubicBezTo>
                  <a:cubicBezTo>
                    <a:pt x="1708884" y="1369028"/>
                    <a:pt x="1761367" y="1363980"/>
                    <a:pt x="1783846" y="1334167"/>
                  </a:cubicBezTo>
                  <a:cubicBezTo>
                    <a:pt x="1806230" y="1304353"/>
                    <a:pt x="1788513" y="1266063"/>
                    <a:pt x="1772606" y="1254156"/>
                  </a:cubicBezTo>
                  <a:cubicBezTo>
                    <a:pt x="1756700" y="1242155"/>
                    <a:pt x="1746413" y="1193958"/>
                    <a:pt x="1765844" y="1168146"/>
                  </a:cubicBezTo>
                  <a:cubicBezTo>
                    <a:pt x="1785275" y="1142333"/>
                    <a:pt x="1813850" y="1145762"/>
                    <a:pt x="1845568" y="1169670"/>
                  </a:cubicBezTo>
                  <a:cubicBezTo>
                    <a:pt x="1893193" y="1205579"/>
                    <a:pt x="1935008" y="1298733"/>
                    <a:pt x="1872238" y="1382077"/>
                  </a:cubicBezTo>
                  <a:cubicBezTo>
                    <a:pt x="1809468" y="1465421"/>
                    <a:pt x="1708979" y="1495520"/>
                    <a:pt x="1607729" y="1419225"/>
                  </a:cubicBezTo>
                  <a:cubicBezTo>
                    <a:pt x="1490666" y="1331023"/>
                    <a:pt x="1475522" y="1185862"/>
                    <a:pt x="1581725" y="1044987"/>
                  </a:cubicBezTo>
                  <a:cubicBezTo>
                    <a:pt x="1654591" y="948249"/>
                    <a:pt x="1742527" y="894447"/>
                    <a:pt x="1839903" y="899094"/>
                  </a:cubicBezTo>
                  <a:close/>
                  <a:moveTo>
                    <a:pt x="354760" y="899094"/>
                  </a:moveTo>
                  <a:cubicBezTo>
                    <a:pt x="452136" y="894447"/>
                    <a:pt x="540072" y="948249"/>
                    <a:pt x="612938" y="1044987"/>
                  </a:cubicBezTo>
                  <a:cubicBezTo>
                    <a:pt x="719141" y="1185862"/>
                    <a:pt x="703997" y="1331023"/>
                    <a:pt x="586934" y="1419225"/>
                  </a:cubicBezTo>
                  <a:cubicBezTo>
                    <a:pt x="485684" y="1495520"/>
                    <a:pt x="385195" y="1465421"/>
                    <a:pt x="322425" y="1382077"/>
                  </a:cubicBezTo>
                  <a:cubicBezTo>
                    <a:pt x="259655" y="1298733"/>
                    <a:pt x="301470" y="1205579"/>
                    <a:pt x="349095" y="1169670"/>
                  </a:cubicBezTo>
                  <a:cubicBezTo>
                    <a:pt x="380813" y="1145762"/>
                    <a:pt x="409388" y="1142333"/>
                    <a:pt x="428819" y="1168146"/>
                  </a:cubicBezTo>
                  <a:cubicBezTo>
                    <a:pt x="448250" y="1193958"/>
                    <a:pt x="437963" y="1242155"/>
                    <a:pt x="422057" y="1254156"/>
                  </a:cubicBezTo>
                  <a:cubicBezTo>
                    <a:pt x="406150" y="1266063"/>
                    <a:pt x="388433" y="1304353"/>
                    <a:pt x="410817" y="1334167"/>
                  </a:cubicBezTo>
                  <a:cubicBezTo>
                    <a:pt x="433296" y="1363980"/>
                    <a:pt x="485779" y="1369028"/>
                    <a:pt x="537404" y="1330166"/>
                  </a:cubicBezTo>
                  <a:cubicBezTo>
                    <a:pt x="597221" y="1285017"/>
                    <a:pt x="581981" y="1185481"/>
                    <a:pt x="520640" y="1104138"/>
                  </a:cubicBezTo>
                  <a:cubicBezTo>
                    <a:pt x="459299" y="1022794"/>
                    <a:pt x="335093" y="999744"/>
                    <a:pt x="249749" y="1064037"/>
                  </a:cubicBezTo>
                  <a:cubicBezTo>
                    <a:pt x="164501" y="1128331"/>
                    <a:pt x="94968" y="1253966"/>
                    <a:pt x="145260" y="1468945"/>
                  </a:cubicBezTo>
                  <a:cubicBezTo>
                    <a:pt x="192980" y="1672590"/>
                    <a:pt x="173740" y="1769554"/>
                    <a:pt x="173740" y="1769554"/>
                  </a:cubicBezTo>
                  <a:cubicBezTo>
                    <a:pt x="173740" y="1769554"/>
                    <a:pt x="272228" y="1777841"/>
                    <a:pt x="454823" y="1879854"/>
                  </a:cubicBezTo>
                  <a:cubicBezTo>
                    <a:pt x="647609" y="1987486"/>
                    <a:pt x="787531" y="1955292"/>
                    <a:pt x="872875" y="1890998"/>
                  </a:cubicBezTo>
                  <a:cubicBezTo>
                    <a:pt x="958219" y="1826704"/>
                    <a:pt x="970411" y="1700974"/>
                    <a:pt x="909070" y="1619631"/>
                  </a:cubicBezTo>
                  <a:cubicBezTo>
                    <a:pt x="847729" y="1538287"/>
                    <a:pt x="756384" y="1496092"/>
                    <a:pt x="696472" y="1541240"/>
                  </a:cubicBezTo>
                  <a:cubicBezTo>
                    <a:pt x="644846" y="1580102"/>
                    <a:pt x="635321" y="1631918"/>
                    <a:pt x="657705" y="1661731"/>
                  </a:cubicBezTo>
                  <a:cubicBezTo>
                    <a:pt x="680089" y="1691449"/>
                    <a:pt x="721808" y="1684972"/>
                    <a:pt x="737715" y="1672971"/>
                  </a:cubicBezTo>
                  <a:cubicBezTo>
                    <a:pt x="753527" y="1661064"/>
                    <a:pt x="802771" y="1664398"/>
                    <a:pt x="822202" y="1690211"/>
                  </a:cubicBezTo>
                  <a:cubicBezTo>
                    <a:pt x="841633" y="1715928"/>
                    <a:pt x="830489" y="1742503"/>
                    <a:pt x="798770" y="1766411"/>
                  </a:cubicBezTo>
                  <a:cubicBezTo>
                    <a:pt x="751145" y="1802320"/>
                    <a:pt x="649990" y="1816798"/>
                    <a:pt x="587220" y="1733454"/>
                  </a:cubicBezTo>
                  <a:cubicBezTo>
                    <a:pt x="524355" y="1650015"/>
                    <a:pt x="523117" y="1545240"/>
                    <a:pt x="624368" y="1468945"/>
                  </a:cubicBezTo>
                  <a:cubicBezTo>
                    <a:pt x="741430" y="1380744"/>
                    <a:pt x="885067" y="1406271"/>
                    <a:pt x="991271" y="1547145"/>
                  </a:cubicBezTo>
                  <a:cubicBezTo>
                    <a:pt x="1107857" y="1701927"/>
                    <a:pt x="1108238" y="1863471"/>
                    <a:pt x="937550" y="1992058"/>
                  </a:cubicBezTo>
                  <a:cubicBezTo>
                    <a:pt x="766862" y="2120646"/>
                    <a:pt x="540738" y="2088832"/>
                    <a:pt x="373479" y="1978342"/>
                  </a:cubicBezTo>
                  <a:cubicBezTo>
                    <a:pt x="206220" y="1867947"/>
                    <a:pt x="18482" y="1886426"/>
                    <a:pt x="18482" y="1886426"/>
                  </a:cubicBezTo>
                  <a:cubicBezTo>
                    <a:pt x="18482" y="1886426"/>
                    <a:pt x="88015" y="1711071"/>
                    <a:pt x="28007" y="1519904"/>
                  </a:cubicBezTo>
                  <a:cubicBezTo>
                    <a:pt x="-32095" y="1328737"/>
                    <a:pt x="-282" y="1102518"/>
                    <a:pt x="170501" y="973931"/>
                  </a:cubicBezTo>
                  <a:cubicBezTo>
                    <a:pt x="234509" y="925710"/>
                    <a:pt x="296334" y="901881"/>
                    <a:pt x="354760" y="899094"/>
                  </a:cubicBezTo>
                  <a:close/>
                  <a:moveTo>
                    <a:pt x="1097379" y="0"/>
                  </a:moveTo>
                  <a:cubicBezTo>
                    <a:pt x="1097379" y="0"/>
                    <a:pt x="1195487" y="161068"/>
                    <a:pt x="1384367" y="228124"/>
                  </a:cubicBezTo>
                  <a:cubicBezTo>
                    <a:pt x="1573248" y="295275"/>
                    <a:pt x="1734697" y="456724"/>
                    <a:pt x="1734792" y="670560"/>
                  </a:cubicBezTo>
                  <a:cubicBezTo>
                    <a:pt x="1734792" y="884301"/>
                    <a:pt x="1605633" y="981170"/>
                    <a:pt x="1411799" y="981170"/>
                  </a:cubicBezTo>
                  <a:cubicBezTo>
                    <a:pt x="1235396" y="981170"/>
                    <a:pt x="1128526" y="881729"/>
                    <a:pt x="1128526" y="735140"/>
                  </a:cubicBezTo>
                  <a:cubicBezTo>
                    <a:pt x="1128526" y="608362"/>
                    <a:pt x="1213013" y="546259"/>
                    <a:pt x="1317406" y="546259"/>
                  </a:cubicBezTo>
                  <a:cubicBezTo>
                    <a:pt x="1421801" y="546259"/>
                    <a:pt x="1471045" y="635699"/>
                    <a:pt x="1471045" y="695325"/>
                  </a:cubicBezTo>
                  <a:cubicBezTo>
                    <a:pt x="1471045" y="735044"/>
                    <a:pt x="1456567" y="759905"/>
                    <a:pt x="1424277" y="759905"/>
                  </a:cubicBezTo>
                  <a:cubicBezTo>
                    <a:pt x="1391987" y="759905"/>
                    <a:pt x="1359698" y="722662"/>
                    <a:pt x="1359698" y="702755"/>
                  </a:cubicBezTo>
                  <a:cubicBezTo>
                    <a:pt x="1359698" y="682847"/>
                    <a:pt x="1339886" y="645605"/>
                    <a:pt x="1302548" y="645605"/>
                  </a:cubicBezTo>
                  <a:cubicBezTo>
                    <a:pt x="1265210" y="645605"/>
                    <a:pt x="1229586" y="684562"/>
                    <a:pt x="1229586" y="749141"/>
                  </a:cubicBezTo>
                  <a:cubicBezTo>
                    <a:pt x="1229586" y="824103"/>
                    <a:pt x="1318264" y="871728"/>
                    <a:pt x="1420181" y="871728"/>
                  </a:cubicBezTo>
                  <a:cubicBezTo>
                    <a:pt x="1522003" y="871728"/>
                    <a:pt x="1615158" y="786289"/>
                    <a:pt x="1615158" y="679513"/>
                  </a:cubicBezTo>
                  <a:cubicBezTo>
                    <a:pt x="1615158" y="572738"/>
                    <a:pt x="1556674" y="441579"/>
                    <a:pt x="1354649" y="352425"/>
                  </a:cubicBezTo>
                  <a:cubicBezTo>
                    <a:pt x="1163292" y="267938"/>
                    <a:pt x="1097379" y="194215"/>
                    <a:pt x="1097379" y="194215"/>
                  </a:cubicBezTo>
                  <a:cubicBezTo>
                    <a:pt x="1097379" y="194215"/>
                    <a:pt x="1031466" y="267938"/>
                    <a:pt x="840109" y="352425"/>
                  </a:cubicBezTo>
                  <a:cubicBezTo>
                    <a:pt x="638083" y="441579"/>
                    <a:pt x="579600" y="572643"/>
                    <a:pt x="579600" y="679513"/>
                  </a:cubicBezTo>
                  <a:cubicBezTo>
                    <a:pt x="579600" y="786384"/>
                    <a:pt x="672659" y="871728"/>
                    <a:pt x="774577" y="871728"/>
                  </a:cubicBezTo>
                  <a:cubicBezTo>
                    <a:pt x="876494" y="871728"/>
                    <a:pt x="965172" y="824103"/>
                    <a:pt x="965172" y="749141"/>
                  </a:cubicBezTo>
                  <a:cubicBezTo>
                    <a:pt x="965172" y="684467"/>
                    <a:pt x="929453" y="645605"/>
                    <a:pt x="892210" y="645605"/>
                  </a:cubicBezTo>
                  <a:cubicBezTo>
                    <a:pt x="854968" y="645605"/>
                    <a:pt x="835060" y="682847"/>
                    <a:pt x="835060" y="702755"/>
                  </a:cubicBezTo>
                  <a:cubicBezTo>
                    <a:pt x="835060" y="722662"/>
                    <a:pt x="802771" y="759905"/>
                    <a:pt x="770481" y="759905"/>
                  </a:cubicBezTo>
                  <a:cubicBezTo>
                    <a:pt x="738191" y="759905"/>
                    <a:pt x="723713" y="735044"/>
                    <a:pt x="723713" y="695325"/>
                  </a:cubicBezTo>
                  <a:cubicBezTo>
                    <a:pt x="723713" y="635699"/>
                    <a:pt x="772958" y="546164"/>
                    <a:pt x="877352" y="546164"/>
                  </a:cubicBezTo>
                  <a:cubicBezTo>
                    <a:pt x="981746" y="546164"/>
                    <a:pt x="1066232" y="608362"/>
                    <a:pt x="1066232" y="735044"/>
                  </a:cubicBezTo>
                  <a:cubicBezTo>
                    <a:pt x="1066232" y="881729"/>
                    <a:pt x="959362" y="981075"/>
                    <a:pt x="782959" y="981075"/>
                  </a:cubicBezTo>
                  <a:cubicBezTo>
                    <a:pt x="589125" y="981075"/>
                    <a:pt x="459966" y="884111"/>
                    <a:pt x="459966" y="670370"/>
                  </a:cubicBezTo>
                  <a:cubicBezTo>
                    <a:pt x="459966" y="456724"/>
                    <a:pt x="621415" y="295180"/>
                    <a:pt x="810296" y="228124"/>
                  </a:cubicBezTo>
                  <a:cubicBezTo>
                    <a:pt x="999176" y="161068"/>
                    <a:pt x="1097379" y="0"/>
                    <a:pt x="1097379" y="0"/>
                  </a:cubicBezTo>
                  <a:close/>
                </a:path>
              </a:pathLst>
            </a:custGeom>
            <a:gradFill>
              <a:gsLst>
                <a:gs pos="20000">
                  <a:srgbClr val="DCA050">
                    <a:alpha val="14901"/>
                  </a:srgbClr>
                </a:gs>
                <a:gs pos="100000">
                  <a:srgbClr val="DCA050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357292" y="262810"/>
              <a:ext cx="809802" cy="765890"/>
            </a:xfrm>
            <a:custGeom>
              <a:avLst/>
              <a:gdLst/>
              <a:ahLst/>
              <a:cxnLst/>
              <a:rect l="l" t="t" r="r" b="b"/>
              <a:pathLst>
                <a:path w="2194663" h="2075658">
                  <a:moveTo>
                    <a:pt x="1097379" y="981075"/>
                  </a:moveTo>
                  <a:lnTo>
                    <a:pt x="1349506" y="1375410"/>
                  </a:lnTo>
                  <a:lnTo>
                    <a:pt x="845157" y="1375410"/>
                  </a:lnTo>
                  <a:close/>
                  <a:moveTo>
                    <a:pt x="1839903" y="899094"/>
                  </a:moveTo>
                  <a:cubicBezTo>
                    <a:pt x="1898329" y="901881"/>
                    <a:pt x="1960154" y="925710"/>
                    <a:pt x="2024162" y="973931"/>
                  </a:cubicBezTo>
                  <a:cubicBezTo>
                    <a:pt x="2194945" y="1102518"/>
                    <a:pt x="2226758" y="1328737"/>
                    <a:pt x="2166656" y="1519904"/>
                  </a:cubicBezTo>
                  <a:cubicBezTo>
                    <a:pt x="2106648" y="1711071"/>
                    <a:pt x="2176181" y="1886426"/>
                    <a:pt x="2176181" y="1886426"/>
                  </a:cubicBezTo>
                  <a:cubicBezTo>
                    <a:pt x="2176181" y="1886426"/>
                    <a:pt x="1988443" y="1867947"/>
                    <a:pt x="1821184" y="1978342"/>
                  </a:cubicBezTo>
                  <a:cubicBezTo>
                    <a:pt x="1653925" y="2088832"/>
                    <a:pt x="1427801" y="2120646"/>
                    <a:pt x="1257113" y="1992058"/>
                  </a:cubicBezTo>
                  <a:cubicBezTo>
                    <a:pt x="1086425" y="1863471"/>
                    <a:pt x="1086806" y="1701927"/>
                    <a:pt x="1203392" y="1547145"/>
                  </a:cubicBezTo>
                  <a:cubicBezTo>
                    <a:pt x="1309596" y="1406271"/>
                    <a:pt x="1453233" y="1380744"/>
                    <a:pt x="1570295" y="1468945"/>
                  </a:cubicBezTo>
                  <a:cubicBezTo>
                    <a:pt x="1671546" y="1545240"/>
                    <a:pt x="1670308" y="1650015"/>
                    <a:pt x="1607443" y="1733454"/>
                  </a:cubicBezTo>
                  <a:cubicBezTo>
                    <a:pt x="1544673" y="1816798"/>
                    <a:pt x="1443518" y="1802320"/>
                    <a:pt x="1395893" y="1766411"/>
                  </a:cubicBezTo>
                  <a:cubicBezTo>
                    <a:pt x="1364174" y="1742503"/>
                    <a:pt x="1353030" y="1715928"/>
                    <a:pt x="1372461" y="1690211"/>
                  </a:cubicBezTo>
                  <a:cubicBezTo>
                    <a:pt x="1391892" y="1664398"/>
                    <a:pt x="1441136" y="1661064"/>
                    <a:pt x="1456948" y="1672971"/>
                  </a:cubicBezTo>
                  <a:cubicBezTo>
                    <a:pt x="1472855" y="1684972"/>
                    <a:pt x="1514574" y="1691449"/>
                    <a:pt x="1536958" y="1661731"/>
                  </a:cubicBezTo>
                  <a:cubicBezTo>
                    <a:pt x="1559342" y="1631918"/>
                    <a:pt x="1549817" y="1580102"/>
                    <a:pt x="1498191" y="1541240"/>
                  </a:cubicBezTo>
                  <a:cubicBezTo>
                    <a:pt x="1438279" y="1496092"/>
                    <a:pt x="1346934" y="1538287"/>
                    <a:pt x="1285593" y="1619631"/>
                  </a:cubicBezTo>
                  <a:cubicBezTo>
                    <a:pt x="1224252" y="1700974"/>
                    <a:pt x="1236444" y="1826704"/>
                    <a:pt x="1321788" y="1890998"/>
                  </a:cubicBezTo>
                  <a:cubicBezTo>
                    <a:pt x="1407132" y="1955292"/>
                    <a:pt x="1547054" y="1987486"/>
                    <a:pt x="1739840" y="1879854"/>
                  </a:cubicBezTo>
                  <a:cubicBezTo>
                    <a:pt x="1922435" y="1777841"/>
                    <a:pt x="2020923" y="1769554"/>
                    <a:pt x="2020923" y="1769554"/>
                  </a:cubicBezTo>
                  <a:cubicBezTo>
                    <a:pt x="2020923" y="1769554"/>
                    <a:pt x="2001683" y="1672590"/>
                    <a:pt x="2049403" y="1468945"/>
                  </a:cubicBezTo>
                  <a:cubicBezTo>
                    <a:pt x="2099695" y="1253966"/>
                    <a:pt x="2030162" y="1128331"/>
                    <a:pt x="1944914" y="1064037"/>
                  </a:cubicBezTo>
                  <a:cubicBezTo>
                    <a:pt x="1859570" y="999744"/>
                    <a:pt x="1735364" y="1022794"/>
                    <a:pt x="1674023" y="1104138"/>
                  </a:cubicBezTo>
                  <a:cubicBezTo>
                    <a:pt x="1612682" y="1185481"/>
                    <a:pt x="1597442" y="1285017"/>
                    <a:pt x="1657259" y="1330166"/>
                  </a:cubicBezTo>
                  <a:cubicBezTo>
                    <a:pt x="1708884" y="1369028"/>
                    <a:pt x="1761367" y="1363980"/>
                    <a:pt x="1783846" y="1334167"/>
                  </a:cubicBezTo>
                  <a:cubicBezTo>
                    <a:pt x="1806230" y="1304353"/>
                    <a:pt x="1788513" y="1266063"/>
                    <a:pt x="1772606" y="1254156"/>
                  </a:cubicBezTo>
                  <a:cubicBezTo>
                    <a:pt x="1756700" y="1242155"/>
                    <a:pt x="1746413" y="1193958"/>
                    <a:pt x="1765844" y="1168146"/>
                  </a:cubicBezTo>
                  <a:cubicBezTo>
                    <a:pt x="1785275" y="1142333"/>
                    <a:pt x="1813850" y="1145762"/>
                    <a:pt x="1845568" y="1169670"/>
                  </a:cubicBezTo>
                  <a:cubicBezTo>
                    <a:pt x="1893193" y="1205579"/>
                    <a:pt x="1935008" y="1298733"/>
                    <a:pt x="1872238" y="1382077"/>
                  </a:cubicBezTo>
                  <a:cubicBezTo>
                    <a:pt x="1809468" y="1465421"/>
                    <a:pt x="1708979" y="1495520"/>
                    <a:pt x="1607729" y="1419225"/>
                  </a:cubicBezTo>
                  <a:cubicBezTo>
                    <a:pt x="1490666" y="1331023"/>
                    <a:pt x="1475522" y="1185862"/>
                    <a:pt x="1581725" y="1044987"/>
                  </a:cubicBezTo>
                  <a:cubicBezTo>
                    <a:pt x="1654591" y="948249"/>
                    <a:pt x="1742527" y="894447"/>
                    <a:pt x="1839903" y="899094"/>
                  </a:cubicBezTo>
                  <a:close/>
                  <a:moveTo>
                    <a:pt x="354760" y="899094"/>
                  </a:moveTo>
                  <a:cubicBezTo>
                    <a:pt x="452136" y="894447"/>
                    <a:pt x="540072" y="948249"/>
                    <a:pt x="612938" y="1044987"/>
                  </a:cubicBezTo>
                  <a:cubicBezTo>
                    <a:pt x="719141" y="1185862"/>
                    <a:pt x="703997" y="1331023"/>
                    <a:pt x="586934" y="1419225"/>
                  </a:cubicBezTo>
                  <a:cubicBezTo>
                    <a:pt x="485684" y="1495520"/>
                    <a:pt x="385195" y="1465421"/>
                    <a:pt x="322425" y="1382077"/>
                  </a:cubicBezTo>
                  <a:cubicBezTo>
                    <a:pt x="259655" y="1298733"/>
                    <a:pt x="301470" y="1205579"/>
                    <a:pt x="349095" y="1169670"/>
                  </a:cubicBezTo>
                  <a:cubicBezTo>
                    <a:pt x="380813" y="1145762"/>
                    <a:pt x="409388" y="1142333"/>
                    <a:pt x="428819" y="1168146"/>
                  </a:cubicBezTo>
                  <a:cubicBezTo>
                    <a:pt x="448250" y="1193958"/>
                    <a:pt x="437963" y="1242155"/>
                    <a:pt x="422057" y="1254156"/>
                  </a:cubicBezTo>
                  <a:cubicBezTo>
                    <a:pt x="406150" y="1266063"/>
                    <a:pt x="388433" y="1304353"/>
                    <a:pt x="410817" y="1334167"/>
                  </a:cubicBezTo>
                  <a:cubicBezTo>
                    <a:pt x="433296" y="1363980"/>
                    <a:pt x="485779" y="1369028"/>
                    <a:pt x="537404" y="1330166"/>
                  </a:cubicBezTo>
                  <a:cubicBezTo>
                    <a:pt x="597221" y="1285017"/>
                    <a:pt x="581981" y="1185481"/>
                    <a:pt x="520640" y="1104138"/>
                  </a:cubicBezTo>
                  <a:cubicBezTo>
                    <a:pt x="459299" y="1022794"/>
                    <a:pt x="335093" y="999744"/>
                    <a:pt x="249749" y="1064037"/>
                  </a:cubicBezTo>
                  <a:cubicBezTo>
                    <a:pt x="164501" y="1128331"/>
                    <a:pt x="94968" y="1253966"/>
                    <a:pt x="145260" y="1468945"/>
                  </a:cubicBezTo>
                  <a:cubicBezTo>
                    <a:pt x="192980" y="1672590"/>
                    <a:pt x="173740" y="1769554"/>
                    <a:pt x="173740" y="1769554"/>
                  </a:cubicBezTo>
                  <a:cubicBezTo>
                    <a:pt x="173740" y="1769554"/>
                    <a:pt x="272228" y="1777841"/>
                    <a:pt x="454823" y="1879854"/>
                  </a:cubicBezTo>
                  <a:cubicBezTo>
                    <a:pt x="647609" y="1987486"/>
                    <a:pt x="787531" y="1955292"/>
                    <a:pt x="872875" y="1890998"/>
                  </a:cubicBezTo>
                  <a:cubicBezTo>
                    <a:pt x="958219" y="1826704"/>
                    <a:pt x="970411" y="1700974"/>
                    <a:pt x="909070" y="1619631"/>
                  </a:cubicBezTo>
                  <a:cubicBezTo>
                    <a:pt x="847729" y="1538287"/>
                    <a:pt x="756384" y="1496092"/>
                    <a:pt x="696472" y="1541240"/>
                  </a:cubicBezTo>
                  <a:cubicBezTo>
                    <a:pt x="644846" y="1580102"/>
                    <a:pt x="635321" y="1631918"/>
                    <a:pt x="657705" y="1661731"/>
                  </a:cubicBezTo>
                  <a:cubicBezTo>
                    <a:pt x="680089" y="1691449"/>
                    <a:pt x="721808" y="1684972"/>
                    <a:pt x="737715" y="1672971"/>
                  </a:cubicBezTo>
                  <a:cubicBezTo>
                    <a:pt x="753527" y="1661064"/>
                    <a:pt x="802771" y="1664398"/>
                    <a:pt x="822202" y="1690211"/>
                  </a:cubicBezTo>
                  <a:cubicBezTo>
                    <a:pt x="841633" y="1715928"/>
                    <a:pt x="830489" y="1742503"/>
                    <a:pt x="798770" y="1766411"/>
                  </a:cubicBezTo>
                  <a:cubicBezTo>
                    <a:pt x="751145" y="1802320"/>
                    <a:pt x="649990" y="1816798"/>
                    <a:pt x="587220" y="1733454"/>
                  </a:cubicBezTo>
                  <a:cubicBezTo>
                    <a:pt x="524355" y="1650015"/>
                    <a:pt x="523117" y="1545240"/>
                    <a:pt x="624368" y="1468945"/>
                  </a:cubicBezTo>
                  <a:cubicBezTo>
                    <a:pt x="741430" y="1380744"/>
                    <a:pt x="885067" y="1406271"/>
                    <a:pt x="991271" y="1547145"/>
                  </a:cubicBezTo>
                  <a:cubicBezTo>
                    <a:pt x="1107857" y="1701927"/>
                    <a:pt x="1108238" y="1863471"/>
                    <a:pt x="937550" y="1992058"/>
                  </a:cubicBezTo>
                  <a:cubicBezTo>
                    <a:pt x="766862" y="2120646"/>
                    <a:pt x="540738" y="2088832"/>
                    <a:pt x="373479" y="1978342"/>
                  </a:cubicBezTo>
                  <a:cubicBezTo>
                    <a:pt x="206220" y="1867947"/>
                    <a:pt x="18482" y="1886426"/>
                    <a:pt x="18482" y="1886426"/>
                  </a:cubicBezTo>
                  <a:cubicBezTo>
                    <a:pt x="18482" y="1886426"/>
                    <a:pt x="88015" y="1711071"/>
                    <a:pt x="28007" y="1519904"/>
                  </a:cubicBezTo>
                  <a:cubicBezTo>
                    <a:pt x="-32095" y="1328737"/>
                    <a:pt x="-282" y="1102518"/>
                    <a:pt x="170501" y="973931"/>
                  </a:cubicBezTo>
                  <a:cubicBezTo>
                    <a:pt x="234509" y="925710"/>
                    <a:pt x="296334" y="901881"/>
                    <a:pt x="354760" y="899094"/>
                  </a:cubicBezTo>
                  <a:close/>
                  <a:moveTo>
                    <a:pt x="1097379" y="0"/>
                  </a:moveTo>
                  <a:cubicBezTo>
                    <a:pt x="1097379" y="0"/>
                    <a:pt x="1195487" y="161068"/>
                    <a:pt x="1384367" y="228124"/>
                  </a:cubicBezTo>
                  <a:cubicBezTo>
                    <a:pt x="1573248" y="295275"/>
                    <a:pt x="1734697" y="456724"/>
                    <a:pt x="1734792" y="670560"/>
                  </a:cubicBezTo>
                  <a:cubicBezTo>
                    <a:pt x="1734792" y="884301"/>
                    <a:pt x="1605633" y="981170"/>
                    <a:pt x="1411799" y="981170"/>
                  </a:cubicBezTo>
                  <a:cubicBezTo>
                    <a:pt x="1235396" y="981170"/>
                    <a:pt x="1128526" y="881729"/>
                    <a:pt x="1128526" y="735140"/>
                  </a:cubicBezTo>
                  <a:cubicBezTo>
                    <a:pt x="1128526" y="608362"/>
                    <a:pt x="1213013" y="546259"/>
                    <a:pt x="1317406" y="546259"/>
                  </a:cubicBezTo>
                  <a:cubicBezTo>
                    <a:pt x="1421801" y="546259"/>
                    <a:pt x="1471045" y="635699"/>
                    <a:pt x="1471045" y="695325"/>
                  </a:cubicBezTo>
                  <a:cubicBezTo>
                    <a:pt x="1471045" y="735044"/>
                    <a:pt x="1456567" y="759905"/>
                    <a:pt x="1424277" y="759905"/>
                  </a:cubicBezTo>
                  <a:cubicBezTo>
                    <a:pt x="1391987" y="759905"/>
                    <a:pt x="1359698" y="722662"/>
                    <a:pt x="1359698" y="702755"/>
                  </a:cubicBezTo>
                  <a:cubicBezTo>
                    <a:pt x="1359698" y="682847"/>
                    <a:pt x="1339886" y="645605"/>
                    <a:pt x="1302548" y="645605"/>
                  </a:cubicBezTo>
                  <a:cubicBezTo>
                    <a:pt x="1265210" y="645605"/>
                    <a:pt x="1229586" y="684562"/>
                    <a:pt x="1229586" y="749141"/>
                  </a:cubicBezTo>
                  <a:cubicBezTo>
                    <a:pt x="1229586" y="824103"/>
                    <a:pt x="1318264" y="871728"/>
                    <a:pt x="1420181" y="871728"/>
                  </a:cubicBezTo>
                  <a:cubicBezTo>
                    <a:pt x="1522003" y="871728"/>
                    <a:pt x="1615158" y="786289"/>
                    <a:pt x="1615158" y="679513"/>
                  </a:cubicBezTo>
                  <a:cubicBezTo>
                    <a:pt x="1615158" y="572738"/>
                    <a:pt x="1556674" y="441579"/>
                    <a:pt x="1354649" y="352425"/>
                  </a:cubicBezTo>
                  <a:cubicBezTo>
                    <a:pt x="1163292" y="267938"/>
                    <a:pt x="1097379" y="194215"/>
                    <a:pt x="1097379" y="194215"/>
                  </a:cubicBezTo>
                  <a:cubicBezTo>
                    <a:pt x="1097379" y="194215"/>
                    <a:pt x="1031466" y="267938"/>
                    <a:pt x="840109" y="352425"/>
                  </a:cubicBezTo>
                  <a:cubicBezTo>
                    <a:pt x="638083" y="441579"/>
                    <a:pt x="579600" y="572643"/>
                    <a:pt x="579600" y="679513"/>
                  </a:cubicBezTo>
                  <a:cubicBezTo>
                    <a:pt x="579600" y="786384"/>
                    <a:pt x="672659" y="871728"/>
                    <a:pt x="774577" y="871728"/>
                  </a:cubicBezTo>
                  <a:cubicBezTo>
                    <a:pt x="876494" y="871728"/>
                    <a:pt x="965172" y="824103"/>
                    <a:pt x="965172" y="749141"/>
                  </a:cubicBezTo>
                  <a:cubicBezTo>
                    <a:pt x="965172" y="684467"/>
                    <a:pt x="929453" y="645605"/>
                    <a:pt x="892210" y="645605"/>
                  </a:cubicBezTo>
                  <a:cubicBezTo>
                    <a:pt x="854968" y="645605"/>
                    <a:pt x="835060" y="682847"/>
                    <a:pt x="835060" y="702755"/>
                  </a:cubicBezTo>
                  <a:cubicBezTo>
                    <a:pt x="835060" y="722662"/>
                    <a:pt x="802771" y="759905"/>
                    <a:pt x="770481" y="759905"/>
                  </a:cubicBezTo>
                  <a:cubicBezTo>
                    <a:pt x="738191" y="759905"/>
                    <a:pt x="723713" y="735044"/>
                    <a:pt x="723713" y="695325"/>
                  </a:cubicBezTo>
                  <a:cubicBezTo>
                    <a:pt x="723713" y="635699"/>
                    <a:pt x="772958" y="546164"/>
                    <a:pt x="877352" y="546164"/>
                  </a:cubicBezTo>
                  <a:cubicBezTo>
                    <a:pt x="981746" y="546164"/>
                    <a:pt x="1066232" y="608362"/>
                    <a:pt x="1066232" y="735044"/>
                  </a:cubicBezTo>
                  <a:cubicBezTo>
                    <a:pt x="1066232" y="881729"/>
                    <a:pt x="959362" y="981075"/>
                    <a:pt x="782959" y="981075"/>
                  </a:cubicBezTo>
                  <a:cubicBezTo>
                    <a:pt x="589125" y="981075"/>
                    <a:pt x="459966" y="884111"/>
                    <a:pt x="459966" y="670370"/>
                  </a:cubicBezTo>
                  <a:cubicBezTo>
                    <a:pt x="459966" y="456724"/>
                    <a:pt x="621415" y="295180"/>
                    <a:pt x="810296" y="228124"/>
                  </a:cubicBezTo>
                  <a:cubicBezTo>
                    <a:pt x="999176" y="161068"/>
                    <a:pt x="1097379" y="0"/>
                    <a:pt x="1097379" y="0"/>
                  </a:cubicBezTo>
                  <a:close/>
                </a:path>
              </a:pathLst>
            </a:custGeom>
            <a:gradFill>
              <a:gsLst>
                <a:gs pos="20000">
                  <a:srgbClr val="DCA050">
                    <a:alpha val="50196"/>
                  </a:srgbClr>
                </a:gs>
                <a:gs pos="100000">
                  <a:srgbClr val="DCA050">
                    <a:alpha val="10196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rgbClr val="DCA050">
                <a:alpha val="100000"/>
              </a:srgbClr>
            </a:gs>
            <a:gs pos="89999">
              <a:srgbClr val="DCA050">
                <a:alpha val="100000"/>
                <a:lumMod val="7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1518900" cy="6858000"/>
            <a:chOff x="0" y="0"/>
            <a:chExt cx="11518900" cy="6858000"/>
          </a:xfrm>
        </p:grpSpPr>
        <p:sp>
          <p:nvSpPr>
            <p:cNvPr id="3" name="AutoShape 3"/>
            <p:cNvSpPr/>
            <p:nvPr/>
          </p:nvSpPr>
          <p:spPr>
            <a:xfrm>
              <a:off x="5419466" y="544653"/>
              <a:ext cx="6099434" cy="5768694"/>
            </a:xfrm>
            <a:custGeom>
              <a:avLst/>
              <a:gdLst/>
              <a:ahLst/>
              <a:cxnLst/>
              <a:rect l="l" t="t" r="r" b="b"/>
              <a:pathLst>
                <a:path w="2194663" h="2075658">
                  <a:moveTo>
                    <a:pt x="1097379" y="981075"/>
                  </a:moveTo>
                  <a:lnTo>
                    <a:pt x="1349506" y="1375410"/>
                  </a:lnTo>
                  <a:lnTo>
                    <a:pt x="845157" y="1375410"/>
                  </a:lnTo>
                  <a:close/>
                  <a:moveTo>
                    <a:pt x="1839903" y="899094"/>
                  </a:moveTo>
                  <a:cubicBezTo>
                    <a:pt x="1898329" y="901881"/>
                    <a:pt x="1960154" y="925710"/>
                    <a:pt x="2024162" y="973931"/>
                  </a:cubicBezTo>
                  <a:cubicBezTo>
                    <a:pt x="2194945" y="1102518"/>
                    <a:pt x="2226758" y="1328737"/>
                    <a:pt x="2166656" y="1519904"/>
                  </a:cubicBezTo>
                  <a:cubicBezTo>
                    <a:pt x="2106648" y="1711071"/>
                    <a:pt x="2176181" y="1886426"/>
                    <a:pt x="2176181" y="1886426"/>
                  </a:cubicBezTo>
                  <a:cubicBezTo>
                    <a:pt x="2176181" y="1886426"/>
                    <a:pt x="1988443" y="1867947"/>
                    <a:pt x="1821184" y="1978342"/>
                  </a:cubicBezTo>
                  <a:cubicBezTo>
                    <a:pt x="1653925" y="2088832"/>
                    <a:pt x="1427801" y="2120646"/>
                    <a:pt x="1257113" y="1992058"/>
                  </a:cubicBezTo>
                  <a:cubicBezTo>
                    <a:pt x="1086425" y="1863471"/>
                    <a:pt x="1086806" y="1701927"/>
                    <a:pt x="1203392" y="1547145"/>
                  </a:cubicBezTo>
                  <a:cubicBezTo>
                    <a:pt x="1309596" y="1406271"/>
                    <a:pt x="1453233" y="1380744"/>
                    <a:pt x="1570295" y="1468945"/>
                  </a:cubicBezTo>
                  <a:cubicBezTo>
                    <a:pt x="1671546" y="1545240"/>
                    <a:pt x="1670308" y="1650015"/>
                    <a:pt x="1607443" y="1733454"/>
                  </a:cubicBezTo>
                  <a:cubicBezTo>
                    <a:pt x="1544673" y="1816798"/>
                    <a:pt x="1443518" y="1802320"/>
                    <a:pt x="1395893" y="1766411"/>
                  </a:cubicBezTo>
                  <a:cubicBezTo>
                    <a:pt x="1364174" y="1742503"/>
                    <a:pt x="1353030" y="1715928"/>
                    <a:pt x="1372461" y="1690211"/>
                  </a:cubicBezTo>
                  <a:cubicBezTo>
                    <a:pt x="1391892" y="1664398"/>
                    <a:pt x="1441136" y="1661064"/>
                    <a:pt x="1456948" y="1672971"/>
                  </a:cubicBezTo>
                  <a:cubicBezTo>
                    <a:pt x="1472855" y="1684972"/>
                    <a:pt x="1514574" y="1691449"/>
                    <a:pt x="1536958" y="1661731"/>
                  </a:cubicBezTo>
                  <a:cubicBezTo>
                    <a:pt x="1559342" y="1631918"/>
                    <a:pt x="1549817" y="1580102"/>
                    <a:pt x="1498191" y="1541240"/>
                  </a:cubicBezTo>
                  <a:cubicBezTo>
                    <a:pt x="1438279" y="1496092"/>
                    <a:pt x="1346934" y="1538287"/>
                    <a:pt x="1285593" y="1619631"/>
                  </a:cubicBezTo>
                  <a:cubicBezTo>
                    <a:pt x="1224252" y="1700974"/>
                    <a:pt x="1236444" y="1826704"/>
                    <a:pt x="1321788" y="1890998"/>
                  </a:cubicBezTo>
                  <a:cubicBezTo>
                    <a:pt x="1407132" y="1955292"/>
                    <a:pt x="1547054" y="1987486"/>
                    <a:pt x="1739840" y="1879854"/>
                  </a:cubicBezTo>
                  <a:cubicBezTo>
                    <a:pt x="1922435" y="1777841"/>
                    <a:pt x="2020923" y="1769554"/>
                    <a:pt x="2020923" y="1769554"/>
                  </a:cubicBezTo>
                  <a:cubicBezTo>
                    <a:pt x="2020923" y="1769554"/>
                    <a:pt x="2001683" y="1672590"/>
                    <a:pt x="2049403" y="1468945"/>
                  </a:cubicBezTo>
                  <a:cubicBezTo>
                    <a:pt x="2099695" y="1253966"/>
                    <a:pt x="2030162" y="1128331"/>
                    <a:pt x="1944914" y="1064037"/>
                  </a:cubicBezTo>
                  <a:cubicBezTo>
                    <a:pt x="1859570" y="999744"/>
                    <a:pt x="1735364" y="1022794"/>
                    <a:pt x="1674023" y="1104138"/>
                  </a:cubicBezTo>
                  <a:cubicBezTo>
                    <a:pt x="1612682" y="1185481"/>
                    <a:pt x="1597442" y="1285017"/>
                    <a:pt x="1657259" y="1330166"/>
                  </a:cubicBezTo>
                  <a:cubicBezTo>
                    <a:pt x="1708884" y="1369028"/>
                    <a:pt x="1761367" y="1363980"/>
                    <a:pt x="1783846" y="1334167"/>
                  </a:cubicBezTo>
                  <a:cubicBezTo>
                    <a:pt x="1806230" y="1304353"/>
                    <a:pt x="1788513" y="1266063"/>
                    <a:pt x="1772606" y="1254156"/>
                  </a:cubicBezTo>
                  <a:cubicBezTo>
                    <a:pt x="1756700" y="1242155"/>
                    <a:pt x="1746413" y="1193958"/>
                    <a:pt x="1765844" y="1168146"/>
                  </a:cubicBezTo>
                  <a:cubicBezTo>
                    <a:pt x="1785275" y="1142333"/>
                    <a:pt x="1813850" y="1145762"/>
                    <a:pt x="1845568" y="1169670"/>
                  </a:cubicBezTo>
                  <a:cubicBezTo>
                    <a:pt x="1893193" y="1205579"/>
                    <a:pt x="1935008" y="1298733"/>
                    <a:pt x="1872238" y="1382077"/>
                  </a:cubicBezTo>
                  <a:cubicBezTo>
                    <a:pt x="1809468" y="1465421"/>
                    <a:pt x="1708979" y="1495520"/>
                    <a:pt x="1607729" y="1419225"/>
                  </a:cubicBezTo>
                  <a:cubicBezTo>
                    <a:pt x="1490666" y="1331023"/>
                    <a:pt x="1475522" y="1185862"/>
                    <a:pt x="1581725" y="1044987"/>
                  </a:cubicBezTo>
                  <a:cubicBezTo>
                    <a:pt x="1654591" y="948249"/>
                    <a:pt x="1742527" y="894447"/>
                    <a:pt x="1839903" y="899094"/>
                  </a:cubicBezTo>
                  <a:close/>
                  <a:moveTo>
                    <a:pt x="354760" y="899094"/>
                  </a:moveTo>
                  <a:cubicBezTo>
                    <a:pt x="452136" y="894447"/>
                    <a:pt x="540072" y="948249"/>
                    <a:pt x="612938" y="1044987"/>
                  </a:cubicBezTo>
                  <a:cubicBezTo>
                    <a:pt x="719141" y="1185862"/>
                    <a:pt x="703997" y="1331023"/>
                    <a:pt x="586934" y="1419225"/>
                  </a:cubicBezTo>
                  <a:cubicBezTo>
                    <a:pt x="485684" y="1495520"/>
                    <a:pt x="385195" y="1465421"/>
                    <a:pt x="322425" y="1382077"/>
                  </a:cubicBezTo>
                  <a:cubicBezTo>
                    <a:pt x="259655" y="1298733"/>
                    <a:pt x="301470" y="1205579"/>
                    <a:pt x="349095" y="1169670"/>
                  </a:cubicBezTo>
                  <a:cubicBezTo>
                    <a:pt x="380813" y="1145762"/>
                    <a:pt x="409388" y="1142333"/>
                    <a:pt x="428819" y="1168146"/>
                  </a:cubicBezTo>
                  <a:cubicBezTo>
                    <a:pt x="448250" y="1193958"/>
                    <a:pt x="437963" y="1242155"/>
                    <a:pt x="422057" y="1254156"/>
                  </a:cubicBezTo>
                  <a:cubicBezTo>
                    <a:pt x="406150" y="1266063"/>
                    <a:pt x="388433" y="1304353"/>
                    <a:pt x="410817" y="1334167"/>
                  </a:cubicBezTo>
                  <a:cubicBezTo>
                    <a:pt x="433296" y="1363980"/>
                    <a:pt x="485779" y="1369028"/>
                    <a:pt x="537404" y="1330166"/>
                  </a:cubicBezTo>
                  <a:cubicBezTo>
                    <a:pt x="597221" y="1285017"/>
                    <a:pt x="581981" y="1185481"/>
                    <a:pt x="520640" y="1104138"/>
                  </a:cubicBezTo>
                  <a:cubicBezTo>
                    <a:pt x="459299" y="1022794"/>
                    <a:pt x="335093" y="999744"/>
                    <a:pt x="249749" y="1064037"/>
                  </a:cubicBezTo>
                  <a:cubicBezTo>
                    <a:pt x="164501" y="1128331"/>
                    <a:pt x="94968" y="1253966"/>
                    <a:pt x="145260" y="1468945"/>
                  </a:cubicBezTo>
                  <a:cubicBezTo>
                    <a:pt x="192980" y="1672590"/>
                    <a:pt x="173740" y="1769554"/>
                    <a:pt x="173740" y="1769554"/>
                  </a:cubicBezTo>
                  <a:cubicBezTo>
                    <a:pt x="173740" y="1769554"/>
                    <a:pt x="272228" y="1777841"/>
                    <a:pt x="454823" y="1879854"/>
                  </a:cubicBezTo>
                  <a:cubicBezTo>
                    <a:pt x="647609" y="1987486"/>
                    <a:pt x="787531" y="1955292"/>
                    <a:pt x="872875" y="1890998"/>
                  </a:cubicBezTo>
                  <a:cubicBezTo>
                    <a:pt x="958219" y="1826704"/>
                    <a:pt x="970411" y="1700974"/>
                    <a:pt x="909070" y="1619631"/>
                  </a:cubicBezTo>
                  <a:cubicBezTo>
                    <a:pt x="847729" y="1538287"/>
                    <a:pt x="756384" y="1496092"/>
                    <a:pt x="696472" y="1541240"/>
                  </a:cubicBezTo>
                  <a:cubicBezTo>
                    <a:pt x="644846" y="1580102"/>
                    <a:pt x="635321" y="1631918"/>
                    <a:pt x="657705" y="1661731"/>
                  </a:cubicBezTo>
                  <a:cubicBezTo>
                    <a:pt x="680089" y="1691449"/>
                    <a:pt x="721808" y="1684972"/>
                    <a:pt x="737715" y="1672971"/>
                  </a:cubicBezTo>
                  <a:cubicBezTo>
                    <a:pt x="753527" y="1661064"/>
                    <a:pt x="802771" y="1664398"/>
                    <a:pt x="822202" y="1690211"/>
                  </a:cubicBezTo>
                  <a:cubicBezTo>
                    <a:pt x="841633" y="1715928"/>
                    <a:pt x="830489" y="1742503"/>
                    <a:pt x="798770" y="1766411"/>
                  </a:cubicBezTo>
                  <a:cubicBezTo>
                    <a:pt x="751145" y="1802320"/>
                    <a:pt x="649990" y="1816798"/>
                    <a:pt x="587220" y="1733454"/>
                  </a:cubicBezTo>
                  <a:cubicBezTo>
                    <a:pt x="524355" y="1650015"/>
                    <a:pt x="523117" y="1545240"/>
                    <a:pt x="624368" y="1468945"/>
                  </a:cubicBezTo>
                  <a:cubicBezTo>
                    <a:pt x="741430" y="1380744"/>
                    <a:pt x="885067" y="1406271"/>
                    <a:pt x="991271" y="1547145"/>
                  </a:cubicBezTo>
                  <a:cubicBezTo>
                    <a:pt x="1107857" y="1701927"/>
                    <a:pt x="1108238" y="1863471"/>
                    <a:pt x="937550" y="1992058"/>
                  </a:cubicBezTo>
                  <a:cubicBezTo>
                    <a:pt x="766862" y="2120646"/>
                    <a:pt x="540738" y="2088832"/>
                    <a:pt x="373479" y="1978342"/>
                  </a:cubicBezTo>
                  <a:cubicBezTo>
                    <a:pt x="206220" y="1867947"/>
                    <a:pt x="18482" y="1886426"/>
                    <a:pt x="18482" y="1886426"/>
                  </a:cubicBezTo>
                  <a:cubicBezTo>
                    <a:pt x="18482" y="1886426"/>
                    <a:pt x="88015" y="1711071"/>
                    <a:pt x="28007" y="1519904"/>
                  </a:cubicBezTo>
                  <a:cubicBezTo>
                    <a:pt x="-32095" y="1328737"/>
                    <a:pt x="-282" y="1102518"/>
                    <a:pt x="170501" y="973931"/>
                  </a:cubicBezTo>
                  <a:cubicBezTo>
                    <a:pt x="234509" y="925710"/>
                    <a:pt x="296334" y="901881"/>
                    <a:pt x="354760" y="899094"/>
                  </a:cubicBezTo>
                  <a:close/>
                  <a:moveTo>
                    <a:pt x="1097379" y="0"/>
                  </a:moveTo>
                  <a:cubicBezTo>
                    <a:pt x="1097379" y="0"/>
                    <a:pt x="1195487" y="161068"/>
                    <a:pt x="1384367" y="228124"/>
                  </a:cubicBezTo>
                  <a:cubicBezTo>
                    <a:pt x="1573248" y="295275"/>
                    <a:pt x="1734697" y="456724"/>
                    <a:pt x="1734792" y="670560"/>
                  </a:cubicBezTo>
                  <a:cubicBezTo>
                    <a:pt x="1734792" y="884301"/>
                    <a:pt x="1605633" y="981170"/>
                    <a:pt x="1411799" y="981170"/>
                  </a:cubicBezTo>
                  <a:cubicBezTo>
                    <a:pt x="1235396" y="981170"/>
                    <a:pt x="1128526" y="881729"/>
                    <a:pt x="1128526" y="735140"/>
                  </a:cubicBezTo>
                  <a:cubicBezTo>
                    <a:pt x="1128526" y="608362"/>
                    <a:pt x="1213013" y="546259"/>
                    <a:pt x="1317406" y="546259"/>
                  </a:cubicBezTo>
                  <a:cubicBezTo>
                    <a:pt x="1421801" y="546259"/>
                    <a:pt x="1471045" y="635699"/>
                    <a:pt x="1471045" y="695325"/>
                  </a:cubicBezTo>
                  <a:cubicBezTo>
                    <a:pt x="1471045" y="735044"/>
                    <a:pt x="1456567" y="759905"/>
                    <a:pt x="1424277" y="759905"/>
                  </a:cubicBezTo>
                  <a:cubicBezTo>
                    <a:pt x="1391987" y="759905"/>
                    <a:pt x="1359698" y="722662"/>
                    <a:pt x="1359698" y="702755"/>
                  </a:cubicBezTo>
                  <a:cubicBezTo>
                    <a:pt x="1359698" y="682847"/>
                    <a:pt x="1339886" y="645605"/>
                    <a:pt x="1302548" y="645605"/>
                  </a:cubicBezTo>
                  <a:cubicBezTo>
                    <a:pt x="1265210" y="645605"/>
                    <a:pt x="1229586" y="684562"/>
                    <a:pt x="1229586" y="749141"/>
                  </a:cubicBezTo>
                  <a:cubicBezTo>
                    <a:pt x="1229586" y="824103"/>
                    <a:pt x="1318264" y="871728"/>
                    <a:pt x="1420181" y="871728"/>
                  </a:cubicBezTo>
                  <a:cubicBezTo>
                    <a:pt x="1522003" y="871728"/>
                    <a:pt x="1615158" y="786289"/>
                    <a:pt x="1615158" y="679513"/>
                  </a:cubicBezTo>
                  <a:cubicBezTo>
                    <a:pt x="1615158" y="572738"/>
                    <a:pt x="1556674" y="441579"/>
                    <a:pt x="1354649" y="352425"/>
                  </a:cubicBezTo>
                  <a:cubicBezTo>
                    <a:pt x="1163292" y="267938"/>
                    <a:pt x="1097379" y="194215"/>
                    <a:pt x="1097379" y="194215"/>
                  </a:cubicBezTo>
                  <a:cubicBezTo>
                    <a:pt x="1097379" y="194215"/>
                    <a:pt x="1031466" y="267938"/>
                    <a:pt x="840109" y="352425"/>
                  </a:cubicBezTo>
                  <a:cubicBezTo>
                    <a:pt x="638083" y="441579"/>
                    <a:pt x="579600" y="572643"/>
                    <a:pt x="579600" y="679513"/>
                  </a:cubicBezTo>
                  <a:cubicBezTo>
                    <a:pt x="579600" y="786384"/>
                    <a:pt x="672659" y="871728"/>
                    <a:pt x="774577" y="871728"/>
                  </a:cubicBezTo>
                  <a:cubicBezTo>
                    <a:pt x="876494" y="871728"/>
                    <a:pt x="965172" y="824103"/>
                    <a:pt x="965172" y="749141"/>
                  </a:cubicBezTo>
                  <a:cubicBezTo>
                    <a:pt x="965172" y="684467"/>
                    <a:pt x="929453" y="645605"/>
                    <a:pt x="892210" y="645605"/>
                  </a:cubicBezTo>
                  <a:cubicBezTo>
                    <a:pt x="854968" y="645605"/>
                    <a:pt x="835060" y="682847"/>
                    <a:pt x="835060" y="702755"/>
                  </a:cubicBezTo>
                  <a:cubicBezTo>
                    <a:pt x="835060" y="722662"/>
                    <a:pt x="802771" y="759905"/>
                    <a:pt x="770481" y="759905"/>
                  </a:cubicBezTo>
                  <a:cubicBezTo>
                    <a:pt x="738191" y="759905"/>
                    <a:pt x="723713" y="735044"/>
                    <a:pt x="723713" y="695325"/>
                  </a:cubicBezTo>
                  <a:cubicBezTo>
                    <a:pt x="723713" y="635699"/>
                    <a:pt x="772958" y="546164"/>
                    <a:pt x="877352" y="546164"/>
                  </a:cubicBezTo>
                  <a:cubicBezTo>
                    <a:pt x="981746" y="546164"/>
                    <a:pt x="1066232" y="608362"/>
                    <a:pt x="1066232" y="735044"/>
                  </a:cubicBezTo>
                  <a:cubicBezTo>
                    <a:pt x="1066232" y="881729"/>
                    <a:pt x="959362" y="981075"/>
                    <a:pt x="782959" y="981075"/>
                  </a:cubicBezTo>
                  <a:cubicBezTo>
                    <a:pt x="589125" y="981075"/>
                    <a:pt x="459966" y="884111"/>
                    <a:pt x="459966" y="670370"/>
                  </a:cubicBezTo>
                  <a:cubicBezTo>
                    <a:pt x="459966" y="456724"/>
                    <a:pt x="621415" y="295180"/>
                    <a:pt x="810296" y="228124"/>
                  </a:cubicBezTo>
                  <a:cubicBezTo>
                    <a:pt x="999176" y="161068"/>
                    <a:pt x="1097379" y="0"/>
                    <a:pt x="1097379" y="0"/>
                  </a:cubicBezTo>
                  <a:close/>
                </a:path>
              </a:pathLst>
            </a:custGeom>
            <a:gradFill>
              <a:gsLst>
                <a:gs pos="10000">
                  <a:srgbClr val="FFFFFF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0" y="0"/>
              <a:ext cx="381795" cy="6858000"/>
            </a:xfrm>
            <a:custGeom>
              <a:avLst/>
              <a:gdLst/>
              <a:ahLst/>
              <a:cxnLst/>
              <a:rect l="l" t="t" r="r" b="b"/>
              <a:pathLst>
                <a:path w="12192000" h="332430">
                  <a:moveTo>
                    <a:pt x="0" y="0"/>
                  </a:moveTo>
                  <a:lnTo>
                    <a:pt x="12192000" y="0"/>
                  </a:lnTo>
                  <a:lnTo>
                    <a:pt x="12192000" y="332430"/>
                  </a:lnTo>
                  <a:lnTo>
                    <a:pt x="0" y="332430"/>
                  </a:lnTo>
                  <a:close/>
                </a:path>
              </a:pathLst>
            </a:custGeom>
            <a:solidFill>
              <a:srgbClr val="B4471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>
              <a:alphaModFix amt="100000"/>
            </a:blip>
            <a:srcRect b="19513"/>
            <a:stretch>
              <a:fillRect/>
            </a:stretch>
          </p:blipFill>
          <p:spPr>
            <a:xfrm>
              <a:off x="8584240" y="365406"/>
              <a:ext cx="2616405" cy="6492594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6" name="Group 6"/>
            <p:cNvGrpSpPr/>
            <p:nvPr/>
          </p:nvGrpSpPr>
          <p:grpSpPr>
            <a:xfrm rot="0">
              <a:off x="801353" y="522023"/>
              <a:ext cx="1990806" cy="5813954"/>
              <a:chOff x="909639" y="421746"/>
              <a:chExt cx="1990806" cy="581395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909639" y="4352845"/>
                <a:ext cx="1990806" cy="1882855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909639" y="421746"/>
                <a:ext cx="1990806" cy="1882855"/>
              </a:xfrm>
              <a:custGeom>
                <a:avLst/>
                <a:gdLst/>
                <a:ahLst/>
                <a:cxnLst/>
                <a:rect l="l" t="t" r="r" b="b"/>
                <a:pathLst>
                  <a:path w="2194663" h="2075658">
                    <a:moveTo>
                      <a:pt x="1097379" y="981075"/>
                    </a:moveTo>
                    <a:lnTo>
                      <a:pt x="1349506" y="1375410"/>
                    </a:lnTo>
                    <a:lnTo>
                      <a:pt x="845157" y="1375410"/>
                    </a:lnTo>
                    <a:close/>
                    <a:moveTo>
                      <a:pt x="1839903" y="899094"/>
                    </a:moveTo>
                    <a:cubicBezTo>
                      <a:pt x="1898329" y="901881"/>
                      <a:pt x="1960154" y="925710"/>
                      <a:pt x="2024162" y="973931"/>
                    </a:cubicBezTo>
                    <a:cubicBezTo>
                      <a:pt x="2194945" y="1102518"/>
                      <a:pt x="2226758" y="1328737"/>
                      <a:pt x="2166656" y="1519904"/>
                    </a:cubicBezTo>
                    <a:cubicBezTo>
                      <a:pt x="2106648" y="1711071"/>
                      <a:pt x="2176181" y="1886426"/>
                      <a:pt x="2176181" y="1886426"/>
                    </a:cubicBezTo>
                    <a:cubicBezTo>
                      <a:pt x="2176181" y="1886426"/>
                      <a:pt x="1988443" y="1867947"/>
                      <a:pt x="1821184" y="1978342"/>
                    </a:cubicBezTo>
                    <a:cubicBezTo>
                      <a:pt x="1653925" y="2088832"/>
                      <a:pt x="1427801" y="2120646"/>
                      <a:pt x="1257113" y="1992058"/>
                    </a:cubicBezTo>
                    <a:cubicBezTo>
                      <a:pt x="1086425" y="1863471"/>
                      <a:pt x="1086806" y="1701927"/>
                      <a:pt x="1203392" y="1547145"/>
                    </a:cubicBezTo>
                    <a:cubicBezTo>
                      <a:pt x="1309596" y="1406271"/>
                      <a:pt x="1453233" y="1380744"/>
                      <a:pt x="1570295" y="1468945"/>
                    </a:cubicBezTo>
                    <a:cubicBezTo>
                      <a:pt x="1671546" y="1545240"/>
                      <a:pt x="1670308" y="1650015"/>
                      <a:pt x="1607443" y="1733454"/>
                    </a:cubicBezTo>
                    <a:cubicBezTo>
                      <a:pt x="1544673" y="1816798"/>
                      <a:pt x="1443518" y="1802320"/>
                      <a:pt x="1395893" y="1766411"/>
                    </a:cubicBezTo>
                    <a:cubicBezTo>
                      <a:pt x="1364174" y="1742503"/>
                      <a:pt x="1353030" y="1715928"/>
                      <a:pt x="1372461" y="1690211"/>
                    </a:cubicBezTo>
                    <a:cubicBezTo>
                      <a:pt x="1391892" y="1664398"/>
                      <a:pt x="1441136" y="1661064"/>
                      <a:pt x="1456948" y="1672971"/>
                    </a:cubicBezTo>
                    <a:cubicBezTo>
                      <a:pt x="1472855" y="1684972"/>
                      <a:pt x="1514574" y="1691449"/>
                      <a:pt x="1536958" y="1661731"/>
                    </a:cubicBezTo>
                    <a:cubicBezTo>
                      <a:pt x="1559342" y="1631918"/>
                      <a:pt x="1549817" y="1580102"/>
                      <a:pt x="1498191" y="1541240"/>
                    </a:cubicBezTo>
                    <a:cubicBezTo>
                      <a:pt x="1438279" y="1496092"/>
                      <a:pt x="1346934" y="1538287"/>
                      <a:pt x="1285593" y="1619631"/>
                    </a:cubicBezTo>
                    <a:cubicBezTo>
                      <a:pt x="1224252" y="1700974"/>
                      <a:pt x="1236444" y="1826704"/>
                      <a:pt x="1321788" y="1890998"/>
                    </a:cubicBezTo>
                    <a:cubicBezTo>
                      <a:pt x="1407132" y="1955292"/>
                      <a:pt x="1547054" y="1987486"/>
                      <a:pt x="1739840" y="1879854"/>
                    </a:cubicBezTo>
                    <a:cubicBezTo>
                      <a:pt x="1922435" y="1777841"/>
                      <a:pt x="2020923" y="1769554"/>
                      <a:pt x="2020923" y="1769554"/>
                    </a:cubicBezTo>
                    <a:cubicBezTo>
                      <a:pt x="2020923" y="1769554"/>
                      <a:pt x="2001683" y="1672590"/>
                      <a:pt x="2049403" y="1468945"/>
                    </a:cubicBezTo>
                    <a:cubicBezTo>
                      <a:pt x="2099695" y="1253966"/>
                      <a:pt x="2030162" y="1128331"/>
                      <a:pt x="1944914" y="1064037"/>
                    </a:cubicBezTo>
                    <a:cubicBezTo>
                      <a:pt x="1859570" y="999744"/>
                      <a:pt x="1735364" y="1022794"/>
                      <a:pt x="1674023" y="1104138"/>
                    </a:cubicBezTo>
                    <a:cubicBezTo>
                      <a:pt x="1612682" y="1185481"/>
                      <a:pt x="1597442" y="1285017"/>
                      <a:pt x="1657259" y="1330166"/>
                    </a:cubicBezTo>
                    <a:cubicBezTo>
                      <a:pt x="1708884" y="1369028"/>
                      <a:pt x="1761367" y="1363980"/>
                      <a:pt x="1783846" y="1334167"/>
                    </a:cubicBezTo>
                    <a:cubicBezTo>
                      <a:pt x="1806230" y="1304353"/>
                      <a:pt x="1788513" y="1266063"/>
                      <a:pt x="1772606" y="1254156"/>
                    </a:cubicBezTo>
                    <a:cubicBezTo>
                      <a:pt x="1756700" y="1242155"/>
                      <a:pt x="1746413" y="1193958"/>
                      <a:pt x="1765844" y="1168146"/>
                    </a:cubicBezTo>
                    <a:cubicBezTo>
                      <a:pt x="1785275" y="1142333"/>
                      <a:pt x="1813850" y="1145762"/>
                      <a:pt x="1845568" y="1169670"/>
                    </a:cubicBezTo>
                    <a:cubicBezTo>
                      <a:pt x="1893193" y="1205579"/>
                      <a:pt x="1935008" y="1298733"/>
                      <a:pt x="1872238" y="1382077"/>
                    </a:cubicBezTo>
                    <a:cubicBezTo>
                      <a:pt x="1809468" y="1465421"/>
                      <a:pt x="1708979" y="1495520"/>
                      <a:pt x="1607729" y="1419225"/>
                    </a:cubicBezTo>
                    <a:cubicBezTo>
                      <a:pt x="1490666" y="1331023"/>
                      <a:pt x="1475522" y="1185862"/>
                      <a:pt x="1581725" y="1044987"/>
                    </a:cubicBezTo>
                    <a:cubicBezTo>
                      <a:pt x="1654591" y="948249"/>
                      <a:pt x="1742527" y="894447"/>
                      <a:pt x="1839903" y="899094"/>
                    </a:cubicBezTo>
                    <a:close/>
                    <a:moveTo>
                      <a:pt x="354760" y="899094"/>
                    </a:moveTo>
                    <a:cubicBezTo>
                      <a:pt x="452136" y="894447"/>
                      <a:pt x="540072" y="948249"/>
                      <a:pt x="612938" y="1044987"/>
                    </a:cubicBezTo>
                    <a:cubicBezTo>
                      <a:pt x="719141" y="1185862"/>
                      <a:pt x="703997" y="1331023"/>
                      <a:pt x="586934" y="1419225"/>
                    </a:cubicBezTo>
                    <a:cubicBezTo>
                      <a:pt x="485684" y="1495520"/>
                      <a:pt x="385195" y="1465421"/>
                      <a:pt x="322425" y="1382077"/>
                    </a:cubicBezTo>
                    <a:cubicBezTo>
                      <a:pt x="259655" y="1298733"/>
                      <a:pt x="301470" y="1205579"/>
                      <a:pt x="349095" y="1169670"/>
                    </a:cubicBezTo>
                    <a:cubicBezTo>
                      <a:pt x="380813" y="1145762"/>
                      <a:pt x="409388" y="1142333"/>
                      <a:pt x="428819" y="1168146"/>
                    </a:cubicBezTo>
                    <a:cubicBezTo>
                      <a:pt x="448250" y="1193958"/>
                      <a:pt x="437963" y="1242155"/>
                      <a:pt x="422057" y="1254156"/>
                    </a:cubicBezTo>
                    <a:cubicBezTo>
                      <a:pt x="406150" y="1266063"/>
                      <a:pt x="388433" y="1304353"/>
                      <a:pt x="410817" y="1334167"/>
                    </a:cubicBezTo>
                    <a:cubicBezTo>
                      <a:pt x="433296" y="1363980"/>
                      <a:pt x="485779" y="1369028"/>
                      <a:pt x="537404" y="1330166"/>
                    </a:cubicBezTo>
                    <a:cubicBezTo>
                      <a:pt x="597221" y="1285017"/>
                      <a:pt x="581981" y="1185481"/>
                      <a:pt x="520640" y="1104138"/>
                    </a:cubicBezTo>
                    <a:cubicBezTo>
                      <a:pt x="459299" y="1022794"/>
                      <a:pt x="335093" y="999744"/>
                      <a:pt x="249749" y="1064037"/>
                    </a:cubicBezTo>
                    <a:cubicBezTo>
                      <a:pt x="164501" y="1128331"/>
                      <a:pt x="94968" y="1253966"/>
                      <a:pt x="145260" y="1468945"/>
                    </a:cubicBezTo>
                    <a:cubicBezTo>
                      <a:pt x="192980" y="1672590"/>
                      <a:pt x="173740" y="1769554"/>
                      <a:pt x="173740" y="1769554"/>
                    </a:cubicBezTo>
                    <a:cubicBezTo>
                      <a:pt x="173740" y="1769554"/>
                      <a:pt x="272228" y="1777841"/>
                      <a:pt x="454823" y="1879854"/>
                    </a:cubicBezTo>
                    <a:cubicBezTo>
                      <a:pt x="647609" y="1987486"/>
                      <a:pt x="787531" y="1955292"/>
                      <a:pt x="872875" y="1890998"/>
                    </a:cubicBezTo>
                    <a:cubicBezTo>
                      <a:pt x="958219" y="1826704"/>
                      <a:pt x="970411" y="1700974"/>
                      <a:pt x="909070" y="1619631"/>
                    </a:cubicBezTo>
                    <a:cubicBezTo>
                      <a:pt x="847729" y="1538287"/>
                      <a:pt x="756384" y="1496092"/>
                      <a:pt x="696472" y="1541240"/>
                    </a:cubicBezTo>
                    <a:cubicBezTo>
                      <a:pt x="644846" y="1580102"/>
                      <a:pt x="635321" y="1631918"/>
                      <a:pt x="657705" y="1661731"/>
                    </a:cubicBezTo>
                    <a:cubicBezTo>
                      <a:pt x="680089" y="1691449"/>
                      <a:pt x="721808" y="1684972"/>
                      <a:pt x="737715" y="1672971"/>
                    </a:cubicBezTo>
                    <a:cubicBezTo>
                      <a:pt x="753527" y="1661064"/>
                      <a:pt x="802771" y="1664398"/>
                      <a:pt x="822202" y="1690211"/>
                    </a:cubicBezTo>
                    <a:cubicBezTo>
                      <a:pt x="841633" y="1715928"/>
                      <a:pt x="830489" y="1742503"/>
                      <a:pt x="798770" y="1766411"/>
                    </a:cubicBezTo>
                    <a:cubicBezTo>
                      <a:pt x="751145" y="1802320"/>
                      <a:pt x="649990" y="1816798"/>
                      <a:pt x="587220" y="1733454"/>
                    </a:cubicBezTo>
                    <a:cubicBezTo>
                      <a:pt x="524355" y="1650015"/>
                      <a:pt x="523117" y="1545240"/>
                      <a:pt x="624368" y="1468945"/>
                    </a:cubicBezTo>
                    <a:cubicBezTo>
                      <a:pt x="741430" y="1380744"/>
                      <a:pt x="885067" y="1406271"/>
                      <a:pt x="991271" y="1547145"/>
                    </a:cubicBezTo>
                    <a:cubicBezTo>
                      <a:pt x="1107857" y="1701927"/>
                      <a:pt x="1108238" y="1863471"/>
                      <a:pt x="937550" y="1992058"/>
                    </a:cubicBezTo>
                    <a:cubicBezTo>
                      <a:pt x="766862" y="2120646"/>
                      <a:pt x="540738" y="2088832"/>
                      <a:pt x="373479" y="1978342"/>
                    </a:cubicBezTo>
                    <a:cubicBezTo>
                      <a:pt x="206220" y="1867947"/>
                      <a:pt x="18482" y="1886426"/>
                      <a:pt x="18482" y="1886426"/>
                    </a:cubicBezTo>
                    <a:cubicBezTo>
                      <a:pt x="18482" y="1886426"/>
                      <a:pt x="88015" y="1711071"/>
                      <a:pt x="28007" y="1519904"/>
                    </a:cubicBezTo>
                    <a:cubicBezTo>
                      <a:pt x="-32095" y="1328737"/>
                      <a:pt x="-282" y="1102518"/>
                      <a:pt x="170501" y="973931"/>
                    </a:cubicBezTo>
                    <a:cubicBezTo>
                      <a:pt x="234509" y="925710"/>
                      <a:pt x="296334" y="901881"/>
                      <a:pt x="354760" y="899094"/>
                    </a:cubicBezTo>
                    <a:close/>
                    <a:moveTo>
                      <a:pt x="1097379" y="0"/>
                    </a:moveTo>
                    <a:cubicBezTo>
                      <a:pt x="1097379" y="0"/>
                      <a:pt x="1195487" y="161068"/>
                      <a:pt x="1384367" y="228124"/>
                    </a:cubicBezTo>
                    <a:cubicBezTo>
                      <a:pt x="1573248" y="295275"/>
                      <a:pt x="1734697" y="456724"/>
                      <a:pt x="1734792" y="670560"/>
                    </a:cubicBezTo>
                    <a:cubicBezTo>
                      <a:pt x="1734792" y="884301"/>
                      <a:pt x="1605633" y="981170"/>
                      <a:pt x="1411799" y="981170"/>
                    </a:cubicBezTo>
                    <a:cubicBezTo>
                      <a:pt x="1235396" y="981170"/>
                      <a:pt x="1128526" y="881729"/>
                      <a:pt x="1128526" y="735140"/>
                    </a:cubicBezTo>
                    <a:cubicBezTo>
                      <a:pt x="1128526" y="608362"/>
                      <a:pt x="1213013" y="546259"/>
                      <a:pt x="1317406" y="546259"/>
                    </a:cubicBezTo>
                    <a:cubicBezTo>
                      <a:pt x="1421801" y="546259"/>
                      <a:pt x="1471045" y="635699"/>
                      <a:pt x="1471045" y="695325"/>
                    </a:cubicBezTo>
                    <a:cubicBezTo>
                      <a:pt x="1471045" y="735044"/>
                      <a:pt x="1456567" y="759905"/>
                      <a:pt x="1424277" y="759905"/>
                    </a:cubicBezTo>
                    <a:cubicBezTo>
                      <a:pt x="1391987" y="759905"/>
                      <a:pt x="1359698" y="722662"/>
                      <a:pt x="1359698" y="702755"/>
                    </a:cubicBezTo>
                    <a:cubicBezTo>
                      <a:pt x="1359698" y="682847"/>
                      <a:pt x="1339886" y="645605"/>
                      <a:pt x="1302548" y="645605"/>
                    </a:cubicBezTo>
                    <a:cubicBezTo>
                      <a:pt x="1265210" y="645605"/>
                      <a:pt x="1229586" y="684562"/>
                      <a:pt x="1229586" y="749141"/>
                    </a:cubicBezTo>
                    <a:cubicBezTo>
                      <a:pt x="1229586" y="824103"/>
                      <a:pt x="1318264" y="871728"/>
                      <a:pt x="1420181" y="871728"/>
                    </a:cubicBezTo>
                    <a:cubicBezTo>
                      <a:pt x="1522003" y="871728"/>
                      <a:pt x="1615158" y="786289"/>
                      <a:pt x="1615158" y="679513"/>
                    </a:cubicBezTo>
                    <a:cubicBezTo>
                      <a:pt x="1615158" y="572738"/>
                      <a:pt x="1556674" y="441579"/>
                      <a:pt x="1354649" y="352425"/>
                    </a:cubicBezTo>
                    <a:cubicBezTo>
                      <a:pt x="1163292" y="267938"/>
                      <a:pt x="1097379" y="194215"/>
                      <a:pt x="1097379" y="194215"/>
                    </a:cubicBezTo>
                    <a:cubicBezTo>
                      <a:pt x="1097379" y="194215"/>
                      <a:pt x="1031466" y="267938"/>
                      <a:pt x="840109" y="352425"/>
                    </a:cubicBezTo>
                    <a:cubicBezTo>
                      <a:pt x="638083" y="441579"/>
                      <a:pt x="579600" y="572643"/>
                      <a:pt x="579600" y="679513"/>
                    </a:cubicBezTo>
                    <a:cubicBezTo>
                      <a:pt x="579600" y="786384"/>
                      <a:pt x="672659" y="871728"/>
                      <a:pt x="774577" y="871728"/>
                    </a:cubicBezTo>
                    <a:cubicBezTo>
                      <a:pt x="876494" y="871728"/>
                      <a:pt x="965172" y="824103"/>
                      <a:pt x="965172" y="749141"/>
                    </a:cubicBezTo>
                    <a:cubicBezTo>
                      <a:pt x="965172" y="684467"/>
                      <a:pt x="929453" y="645605"/>
                      <a:pt x="892210" y="645605"/>
                    </a:cubicBezTo>
                    <a:cubicBezTo>
                      <a:pt x="854968" y="645605"/>
                      <a:pt x="835060" y="682847"/>
                      <a:pt x="835060" y="702755"/>
                    </a:cubicBezTo>
                    <a:cubicBezTo>
                      <a:pt x="835060" y="722662"/>
                      <a:pt x="802771" y="759905"/>
                      <a:pt x="770481" y="759905"/>
                    </a:cubicBezTo>
                    <a:cubicBezTo>
                      <a:pt x="738191" y="759905"/>
                      <a:pt x="723713" y="735044"/>
                      <a:pt x="723713" y="695325"/>
                    </a:cubicBezTo>
                    <a:cubicBezTo>
                      <a:pt x="723713" y="635699"/>
                      <a:pt x="772958" y="546164"/>
                      <a:pt x="877352" y="546164"/>
                    </a:cubicBezTo>
                    <a:cubicBezTo>
                      <a:pt x="981746" y="546164"/>
                      <a:pt x="1066232" y="608362"/>
                      <a:pt x="1066232" y="735044"/>
                    </a:cubicBezTo>
                    <a:cubicBezTo>
                      <a:pt x="1066232" y="881729"/>
                      <a:pt x="959362" y="981075"/>
                      <a:pt x="782959" y="981075"/>
                    </a:cubicBezTo>
                    <a:cubicBezTo>
                      <a:pt x="589125" y="981075"/>
                      <a:pt x="459966" y="884111"/>
                      <a:pt x="459966" y="670370"/>
                    </a:cubicBezTo>
                    <a:cubicBezTo>
                      <a:pt x="459966" y="456724"/>
                      <a:pt x="621415" y="295180"/>
                      <a:pt x="810296" y="228124"/>
                    </a:cubicBezTo>
                    <a:cubicBezTo>
                      <a:pt x="999176" y="161068"/>
                      <a:pt x="1097379" y="0"/>
                      <a:pt x="1097379" y="0"/>
                    </a:cubicBezTo>
                    <a:close/>
                  </a:path>
                </a:pathLst>
              </a:custGeom>
              <a:gradFill>
                <a:gsLst>
                  <a:gs pos="10000">
                    <a:srgbClr val="FFFFFF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DCA050">
                <a:alpha val="100000"/>
                <a:lumMod val="20000"/>
                <a:lumOff val="80000"/>
              </a:srgbClr>
            </a:gs>
            <a:gs pos="89999">
              <a:srgbClr val="DCA050">
                <a:alpha val="10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57292" y="262810"/>
            <a:ext cx="11228231" cy="6050895"/>
            <a:chOff x="357292" y="262810"/>
            <a:chExt cx="11228231" cy="6050895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11225523" y="302300"/>
              <a:ext cx="360000" cy="828000"/>
              <a:chOff x="11189427" y="297180"/>
              <a:chExt cx="360000" cy="828000"/>
            </a:xfrm>
          </p:grpSpPr>
          <p:sp>
            <p:nvSpPr>
              <p:cNvPr id="4" name="AutoShape 4"/>
              <p:cNvSpPr/>
              <p:nvPr/>
            </p:nvSpPr>
            <p:spPr>
              <a:xfrm flipV="1">
                <a:off x="11189427" y="297180"/>
                <a:ext cx="360000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569382" h="1568575">
                    <a:moveTo>
                      <a:pt x="6802" y="985456"/>
                    </a:moveTo>
                    <a:lnTo>
                      <a:pt x="6802" y="969474"/>
                    </a:lnTo>
                    <a:cubicBezTo>
                      <a:pt x="16830" y="968998"/>
                      <a:pt x="15465" y="963003"/>
                      <a:pt x="14307" y="955952"/>
                    </a:cubicBezTo>
                    <a:cubicBezTo>
                      <a:pt x="13067" y="948323"/>
                      <a:pt x="13439" y="940446"/>
                      <a:pt x="13129" y="932672"/>
                    </a:cubicBezTo>
                    <a:cubicBezTo>
                      <a:pt x="13087" y="931307"/>
                      <a:pt x="13584" y="929839"/>
                      <a:pt x="13232" y="928578"/>
                    </a:cubicBezTo>
                    <a:cubicBezTo>
                      <a:pt x="10131" y="917827"/>
                      <a:pt x="9614" y="907406"/>
                      <a:pt x="11123" y="895973"/>
                    </a:cubicBezTo>
                    <a:cubicBezTo>
                      <a:pt x="12219" y="887744"/>
                      <a:pt x="7484" y="878068"/>
                      <a:pt x="3370" y="870046"/>
                    </a:cubicBezTo>
                    <a:cubicBezTo>
                      <a:pt x="-269" y="862954"/>
                      <a:pt x="331" y="858343"/>
                      <a:pt x="3990" y="851376"/>
                    </a:cubicBezTo>
                    <a:cubicBezTo>
                      <a:pt x="8249" y="843271"/>
                      <a:pt x="9759" y="833553"/>
                      <a:pt x="11516" y="824353"/>
                    </a:cubicBezTo>
                    <a:cubicBezTo>
                      <a:pt x="12860" y="817364"/>
                      <a:pt x="12963" y="810107"/>
                      <a:pt x="13191" y="802954"/>
                    </a:cubicBezTo>
                    <a:cubicBezTo>
                      <a:pt x="13439" y="795035"/>
                      <a:pt x="16209" y="786703"/>
                      <a:pt x="8249" y="780107"/>
                    </a:cubicBezTo>
                    <a:cubicBezTo>
                      <a:pt x="6347" y="778515"/>
                      <a:pt x="7195" y="773615"/>
                      <a:pt x="6761" y="770245"/>
                    </a:cubicBezTo>
                    <a:cubicBezTo>
                      <a:pt x="10606" y="773119"/>
                      <a:pt x="14473" y="775993"/>
                      <a:pt x="20076" y="780190"/>
                    </a:cubicBezTo>
                    <a:cubicBezTo>
                      <a:pt x="20427" y="775724"/>
                      <a:pt x="22309" y="770720"/>
                      <a:pt x="20593" y="768177"/>
                    </a:cubicBezTo>
                    <a:cubicBezTo>
                      <a:pt x="18815" y="765552"/>
                      <a:pt x="13542" y="765055"/>
                      <a:pt x="9676" y="764311"/>
                    </a:cubicBezTo>
                    <a:cubicBezTo>
                      <a:pt x="9200" y="764228"/>
                      <a:pt x="7919" y="768343"/>
                      <a:pt x="7009" y="770514"/>
                    </a:cubicBezTo>
                    <a:cubicBezTo>
                      <a:pt x="703" y="765614"/>
                      <a:pt x="-3722" y="761313"/>
                      <a:pt x="4445" y="753270"/>
                    </a:cubicBezTo>
                    <a:cubicBezTo>
                      <a:pt x="7836" y="749921"/>
                      <a:pt x="7340" y="742622"/>
                      <a:pt x="8994" y="735489"/>
                    </a:cubicBezTo>
                    <a:cubicBezTo>
                      <a:pt x="12240" y="738963"/>
                      <a:pt x="14535" y="741423"/>
                      <a:pt x="18773" y="745931"/>
                    </a:cubicBezTo>
                    <a:cubicBezTo>
                      <a:pt x="20179" y="737019"/>
                      <a:pt x="21626" y="730155"/>
                      <a:pt x="21978" y="723250"/>
                    </a:cubicBezTo>
                    <a:cubicBezTo>
                      <a:pt x="22040" y="722009"/>
                      <a:pt x="16788" y="718825"/>
                      <a:pt x="15217" y="719487"/>
                    </a:cubicBezTo>
                    <a:cubicBezTo>
                      <a:pt x="8601" y="722298"/>
                      <a:pt x="7381" y="719238"/>
                      <a:pt x="6823" y="713677"/>
                    </a:cubicBezTo>
                    <a:cubicBezTo>
                      <a:pt x="4073" y="686220"/>
                      <a:pt x="6409" y="658928"/>
                      <a:pt x="8539" y="631554"/>
                    </a:cubicBezTo>
                    <a:cubicBezTo>
                      <a:pt x="9821" y="614993"/>
                      <a:pt x="8622" y="598245"/>
                      <a:pt x="9056" y="581602"/>
                    </a:cubicBezTo>
                    <a:cubicBezTo>
                      <a:pt x="9449" y="565826"/>
                      <a:pt x="10668" y="550072"/>
                      <a:pt x="11185" y="534296"/>
                    </a:cubicBezTo>
                    <a:cubicBezTo>
                      <a:pt x="11309" y="530347"/>
                      <a:pt x="10813" y="526047"/>
                      <a:pt x="9366" y="522408"/>
                    </a:cubicBezTo>
                    <a:cubicBezTo>
                      <a:pt x="3949" y="508845"/>
                      <a:pt x="7981" y="501463"/>
                      <a:pt x="24624" y="500037"/>
                    </a:cubicBezTo>
                    <a:cubicBezTo>
                      <a:pt x="24624" y="486412"/>
                      <a:pt x="27870" y="471484"/>
                      <a:pt x="23673" y="459079"/>
                    </a:cubicBezTo>
                    <a:cubicBezTo>
                      <a:pt x="19828" y="447728"/>
                      <a:pt x="21296" y="438217"/>
                      <a:pt x="22329" y="427673"/>
                    </a:cubicBezTo>
                    <a:cubicBezTo>
                      <a:pt x="23012" y="420664"/>
                      <a:pt x="21750" y="413407"/>
                      <a:pt x="23012" y="406563"/>
                    </a:cubicBezTo>
                    <a:cubicBezTo>
                      <a:pt x="26940" y="385205"/>
                      <a:pt x="21792" y="363227"/>
                      <a:pt x="29524" y="341828"/>
                    </a:cubicBezTo>
                    <a:cubicBezTo>
                      <a:pt x="33639" y="330415"/>
                      <a:pt x="30868" y="316707"/>
                      <a:pt x="33081" y="304385"/>
                    </a:cubicBezTo>
                    <a:cubicBezTo>
                      <a:pt x="34983" y="293799"/>
                      <a:pt x="39759" y="283771"/>
                      <a:pt x="42860" y="273371"/>
                    </a:cubicBezTo>
                    <a:cubicBezTo>
                      <a:pt x="44163" y="269030"/>
                      <a:pt x="45362" y="264274"/>
                      <a:pt x="44886" y="259891"/>
                    </a:cubicBezTo>
                    <a:cubicBezTo>
                      <a:pt x="43956" y="251311"/>
                      <a:pt x="41785" y="244198"/>
                      <a:pt x="52412" y="238326"/>
                    </a:cubicBezTo>
                    <a:cubicBezTo>
                      <a:pt x="57292" y="235618"/>
                      <a:pt x="62709" y="227513"/>
                      <a:pt x="61468" y="217961"/>
                    </a:cubicBezTo>
                    <a:cubicBezTo>
                      <a:pt x="59607" y="203592"/>
                      <a:pt x="67175" y="191910"/>
                      <a:pt x="75197" y="180290"/>
                    </a:cubicBezTo>
                    <a:cubicBezTo>
                      <a:pt x="79663" y="173798"/>
                      <a:pt x="80696" y="164949"/>
                      <a:pt x="83301" y="157175"/>
                    </a:cubicBezTo>
                    <a:cubicBezTo>
                      <a:pt x="83922" y="155314"/>
                      <a:pt x="84315" y="153247"/>
                      <a:pt x="85348" y="151634"/>
                    </a:cubicBezTo>
                    <a:cubicBezTo>
                      <a:pt x="94197" y="137885"/>
                      <a:pt x="100979" y="123619"/>
                      <a:pt x="101930" y="106748"/>
                    </a:cubicBezTo>
                    <a:cubicBezTo>
                      <a:pt x="102199" y="101972"/>
                      <a:pt x="106685" y="97113"/>
                      <a:pt x="110014" y="92916"/>
                    </a:cubicBezTo>
                    <a:cubicBezTo>
                      <a:pt x="118760" y="81958"/>
                      <a:pt x="123060" y="66968"/>
                      <a:pt x="138133" y="61675"/>
                    </a:cubicBezTo>
                    <a:cubicBezTo>
                      <a:pt x="139001" y="61365"/>
                      <a:pt x="139911" y="60517"/>
                      <a:pt x="140304" y="59690"/>
                    </a:cubicBezTo>
                    <a:cubicBezTo>
                      <a:pt x="147230" y="44308"/>
                      <a:pt x="161848" y="37981"/>
                      <a:pt x="174294" y="28491"/>
                    </a:cubicBezTo>
                    <a:cubicBezTo>
                      <a:pt x="182937" y="21895"/>
                      <a:pt x="192468" y="18918"/>
                      <a:pt x="201421" y="14225"/>
                    </a:cubicBezTo>
                    <a:cubicBezTo>
                      <a:pt x="210952" y="9221"/>
                      <a:pt x="221703" y="7671"/>
                      <a:pt x="232827" y="7629"/>
                    </a:cubicBezTo>
                    <a:cubicBezTo>
                      <a:pt x="249987" y="7567"/>
                      <a:pt x="267169" y="6120"/>
                      <a:pt x="284309" y="4797"/>
                    </a:cubicBezTo>
                    <a:cubicBezTo>
                      <a:pt x="286728" y="4611"/>
                      <a:pt x="288940" y="1737"/>
                      <a:pt x="291400" y="0"/>
                    </a:cubicBezTo>
                    <a:cubicBezTo>
                      <a:pt x="298078" y="6306"/>
                      <a:pt x="307155" y="4569"/>
                      <a:pt x="315425" y="3225"/>
                    </a:cubicBezTo>
                    <a:cubicBezTo>
                      <a:pt x="330125" y="868"/>
                      <a:pt x="342055" y="5851"/>
                      <a:pt x="353344" y="14328"/>
                    </a:cubicBezTo>
                    <a:cubicBezTo>
                      <a:pt x="356032" y="16334"/>
                      <a:pt x="359154" y="18174"/>
                      <a:pt x="362359" y="18980"/>
                    </a:cubicBezTo>
                    <a:cubicBezTo>
                      <a:pt x="392669" y="26630"/>
                      <a:pt x="415681" y="46871"/>
                      <a:pt x="441174" y="63164"/>
                    </a:cubicBezTo>
                    <a:cubicBezTo>
                      <a:pt x="460154" y="75300"/>
                      <a:pt x="466418" y="95397"/>
                      <a:pt x="478700" y="111689"/>
                    </a:cubicBezTo>
                    <a:cubicBezTo>
                      <a:pt x="487032" y="122730"/>
                      <a:pt x="498796" y="131165"/>
                      <a:pt x="507418" y="142020"/>
                    </a:cubicBezTo>
                    <a:cubicBezTo>
                      <a:pt x="511201" y="146775"/>
                      <a:pt x="511243" y="154653"/>
                      <a:pt x="512525" y="161207"/>
                    </a:cubicBezTo>
                    <a:cubicBezTo>
                      <a:pt x="513352" y="165404"/>
                      <a:pt x="513414" y="169787"/>
                      <a:pt x="513724" y="174088"/>
                    </a:cubicBezTo>
                    <a:cubicBezTo>
                      <a:pt x="514013" y="178140"/>
                      <a:pt x="515109" y="182399"/>
                      <a:pt x="514261" y="186204"/>
                    </a:cubicBezTo>
                    <a:cubicBezTo>
                      <a:pt x="511553" y="198319"/>
                      <a:pt x="516453" y="206093"/>
                      <a:pt x="529024" y="205928"/>
                    </a:cubicBezTo>
                    <a:cubicBezTo>
                      <a:pt x="526295" y="209236"/>
                      <a:pt x="524206" y="211779"/>
                      <a:pt x="521870" y="214570"/>
                    </a:cubicBezTo>
                    <a:cubicBezTo>
                      <a:pt x="544758" y="231379"/>
                      <a:pt x="539961" y="255632"/>
                      <a:pt x="538080" y="281600"/>
                    </a:cubicBezTo>
                    <a:cubicBezTo>
                      <a:pt x="541760" y="277465"/>
                      <a:pt x="542980" y="276121"/>
                      <a:pt x="545709" y="273061"/>
                    </a:cubicBezTo>
                    <a:cubicBezTo>
                      <a:pt x="546453" y="279078"/>
                      <a:pt x="548211" y="283833"/>
                      <a:pt x="547342" y="288051"/>
                    </a:cubicBezTo>
                    <a:cubicBezTo>
                      <a:pt x="545729" y="295928"/>
                      <a:pt x="543476" y="302669"/>
                      <a:pt x="549885" y="310277"/>
                    </a:cubicBezTo>
                    <a:cubicBezTo>
                      <a:pt x="552945" y="313937"/>
                      <a:pt x="553090" y="322021"/>
                      <a:pt x="551539" y="327190"/>
                    </a:cubicBezTo>
                    <a:cubicBezTo>
                      <a:pt x="547466" y="340815"/>
                      <a:pt x="552697" y="353096"/>
                      <a:pt x="554082" y="366039"/>
                    </a:cubicBezTo>
                    <a:cubicBezTo>
                      <a:pt x="555013" y="374764"/>
                      <a:pt x="556688" y="383634"/>
                      <a:pt x="556646" y="392504"/>
                    </a:cubicBezTo>
                    <a:cubicBezTo>
                      <a:pt x="556584" y="406191"/>
                      <a:pt x="555695" y="419857"/>
                      <a:pt x="555592" y="433544"/>
                    </a:cubicBezTo>
                    <a:cubicBezTo>
                      <a:pt x="555509" y="444854"/>
                      <a:pt x="555985" y="456143"/>
                      <a:pt x="556398" y="467452"/>
                    </a:cubicBezTo>
                    <a:cubicBezTo>
                      <a:pt x="556729" y="476343"/>
                      <a:pt x="557122" y="485254"/>
                      <a:pt x="557990" y="494103"/>
                    </a:cubicBezTo>
                    <a:cubicBezTo>
                      <a:pt x="558321" y="497370"/>
                      <a:pt x="560078" y="500512"/>
                      <a:pt x="561546" y="504730"/>
                    </a:cubicBezTo>
                    <a:cubicBezTo>
                      <a:pt x="558486" y="504441"/>
                      <a:pt x="555157" y="504110"/>
                      <a:pt x="550733" y="503696"/>
                    </a:cubicBezTo>
                    <a:cubicBezTo>
                      <a:pt x="553731" y="509610"/>
                      <a:pt x="556212" y="514965"/>
                      <a:pt x="559086" y="520113"/>
                    </a:cubicBezTo>
                    <a:cubicBezTo>
                      <a:pt x="569010" y="537935"/>
                      <a:pt x="568390" y="541202"/>
                      <a:pt x="553007" y="551229"/>
                    </a:cubicBezTo>
                    <a:cubicBezTo>
                      <a:pt x="555426" y="555302"/>
                      <a:pt x="560823" y="560843"/>
                      <a:pt x="559685" y="563118"/>
                    </a:cubicBezTo>
                    <a:cubicBezTo>
                      <a:pt x="556026" y="570458"/>
                      <a:pt x="550030" y="576123"/>
                      <a:pt x="560616" y="583173"/>
                    </a:cubicBezTo>
                    <a:cubicBezTo>
                      <a:pt x="562001" y="584103"/>
                      <a:pt x="556936" y="593428"/>
                      <a:pt x="556233" y="599031"/>
                    </a:cubicBezTo>
                    <a:cubicBezTo>
                      <a:pt x="555550" y="604427"/>
                      <a:pt x="556646" y="610051"/>
                      <a:pt x="559024" y="615220"/>
                    </a:cubicBezTo>
                    <a:lnTo>
                      <a:pt x="552801" y="630582"/>
                    </a:lnTo>
                    <a:cubicBezTo>
                      <a:pt x="553648" y="631120"/>
                      <a:pt x="554496" y="631657"/>
                      <a:pt x="555323" y="632195"/>
                    </a:cubicBezTo>
                    <a:cubicBezTo>
                      <a:pt x="558982" y="630685"/>
                      <a:pt x="562642" y="629155"/>
                      <a:pt x="569382" y="626343"/>
                    </a:cubicBezTo>
                    <a:cubicBezTo>
                      <a:pt x="565867" y="630851"/>
                      <a:pt x="564544" y="634076"/>
                      <a:pt x="562208" y="635255"/>
                    </a:cubicBezTo>
                    <a:cubicBezTo>
                      <a:pt x="552408" y="640134"/>
                      <a:pt x="552304" y="639907"/>
                      <a:pt x="554455" y="652725"/>
                    </a:cubicBezTo>
                    <a:cubicBezTo>
                      <a:pt x="555860" y="652932"/>
                      <a:pt x="557473" y="653201"/>
                      <a:pt x="559086" y="653428"/>
                    </a:cubicBezTo>
                    <a:cubicBezTo>
                      <a:pt x="560719" y="653656"/>
                      <a:pt x="562373" y="653842"/>
                      <a:pt x="564482" y="654111"/>
                    </a:cubicBezTo>
                    <a:cubicBezTo>
                      <a:pt x="565185" y="661885"/>
                      <a:pt x="567542" y="669452"/>
                      <a:pt x="557494" y="673235"/>
                    </a:cubicBezTo>
                    <a:cubicBezTo>
                      <a:pt x="555798" y="673876"/>
                      <a:pt x="554434" y="677453"/>
                      <a:pt x="554248" y="679790"/>
                    </a:cubicBezTo>
                    <a:cubicBezTo>
                      <a:pt x="553359" y="691719"/>
                      <a:pt x="552614" y="703670"/>
                      <a:pt x="552490" y="715620"/>
                    </a:cubicBezTo>
                    <a:cubicBezTo>
                      <a:pt x="552449" y="720272"/>
                      <a:pt x="554165" y="724945"/>
                      <a:pt x="555116" y="729597"/>
                    </a:cubicBezTo>
                    <a:cubicBezTo>
                      <a:pt x="555323" y="730589"/>
                      <a:pt x="555922" y="731582"/>
                      <a:pt x="555840" y="732533"/>
                    </a:cubicBezTo>
                    <a:cubicBezTo>
                      <a:pt x="554930" y="741506"/>
                      <a:pt x="553896" y="750479"/>
                      <a:pt x="552945" y="759163"/>
                    </a:cubicBezTo>
                    <a:cubicBezTo>
                      <a:pt x="552656" y="758791"/>
                      <a:pt x="551622" y="757467"/>
                      <a:pt x="550609" y="756165"/>
                    </a:cubicBezTo>
                    <a:cubicBezTo>
                      <a:pt x="549699" y="756103"/>
                      <a:pt x="548789" y="756020"/>
                      <a:pt x="547880" y="755958"/>
                    </a:cubicBezTo>
                    <a:cubicBezTo>
                      <a:pt x="546370" y="771258"/>
                      <a:pt x="544840" y="786537"/>
                      <a:pt x="543331" y="801837"/>
                    </a:cubicBezTo>
                    <a:cubicBezTo>
                      <a:pt x="544344" y="802147"/>
                      <a:pt x="545357" y="802437"/>
                      <a:pt x="546370" y="802747"/>
                    </a:cubicBezTo>
                    <a:cubicBezTo>
                      <a:pt x="548417" y="801382"/>
                      <a:pt x="550485" y="800018"/>
                      <a:pt x="554206" y="797537"/>
                    </a:cubicBezTo>
                    <a:cubicBezTo>
                      <a:pt x="553400" y="803781"/>
                      <a:pt x="552780" y="808619"/>
                      <a:pt x="551994" y="814573"/>
                    </a:cubicBezTo>
                    <a:cubicBezTo>
                      <a:pt x="550175" y="812278"/>
                      <a:pt x="548789" y="810500"/>
                      <a:pt x="546949" y="808164"/>
                    </a:cubicBezTo>
                    <a:cubicBezTo>
                      <a:pt x="536694" y="821706"/>
                      <a:pt x="545461" y="831424"/>
                      <a:pt x="552387" y="841058"/>
                    </a:cubicBezTo>
                    <a:cubicBezTo>
                      <a:pt x="543951" y="846827"/>
                      <a:pt x="542483" y="864070"/>
                      <a:pt x="548686" y="872258"/>
                    </a:cubicBezTo>
                    <a:cubicBezTo>
                      <a:pt x="550526" y="874697"/>
                      <a:pt x="551519" y="878130"/>
                      <a:pt x="551870" y="881231"/>
                    </a:cubicBezTo>
                    <a:cubicBezTo>
                      <a:pt x="552387" y="885759"/>
                      <a:pt x="552015" y="890411"/>
                      <a:pt x="552015" y="896097"/>
                    </a:cubicBezTo>
                    <a:cubicBezTo>
                      <a:pt x="550443" y="896241"/>
                      <a:pt x="547756" y="896489"/>
                      <a:pt x="543931" y="896841"/>
                    </a:cubicBezTo>
                    <a:cubicBezTo>
                      <a:pt x="558548" y="924898"/>
                      <a:pt x="558176" y="954071"/>
                      <a:pt x="554413" y="986800"/>
                    </a:cubicBezTo>
                    <a:cubicBezTo>
                      <a:pt x="560471" y="993003"/>
                      <a:pt x="558776" y="1002699"/>
                      <a:pt x="553462" y="1012644"/>
                    </a:cubicBezTo>
                    <a:cubicBezTo>
                      <a:pt x="552738" y="1014030"/>
                      <a:pt x="551870" y="1016077"/>
                      <a:pt x="552366" y="1017255"/>
                    </a:cubicBezTo>
                    <a:cubicBezTo>
                      <a:pt x="560182" y="1035491"/>
                      <a:pt x="553793" y="1054244"/>
                      <a:pt x="554661" y="1072707"/>
                    </a:cubicBezTo>
                    <a:cubicBezTo>
                      <a:pt x="554868" y="1077297"/>
                      <a:pt x="556047" y="1081845"/>
                      <a:pt x="556191" y="1086456"/>
                    </a:cubicBezTo>
                    <a:cubicBezTo>
                      <a:pt x="556377" y="1091728"/>
                      <a:pt x="555530" y="1097021"/>
                      <a:pt x="555840" y="1102273"/>
                    </a:cubicBezTo>
                    <a:cubicBezTo>
                      <a:pt x="556150" y="1107710"/>
                      <a:pt x="556584" y="1113355"/>
                      <a:pt x="558300" y="1118462"/>
                    </a:cubicBezTo>
                    <a:cubicBezTo>
                      <a:pt x="560347" y="1124519"/>
                      <a:pt x="562663" y="1129399"/>
                      <a:pt x="556336" y="1134816"/>
                    </a:cubicBezTo>
                    <a:cubicBezTo>
                      <a:pt x="548107" y="1141866"/>
                      <a:pt x="556874" y="1147387"/>
                      <a:pt x="559727" y="1153817"/>
                    </a:cubicBezTo>
                    <a:cubicBezTo>
                      <a:pt x="551126" y="1162997"/>
                      <a:pt x="557742" y="1172880"/>
                      <a:pt x="558507" y="1182721"/>
                    </a:cubicBezTo>
                    <a:cubicBezTo>
                      <a:pt x="558962" y="1188552"/>
                      <a:pt x="559375" y="1195271"/>
                      <a:pt x="556977" y="1200233"/>
                    </a:cubicBezTo>
                    <a:cubicBezTo>
                      <a:pt x="553317" y="1207821"/>
                      <a:pt x="551870" y="1213672"/>
                      <a:pt x="560264" y="1218242"/>
                    </a:cubicBezTo>
                    <a:cubicBezTo>
                      <a:pt x="549389" y="1231805"/>
                      <a:pt x="549492" y="1235320"/>
                      <a:pt x="559127" y="1251074"/>
                    </a:cubicBezTo>
                    <a:cubicBezTo>
                      <a:pt x="563593" y="1258373"/>
                      <a:pt x="558900" y="1263293"/>
                      <a:pt x="553007" y="1267966"/>
                    </a:cubicBezTo>
                    <a:cubicBezTo>
                      <a:pt x="561856" y="1277601"/>
                      <a:pt x="552821" y="1283700"/>
                      <a:pt x="547508" y="1291557"/>
                    </a:cubicBezTo>
                    <a:cubicBezTo>
                      <a:pt x="562311" y="1295692"/>
                      <a:pt x="553214" y="1309544"/>
                      <a:pt x="558321" y="1316099"/>
                    </a:cubicBezTo>
                    <a:cubicBezTo>
                      <a:pt x="554765" y="1318352"/>
                      <a:pt x="551312" y="1320544"/>
                      <a:pt x="547859" y="1322756"/>
                    </a:cubicBezTo>
                    <a:cubicBezTo>
                      <a:pt x="550898" y="1324555"/>
                      <a:pt x="553938" y="1326354"/>
                      <a:pt x="556998" y="1328173"/>
                    </a:cubicBezTo>
                    <a:cubicBezTo>
                      <a:pt x="556274" y="1334252"/>
                      <a:pt x="555406" y="1341571"/>
                      <a:pt x="554868" y="1346078"/>
                    </a:cubicBezTo>
                    <a:cubicBezTo>
                      <a:pt x="550113" y="1351557"/>
                      <a:pt x="545936" y="1355196"/>
                      <a:pt x="543517" y="1359765"/>
                    </a:cubicBezTo>
                    <a:cubicBezTo>
                      <a:pt x="542483" y="1361729"/>
                      <a:pt x="544530" y="1367808"/>
                      <a:pt x="546226" y="1368284"/>
                    </a:cubicBezTo>
                    <a:cubicBezTo>
                      <a:pt x="553441" y="1370310"/>
                      <a:pt x="552366" y="1375127"/>
                      <a:pt x="551436" y="1380048"/>
                    </a:cubicBezTo>
                    <a:cubicBezTo>
                      <a:pt x="549782" y="1388752"/>
                      <a:pt x="548335" y="1397560"/>
                      <a:pt x="545833" y="1406058"/>
                    </a:cubicBezTo>
                    <a:cubicBezTo>
                      <a:pt x="544654" y="1410069"/>
                      <a:pt x="541222" y="1413418"/>
                      <a:pt x="538452" y="1417615"/>
                    </a:cubicBezTo>
                    <a:cubicBezTo>
                      <a:pt x="538721" y="1417905"/>
                      <a:pt x="540230" y="1419538"/>
                      <a:pt x="541739" y="1421171"/>
                    </a:cubicBezTo>
                    <a:cubicBezTo>
                      <a:pt x="539734" y="1422495"/>
                      <a:pt x="537707" y="1423797"/>
                      <a:pt x="535123" y="1425493"/>
                    </a:cubicBezTo>
                    <a:cubicBezTo>
                      <a:pt x="536239" y="1427726"/>
                      <a:pt x="537542" y="1430372"/>
                      <a:pt x="538865" y="1433019"/>
                    </a:cubicBezTo>
                    <a:cubicBezTo>
                      <a:pt x="537852" y="1433060"/>
                      <a:pt x="536818" y="1433101"/>
                      <a:pt x="535805" y="1433122"/>
                    </a:cubicBezTo>
                    <a:cubicBezTo>
                      <a:pt x="535598" y="1437319"/>
                      <a:pt x="536301" y="1441826"/>
                      <a:pt x="535020" y="1445672"/>
                    </a:cubicBezTo>
                    <a:cubicBezTo>
                      <a:pt x="532497" y="1453363"/>
                      <a:pt x="536570" y="1463453"/>
                      <a:pt x="525405" y="1468291"/>
                    </a:cubicBezTo>
                    <a:cubicBezTo>
                      <a:pt x="517652" y="1471640"/>
                      <a:pt x="515585" y="1489152"/>
                      <a:pt x="521415" y="1496162"/>
                    </a:cubicBezTo>
                    <a:cubicBezTo>
                      <a:pt x="509485" y="1521220"/>
                      <a:pt x="487301" y="1531889"/>
                      <a:pt x="461766" y="1537657"/>
                    </a:cubicBezTo>
                    <a:cubicBezTo>
                      <a:pt x="455502" y="1539063"/>
                      <a:pt x="449030" y="1539456"/>
                      <a:pt x="442641" y="1540324"/>
                    </a:cubicBezTo>
                    <a:cubicBezTo>
                      <a:pt x="441628" y="1540469"/>
                      <a:pt x="440140" y="1541275"/>
                      <a:pt x="439664" y="1540862"/>
                    </a:cubicBezTo>
                    <a:cubicBezTo>
                      <a:pt x="426453" y="1529366"/>
                      <a:pt x="418865" y="1544253"/>
                      <a:pt x="408775" y="1547292"/>
                    </a:cubicBezTo>
                    <a:cubicBezTo>
                      <a:pt x="402634" y="1549132"/>
                      <a:pt x="396349" y="1550497"/>
                      <a:pt x="390167" y="1552275"/>
                    </a:cubicBezTo>
                    <a:cubicBezTo>
                      <a:pt x="383406" y="1554218"/>
                      <a:pt x="376769" y="1556555"/>
                      <a:pt x="369967" y="1558333"/>
                    </a:cubicBezTo>
                    <a:cubicBezTo>
                      <a:pt x="365481" y="1559511"/>
                      <a:pt x="360849" y="1560359"/>
                      <a:pt x="356239" y="1560752"/>
                    </a:cubicBezTo>
                    <a:cubicBezTo>
                      <a:pt x="351773" y="1561145"/>
                      <a:pt x="347203" y="1560442"/>
                      <a:pt x="342758" y="1560835"/>
                    </a:cubicBezTo>
                    <a:cubicBezTo>
                      <a:pt x="335729" y="1561475"/>
                      <a:pt x="328720" y="1563481"/>
                      <a:pt x="321731" y="1563378"/>
                    </a:cubicBezTo>
                    <a:cubicBezTo>
                      <a:pt x="309057" y="1563191"/>
                      <a:pt x="296342" y="1561269"/>
                      <a:pt x="284619" y="1568174"/>
                    </a:cubicBezTo>
                    <a:cubicBezTo>
                      <a:pt x="283812" y="1568650"/>
                      <a:pt x="282551" y="1568629"/>
                      <a:pt x="281559" y="1568484"/>
                    </a:cubicBezTo>
                    <a:cubicBezTo>
                      <a:pt x="260118" y="1565259"/>
                      <a:pt x="238430" y="1570800"/>
                      <a:pt x="216782" y="1565342"/>
                    </a:cubicBezTo>
                    <a:cubicBezTo>
                      <a:pt x="201710" y="1561558"/>
                      <a:pt x="185604" y="1562054"/>
                      <a:pt x="170056" y="1559925"/>
                    </a:cubicBezTo>
                    <a:cubicBezTo>
                      <a:pt x="163543" y="1559036"/>
                      <a:pt x="157340" y="1556038"/>
                      <a:pt x="150869" y="1554590"/>
                    </a:cubicBezTo>
                    <a:cubicBezTo>
                      <a:pt x="139642" y="1552068"/>
                      <a:pt x="128271" y="1550187"/>
                      <a:pt x="117064" y="1547644"/>
                    </a:cubicBezTo>
                    <a:cubicBezTo>
                      <a:pt x="105693" y="1545059"/>
                      <a:pt x="98746" y="1538050"/>
                      <a:pt x="95934" y="1526410"/>
                    </a:cubicBezTo>
                    <a:cubicBezTo>
                      <a:pt x="94239" y="1519339"/>
                      <a:pt x="92874" y="1511751"/>
                      <a:pt x="85307" y="1507430"/>
                    </a:cubicBezTo>
                    <a:cubicBezTo>
                      <a:pt x="83777" y="1506561"/>
                      <a:pt x="83632" y="1502137"/>
                      <a:pt x="83922" y="1499490"/>
                    </a:cubicBezTo>
                    <a:cubicBezTo>
                      <a:pt x="84252" y="1496492"/>
                      <a:pt x="85803" y="1493618"/>
                      <a:pt x="86341" y="1492068"/>
                    </a:cubicBezTo>
                    <a:cubicBezTo>
                      <a:pt x="79807" y="1492068"/>
                      <a:pt x="73687" y="1493494"/>
                      <a:pt x="69097" y="1491468"/>
                    </a:cubicBezTo>
                    <a:cubicBezTo>
                      <a:pt x="66802" y="1490434"/>
                      <a:pt x="67299" y="1483095"/>
                      <a:pt x="66534" y="1478567"/>
                    </a:cubicBezTo>
                    <a:cubicBezTo>
                      <a:pt x="64094" y="1475920"/>
                      <a:pt x="59731" y="1473150"/>
                      <a:pt x="58284" y="1469304"/>
                    </a:cubicBezTo>
                    <a:cubicBezTo>
                      <a:pt x="48070" y="1442323"/>
                      <a:pt x="39800" y="1414845"/>
                      <a:pt x="41537" y="1385444"/>
                    </a:cubicBezTo>
                    <a:cubicBezTo>
                      <a:pt x="41599" y="1384472"/>
                      <a:pt x="41247" y="1383397"/>
                      <a:pt x="40855" y="1382488"/>
                    </a:cubicBezTo>
                    <a:cubicBezTo>
                      <a:pt x="33887" y="1366754"/>
                      <a:pt x="33287" y="1350854"/>
                      <a:pt x="36926" y="1333962"/>
                    </a:cubicBezTo>
                    <a:cubicBezTo>
                      <a:pt x="38332" y="1327429"/>
                      <a:pt x="32026" y="1319448"/>
                      <a:pt x="39552" y="1314321"/>
                    </a:cubicBezTo>
                    <a:cubicBezTo>
                      <a:pt x="37650" y="1310930"/>
                      <a:pt x="34962" y="1308242"/>
                      <a:pt x="34714" y="1305347"/>
                    </a:cubicBezTo>
                    <a:cubicBezTo>
                      <a:pt x="33184" y="1287256"/>
                      <a:pt x="32460" y="1269083"/>
                      <a:pt x="30910" y="1250991"/>
                    </a:cubicBezTo>
                    <a:cubicBezTo>
                      <a:pt x="30455" y="1245637"/>
                      <a:pt x="28284" y="1240406"/>
                      <a:pt x="26899" y="1235113"/>
                    </a:cubicBezTo>
                    <a:cubicBezTo>
                      <a:pt x="25948" y="1235257"/>
                      <a:pt x="24997" y="1235381"/>
                      <a:pt x="24066" y="1235526"/>
                    </a:cubicBezTo>
                    <a:cubicBezTo>
                      <a:pt x="23322" y="1239289"/>
                      <a:pt x="22598" y="1243073"/>
                      <a:pt x="21854" y="1246836"/>
                    </a:cubicBezTo>
                    <a:cubicBezTo>
                      <a:pt x="20820" y="1246856"/>
                      <a:pt x="19786" y="1246877"/>
                      <a:pt x="18732" y="1246898"/>
                    </a:cubicBezTo>
                    <a:cubicBezTo>
                      <a:pt x="18587" y="1241708"/>
                      <a:pt x="18525" y="1236519"/>
                      <a:pt x="18298" y="1231350"/>
                    </a:cubicBezTo>
                    <a:cubicBezTo>
                      <a:pt x="17988" y="1224506"/>
                      <a:pt x="17677" y="1217663"/>
                      <a:pt x="17119" y="1210840"/>
                    </a:cubicBezTo>
                    <a:cubicBezTo>
                      <a:pt x="16685" y="1205547"/>
                      <a:pt x="16230" y="1200212"/>
                      <a:pt x="15072" y="1195044"/>
                    </a:cubicBezTo>
                    <a:cubicBezTo>
                      <a:pt x="11020" y="1177097"/>
                      <a:pt x="11433" y="1159068"/>
                      <a:pt x="11806" y="1140791"/>
                    </a:cubicBezTo>
                    <a:cubicBezTo>
                      <a:pt x="12178" y="1123114"/>
                      <a:pt x="9035" y="1105395"/>
                      <a:pt x="8208" y="1087655"/>
                    </a:cubicBezTo>
                    <a:cubicBezTo>
                      <a:pt x="7670" y="1076077"/>
                      <a:pt x="8808" y="1064437"/>
                      <a:pt x="8622" y="1052817"/>
                    </a:cubicBezTo>
                    <a:cubicBezTo>
                      <a:pt x="8518" y="1045870"/>
                      <a:pt x="8497" y="1038509"/>
                      <a:pt x="6265" y="1032100"/>
                    </a:cubicBezTo>
                    <a:cubicBezTo>
                      <a:pt x="3329" y="1023644"/>
                      <a:pt x="9035" y="1023913"/>
                      <a:pt x="15486" y="1022114"/>
                    </a:cubicBezTo>
                    <a:cubicBezTo>
                      <a:pt x="12633" y="1017131"/>
                      <a:pt x="9862" y="1012748"/>
                      <a:pt x="7526" y="1008137"/>
                    </a:cubicBezTo>
                    <a:cubicBezTo>
                      <a:pt x="3763" y="1000673"/>
                      <a:pt x="434" y="993085"/>
                      <a:pt x="6843" y="985270"/>
                    </a:cubicBezTo>
                    <a:cubicBezTo>
                      <a:pt x="7050" y="988847"/>
                      <a:pt x="7278" y="992403"/>
                      <a:pt x="7484" y="995980"/>
                    </a:cubicBezTo>
                    <a:cubicBezTo>
                      <a:pt x="8560" y="996538"/>
                      <a:pt x="9635" y="997096"/>
                      <a:pt x="10710" y="997675"/>
                    </a:cubicBezTo>
                    <a:cubicBezTo>
                      <a:pt x="13418" y="994409"/>
                      <a:pt x="16147" y="991142"/>
                      <a:pt x="18856" y="987875"/>
                    </a:cubicBezTo>
                    <a:cubicBezTo>
                      <a:pt x="18112" y="987089"/>
                      <a:pt x="17347" y="986324"/>
                      <a:pt x="16602" y="985539"/>
                    </a:cubicBezTo>
                    <a:lnTo>
                      <a:pt x="6802" y="985539"/>
                    </a:lnTo>
                    <a:close/>
                  </a:path>
                </a:pathLst>
              </a:custGeom>
              <a:gradFill>
                <a:gsLst>
                  <a:gs pos="0">
                    <a:srgbClr val="DCA050">
                      <a:alpha val="100000"/>
                      <a:lumMod val="60000"/>
                      <a:lumOff val="40000"/>
                    </a:srgbClr>
                  </a:gs>
                  <a:gs pos="69999">
                    <a:srgbClr val="DCA050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1288640" y="387180"/>
                <a:ext cx="161574" cy="648000"/>
              </a:xfrm>
              <a:custGeom>
                <a:avLst/>
                <a:gdLst/>
                <a:ahLst/>
                <a:cxnLst/>
                <a:rect l="l" t="t" r="r" b="b"/>
                <a:pathLst>
                  <a:path w="135446" h="543211">
                    <a:moveTo>
                      <a:pt x="72724" y="523494"/>
                    </a:moveTo>
                    <a:cubicBezTo>
                      <a:pt x="72533" y="523590"/>
                      <a:pt x="72462" y="523733"/>
                      <a:pt x="72509" y="523923"/>
                    </a:cubicBezTo>
                    <a:cubicBezTo>
                      <a:pt x="72557" y="524114"/>
                      <a:pt x="72628" y="524209"/>
                      <a:pt x="72724" y="524209"/>
                    </a:cubicBezTo>
                    <a:cubicBezTo>
                      <a:pt x="72819" y="524209"/>
                      <a:pt x="72866" y="524066"/>
                      <a:pt x="72866" y="523780"/>
                    </a:cubicBezTo>
                    <a:close/>
                    <a:moveTo>
                      <a:pt x="31718" y="519494"/>
                    </a:moveTo>
                    <a:cubicBezTo>
                      <a:pt x="31528" y="519589"/>
                      <a:pt x="31528" y="519661"/>
                      <a:pt x="31718" y="519708"/>
                    </a:cubicBezTo>
                    <a:cubicBezTo>
                      <a:pt x="31909" y="519756"/>
                      <a:pt x="32099" y="519756"/>
                      <a:pt x="32290" y="519708"/>
                    </a:cubicBezTo>
                    <a:cubicBezTo>
                      <a:pt x="32480" y="519661"/>
                      <a:pt x="32433" y="519589"/>
                      <a:pt x="32147" y="519494"/>
                    </a:cubicBezTo>
                    <a:close/>
                    <a:moveTo>
                      <a:pt x="95798" y="515636"/>
                    </a:moveTo>
                    <a:cubicBezTo>
                      <a:pt x="95750" y="515351"/>
                      <a:pt x="95679" y="515398"/>
                      <a:pt x="95584" y="515779"/>
                    </a:cubicBezTo>
                    <a:lnTo>
                      <a:pt x="95298" y="516208"/>
                    </a:lnTo>
                    <a:lnTo>
                      <a:pt x="95155" y="517065"/>
                    </a:lnTo>
                    <a:lnTo>
                      <a:pt x="95298" y="517065"/>
                    </a:lnTo>
                    <a:cubicBezTo>
                      <a:pt x="95488" y="517065"/>
                      <a:pt x="95631" y="516898"/>
                      <a:pt x="95726" y="516565"/>
                    </a:cubicBezTo>
                    <a:cubicBezTo>
                      <a:pt x="95822" y="516232"/>
                      <a:pt x="95845" y="515922"/>
                      <a:pt x="95798" y="515636"/>
                    </a:cubicBezTo>
                    <a:close/>
                    <a:moveTo>
                      <a:pt x="5858" y="513207"/>
                    </a:moveTo>
                    <a:lnTo>
                      <a:pt x="5572" y="513350"/>
                    </a:lnTo>
                    <a:lnTo>
                      <a:pt x="5572" y="513493"/>
                    </a:lnTo>
                    <a:cubicBezTo>
                      <a:pt x="5572" y="513684"/>
                      <a:pt x="5739" y="513827"/>
                      <a:pt x="6072" y="513922"/>
                    </a:cubicBezTo>
                    <a:cubicBezTo>
                      <a:pt x="6406" y="514017"/>
                      <a:pt x="6620" y="514065"/>
                      <a:pt x="6715" y="514065"/>
                    </a:cubicBezTo>
                    <a:lnTo>
                      <a:pt x="6858" y="513779"/>
                    </a:lnTo>
                    <a:cubicBezTo>
                      <a:pt x="6858" y="513684"/>
                      <a:pt x="6715" y="513565"/>
                      <a:pt x="6430" y="513422"/>
                    </a:cubicBezTo>
                    <a:cubicBezTo>
                      <a:pt x="6144" y="513279"/>
                      <a:pt x="5953" y="513207"/>
                      <a:pt x="5858" y="513207"/>
                    </a:cubicBezTo>
                    <a:close/>
                    <a:moveTo>
                      <a:pt x="22289" y="503635"/>
                    </a:moveTo>
                    <a:lnTo>
                      <a:pt x="21717" y="503921"/>
                    </a:lnTo>
                    <a:cubicBezTo>
                      <a:pt x="21336" y="504492"/>
                      <a:pt x="20574" y="505921"/>
                      <a:pt x="19431" y="508207"/>
                    </a:cubicBezTo>
                    <a:cubicBezTo>
                      <a:pt x="19050" y="508969"/>
                      <a:pt x="18550" y="509731"/>
                      <a:pt x="17931" y="510493"/>
                    </a:cubicBezTo>
                    <a:cubicBezTo>
                      <a:pt x="17312" y="511255"/>
                      <a:pt x="16812" y="511993"/>
                      <a:pt x="16431" y="512707"/>
                    </a:cubicBezTo>
                    <a:cubicBezTo>
                      <a:pt x="16050" y="513422"/>
                      <a:pt x="16002" y="513827"/>
                      <a:pt x="16288" y="513922"/>
                    </a:cubicBezTo>
                    <a:cubicBezTo>
                      <a:pt x="17717" y="512398"/>
                      <a:pt x="19002" y="510493"/>
                      <a:pt x="20146" y="508207"/>
                    </a:cubicBezTo>
                    <a:cubicBezTo>
                      <a:pt x="21288" y="505921"/>
                      <a:pt x="22050" y="504444"/>
                      <a:pt x="22431" y="503778"/>
                    </a:cubicBezTo>
                    <a:close/>
                    <a:moveTo>
                      <a:pt x="24003" y="494205"/>
                    </a:moveTo>
                    <a:cubicBezTo>
                      <a:pt x="23051" y="495062"/>
                      <a:pt x="22193" y="496062"/>
                      <a:pt x="21431" y="497205"/>
                    </a:cubicBezTo>
                    <a:lnTo>
                      <a:pt x="19288" y="500634"/>
                    </a:lnTo>
                    <a:cubicBezTo>
                      <a:pt x="19098" y="501015"/>
                      <a:pt x="18479" y="502087"/>
                      <a:pt x="17431" y="503849"/>
                    </a:cubicBezTo>
                    <a:cubicBezTo>
                      <a:pt x="16383" y="505611"/>
                      <a:pt x="15621" y="507302"/>
                      <a:pt x="15145" y="508921"/>
                    </a:cubicBezTo>
                    <a:cubicBezTo>
                      <a:pt x="14764" y="509493"/>
                      <a:pt x="14240" y="510278"/>
                      <a:pt x="13573" y="511279"/>
                    </a:cubicBezTo>
                    <a:cubicBezTo>
                      <a:pt x="12907" y="512279"/>
                      <a:pt x="12430" y="513207"/>
                      <a:pt x="12144" y="514065"/>
                    </a:cubicBezTo>
                    <a:cubicBezTo>
                      <a:pt x="13478" y="512445"/>
                      <a:pt x="14788" y="510540"/>
                      <a:pt x="16074" y="508350"/>
                    </a:cubicBezTo>
                    <a:cubicBezTo>
                      <a:pt x="17359" y="506159"/>
                      <a:pt x="18574" y="504016"/>
                      <a:pt x="19717" y="501920"/>
                    </a:cubicBezTo>
                    <a:cubicBezTo>
                      <a:pt x="21622" y="498301"/>
                      <a:pt x="22908" y="495967"/>
                      <a:pt x="23574" y="494919"/>
                    </a:cubicBezTo>
                    <a:close/>
                    <a:moveTo>
                      <a:pt x="24432" y="492491"/>
                    </a:moveTo>
                    <a:cubicBezTo>
                      <a:pt x="24241" y="492681"/>
                      <a:pt x="24241" y="492800"/>
                      <a:pt x="24432" y="492848"/>
                    </a:cubicBezTo>
                    <a:cubicBezTo>
                      <a:pt x="24622" y="492895"/>
                      <a:pt x="24765" y="492824"/>
                      <a:pt x="24860" y="492633"/>
                    </a:cubicBezTo>
                    <a:lnTo>
                      <a:pt x="24718" y="492633"/>
                    </a:lnTo>
                    <a:close/>
                    <a:moveTo>
                      <a:pt x="25432" y="491062"/>
                    </a:moveTo>
                    <a:cubicBezTo>
                      <a:pt x="25241" y="491348"/>
                      <a:pt x="25146" y="491514"/>
                      <a:pt x="25146" y="491562"/>
                    </a:cubicBezTo>
                    <a:cubicBezTo>
                      <a:pt x="25146" y="491609"/>
                      <a:pt x="25241" y="491490"/>
                      <a:pt x="25432" y="491205"/>
                    </a:cubicBezTo>
                    <a:close/>
                    <a:moveTo>
                      <a:pt x="95155" y="483632"/>
                    </a:moveTo>
                    <a:lnTo>
                      <a:pt x="95441" y="484918"/>
                    </a:lnTo>
                    <a:cubicBezTo>
                      <a:pt x="95536" y="484823"/>
                      <a:pt x="95560" y="484728"/>
                      <a:pt x="95512" y="484632"/>
                    </a:cubicBezTo>
                    <a:cubicBezTo>
                      <a:pt x="95464" y="484537"/>
                      <a:pt x="95441" y="484442"/>
                      <a:pt x="95441" y="484347"/>
                    </a:cubicBezTo>
                    <a:close/>
                    <a:moveTo>
                      <a:pt x="93583" y="481918"/>
                    </a:moveTo>
                    <a:cubicBezTo>
                      <a:pt x="93202" y="482108"/>
                      <a:pt x="93131" y="482275"/>
                      <a:pt x="93369" y="482418"/>
                    </a:cubicBezTo>
                    <a:cubicBezTo>
                      <a:pt x="93607" y="482561"/>
                      <a:pt x="93869" y="482608"/>
                      <a:pt x="94155" y="482561"/>
                    </a:cubicBezTo>
                    <a:cubicBezTo>
                      <a:pt x="94440" y="482513"/>
                      <a:pt x="94393" y="482346"/>
                      <a:pt x="94012" y="482061"/>
                    </a:cubicBezTo>
                    <a:close/>
                    <a:moveTo>
                      <a:pt x="32147" y="475774"/>
                    </a:moveTo>
                    <a:lnTo>
                      <a:pt x="31718" y="476489"/>
                    </a:lnTo>
                    <a:lnTo>
                      <a:pt x="31004" y="477489"/>
                    </a:lnTo>
                    <a:cubicBezTo>
                      <a:pt x="30623" y="478346"/>
                      <a:pt x="30052" y="479703"/>
                      <a:pt x="29290" y="481561"/>
                    </a:cubicBezTo>
                    <a:cubicBezTo>
                      <a:pt x="28528" y="483418"/>
                      <a:pt x="28004" y="485109"/>
                      <a:pt x="27718" y="486633"/>
                    </a:cubicBezTo>
                    <a:cubicBezTo>
                      <a:pt x="27242" y="487490"/>
                      <a:pt x="26742" y="488490"/>
                      <a:pt x="26218" y="489633"/>
                    </a:cubicBezTo>
                    <a:cubicBezTo>
                      <a:pt x="25694" y="490776"/>
                      <a:pt x="25813" y="490919"/>
                      <a:pt x="26575" y="490062"/>
                    </a:cubicBezTo>
                    <a:cubicBezTo>
                      <a:pt x="29147" y="485299"/>
                      <a:pt x="30956" y="481442"/>
                      <a:pt x="32004" y="478489"/>
                    </a:cubicBezTo>
                    <a:cubicBezTo>
                      <a:pt x="32195" y="477822"/>
                      <a:pt x="32385" y="477060"/>
                      <a:pt x="32576" y="476203"/>
                    </a:cubicBezTo>
                    <a:cubicBezTo>
                      <a:pt x="32766" y="475346"/>
                      <a:pt x="32623" y="475203"/>
                      <a:pt x="32147" y="475774"/>
                    </a:cubicBezTo>
                    <a:close/>
                    <a:moveTo>
                      <a:pt x="62436" y="449057"/>
                    </a:moveTo>
                    <a:lnTo>
                      <a:pt x="63151" y="449342"/>
                    </a:lnTo>
                    <a:cubicBezTo>
                      <a:pt x="63341" y="449819"/>
                      <a:pt x="63699" y="450295"/>
                      <a:pt x="64222" y="450771"/>
                    </a:cubicBezTo>
                    <a:cubicBezTo>
                      <a:pt x="64746" y="451247"/>
                      <a:pt x="65104" y="451581"/>
                      <a:pt x="65294" y="451771"/>
                    </a:cubicBezTo>
                    <a:cubicBezTo>
                      <a:pt x="66532" y="452628"/>
                      <a:pt x="67247" y="453438"/>
                      <a:pt x="67437" y="454200"/>
                    </a:cubicBezTo>
                    <a:cubicBezTo>
                      <a:pt x="67056" y="454486"/>
                      <a:pt x="66866" y="454629"/>
                      <a:pt x="66866" y="454629"/>
                    </a:cubicBezTo>
                    <a:lnTo>
                      <a:pt x="67008" y="454629"/>
                    </a:lnTo>
                    <a:cubicBezTo>
                      <a:pt x="67675" y="454629"/>
                      <a:pt x="68056" y="454914"/>
                      <a:pt x="68152" y="455486"/>
                    </a:cubicBezTo>
                    <a:cubicBezTo>
                      <a:pt x="68056" y="455962"/>
                      <a:pt x="67723" y="456462"/>
                      <a:pt x="67151" y="456986"/>
                    </a:cubicBezTo>
                    <a:cubicBezTo>
                      <a:pt x="66580" y="457510"/>
                      <a:pt x="66199" y="457915"/>
                      <a:pt x="66008" y="458201"/>
                    </a:cubicBezTo>
                    <a:cubicBezTo>
                      <a:pt x="65056" y="458772"/>
                      <a:pt x="64437" y="459296"/>
                      <a:pt x="64151" y="459772"/>
                    </a:cubicBezTo>
                    <a:cubicBezTo>
                      <a:pt x="63484" y="460153"/>
                      <a:pt x="62413" y="460796"/>
                      <a:pt x="60936" y="461701"/>
                    </a:cubicBezTo>
                    <a:cubicBezTo>
                      <a:pt x="59460" y="462606"/>
                      <a:pt x="58055" y="463106"/>
                      <a:pt x="56722" y="463201"/>
                    </a:cubicBezTo>
                    <a:cubicBezTo>
                      <a:pt x="55293" y="463677"/>
                      <a:pt x="53150" y="464487"/>
                      <a:pt x="50292" y="465630"/>
                    </a:cubicBezTo>
                    <a:lnTo>
                      <a:pt x="46577" y="467059"/>
                    </a:lnTo>
                    <a:cubicBezTo>
                      <a:pt x="45244" y="467440"/>
                      <a:pt x="43148" y="467821"/>
                      <a:pt x="40291" y="468202"/>
                    </a:cubicBezTo>
                    <a:cubicBezTo>
                      <a:pt x="39624" y="468488"/>
                      <a:pt x="39386" y="468797"/>
                      <a:pt x="39576" y="469130"/>
                    </a:cubicBezTo>
                    <a:cubicBezTo>
                      <a:pt x="39767" y="469464"/>
                      <a:pt x="40362" y="469988"/>
                      <a:pt x="41362" y="470702"/>
                    </a:cubicBezTo>
                    <a:cubicBezTo>
                      <a:pt x="42363" y="471417"/>
                      <a:pt x="42910" y="472059"/>
                      <a:pt x="43006" y="472631"/>
                    </a:cubicBezTo>
                    <a:cubicBezTo>
                      <a:pt x="43101" y="473298"/>
                      <a:pt x="43244" y="473774"/>
                      <a:pt x="43434" y="474060"/>
                    </a:cubicBezTo>
                    <a:cubicBezTo>
                      <a:pt x="43625" y="474345"/>
                      <a:pt x="43958" y="474655"/>
                      <a:pt x="44434" y="474988"/>
                    </a:cubicBezTo>
                    <a:cubicBezTo>
                      <a:pt x="44910" y="475322"/>
                      <a:pt x="45339" y="475679"/>
                      <a:pt x="45720" y="476060"/>
                    </a:cubicBezTo>
                    <a:cubicBezTo>
                      <a:pt x="46482" y="476250"/>
                      <a:pt x="47411" y="476417"/>
                      <a:pt x="48506" y="476560"/>
                    </a:cubicBezTo>
                    <a:cubicBezTo>
                      <a:pt x="49602" y="476703"/>
                      <a:pt x="50530" y="476941"/>
                      <a:pt x="51292" y="477274"/>
                    </a:cubicBezTo>
                    <a:cubicBezTo>
                      <a:pt x="52054" y="477608"/>
                      <a:pt x="52721" y="478108"/>
                      <a:pt x="53292" y="478775"/>
                    </a:cubicBezTo>
                    <a:cubicBezTo>
                      <a:pt x="54150" y="479346"/>
                      <a:pt x="55531" y="480013"/>
                      <a:pt x="57436" y="480775"/>
                    </a:cubicBezTo>
                    <a:cubicBezTo>
                      <a:pt x="57722" y="481156"/>
                      <a:pt x="58103" y="481346"/>
                      <a:pt x="58579" y="481346"/>
                    </a:cubicBezTo>
                    <a:cubicBezTo>
                      <a:pt x="58865" y="481346"/>
                      <a:pt x="59198" y="481299"/>
                      <a:pt x="59579" y="481203"/>
                    </a:cubicBezTo>
                    <a:cubicBezTo>
                      <a:pt x="59960" y="481108"/>
                      <a:pt x="60293" y="481108"/>
                      <a:pt x="60579" y="481203"/>
                    </a:cubicBezTo>
                    <a:cubicBezTo>
                      <a:pt x="61151" y="481489"/>
                      <a:pt x="61698" y="482013"/>
                      <a:pt x="62222" y="482775"/>
                    </a:cubicBezTo>
                    <a:cubicBezTo>
                      <a:pt x="62746" y="483537"/>
                      <a:pt x="63151" y="484109"/>
                      <a:pt x="63437" y="484490"/>
                    </a:cubicBezTo>
                    <a:cubicBezTo>
                      <a:pt x="64008" y="485633"/>
                      <a:pt x="64437" y="486823"/>
                      <a:pt x="64722" y="488061"/>
                    </a:cubicBezTo>
                    <a:cubicBezTo>
                      <a:pt x="64722" y="488347"/>
                      <a:pt x="64675" y="489062"/>
                      <a:pt x="64580" y="490205"/>
                    </a:cubicBezTo>
                    <a:cubicBezTo>
                      <a:pt x="64484" y="491348"/>
                      <a:pt x="64246" y="492395"/>
                      <a:pt x="63865" y="493348"/>
                    </a:cubicBezTo>
                    <a:cubicBezTo>
                      <a:pt x="62532" y="495729"/>
                      <a:pt x="61532" y="498110"/>
                      <a:pt x="60865" y="500492"/>
                    </a:cubicBezTo>
                    <a:cubicBezTo>
                      <a:pt x="60674" y="501444"/>
                      <a:pt x="60579" y="502968"/>
                      <a:pt x="60579" y="505064"/>
                    </a:cubicBezTo>
                    <a:lnTo>
                      <a:pt x="60579" y="509778"/>
                    </a:lnTo>
                    <a:cubicBezTo>
                      <a:pt x="60960" y="513779"/>
                      <a:pt x="62056" y="517875"/>
                      <a:pt x="63865" y="522066"/>
                    </a:cubicBezTo>
                    <a:cubicBezTo>
                      <a:pt x="64056" y="523209"/>
                      <a:pt x="64056" y="524066"/>
                      <a:pt x="63865" y="524637"/>
                    </a:cubicBezTo>
                    <a:cubicBezTo>
                      <a:pt x="63580" y="525114"/>
                      <a:pt x="63151" y="525733"/>
                      <a:pt x="62579" y="526495"/>
                    </a:cubicBezTo>
                    <a:cubicBezTo>
                      <a:pt x="62008" y="527257"/>
                      <a:pt x="61674" y="527971"/>
                      <a:pt x="61579" y="528638"/>
                    </a:cubicBezTo>
                    <a:lnTo>
                      <a:pt x="60008" y="528352"/>
                    </a:lnTo>
                    <a:cubicBezTo>
                      <a:pt x="59722" y="528447"/>
                      <a:pt x="59103" y="528614"/>
                      <a:pt x="58150" y="528852"/>
                    </a:cubicBezTo>
                    <a:cubicBezTo>
                      <a:pt x="57198" y="529090"/>
                      <a:pt x="56388" y="529495"/>
                      <a:pt x="55721" y="530067"/>
                    </a:cubicBezTo>
                    <a:cubicBezTo>
                      <a:pt x="55436" y="529495"/>
                      <a:pt x="54959" y="529043"/>
                      <a:pt x="54293" y="528709"/>
                    </a:cubicBezTo>
                    <a:cubicBezTo>
                      <a:pt x="53626" y="528376"/>
                      <a:pt x="53197" y="528162"/>
                      <a:pt x="53007" y="528066"/>
                    </a:cubicBezTo>
                    <a:lnTo>
                      <a:pt x="52435" y="528209"/>
                    </a:lnTo>
                    <a:cubicBezTo>
                      <a:pt x="52054" y="528209"/>
                      <a:pt x="51602" y="527900"/>
                      <a:pt x="51078" y="527281"/>
                    </a:cubicBezTo>
                    <a:cubicBezTo>
                      <a:pt x="50554" y="526661"/>
                      <a:pt x="50054" y="526257"/>
                      <a:pt x="49578" y="526066"/>
                    </a:cubicBezTo>
                    <a:cubicBezTo>
                      <a:pt x="48816" y="525971"/>
                      <a:pt x="47863" y="526114"/>
                      <a:pt x="46720" y="526495"/>
                    </a:cubicBezTo>
                    <a:cubicBezTo>
                      <a:pt x="45577" y="526876"/>
                      <a:pt x="44910" y="527114"/>
                      <a:pt x="44720" y="527209"/>
                    </a:cubicBezTo>
                    <a:cubicBezTo>
                      <a:pt x="42910" y="527876"/>
                      <a:pt x="41577" y="528209"/>
                      <a:pt x="40720" y="528209"/>
                    </a:cubicBezTo>
                    <a:cubicBezTo>
                      <a:pt x="40053" y="528209"/>
                      <a:pt x="39719" y="527924"/>
                      <a:pt x="39719" y="527352"/>
                    </a:cubicBezTo>
                    <a:lnTo>
                      <a:pt x="40005" y="526209"/>
                    </a:lnTo>
                    <a:lnTo>
                      <a:pt x="37290" y="525352"/>
                    </a:lnTo>
                    <a:cubicBezTo>
                      <a:pt x="37100" y="525161"/>
                      <a:pt x="36933" y="524876"/>
                      <a:pt x="36790" y="524495"/>
                    </a:cubicBezTo>
                    <a:cubicBezTo>
                      <a:pt x="36648" y="524114"/>
                      <a:pt x="36481" y="523828"/>
                      <a:pt x="36290" y="523637"/>
                    </a:cubicBezTo>
                    <a:cubicBezTo>
                      <a:pt x="36100" y="523447"/>
                      <a:pt x="35814" y="523447"/>
                      <a:pt x="35433" y="523637"/>
                    </a:cubicBezTo>
                    <a:cubicBezTo>
                      <a:pt x="34862" y="523447"/>
                      <a:pt x="34362" y="523232"/>
                      <a:pt x="33933" y="522994"/>
                    </a:cubicBezTo>
                    <a:cubicBezTo>
                      <a:pt x="33504" y="522756"/>
                      <a:pt x="33147" y="522542"/>
                      <a:pt x="32861" y="522351"/>
                    </a:cubicBezTo>
                    <a:cubicBezTo>
                      <a:pt x="32671" y="522066"/>
                      <a:pt x="32338" y="521637"/>
                      <a:pt x="31861" y="521066"/>
                    </a:cubicBezTo>
                    <a:cubicBezTo>
                      <a:pt x="31385" y="520494"/>
                      <a:pt x="31099" y="519994"/>
                      <a:pt x="31004" y="519565"/>
                    </a:cubicBezTo>
                    <a:cubicBezTo>
                      <a:pt x="30909" y="519137"/>
                      <a:pt x="31147" y="518875"/>
                      <a:pt x="31718" y="518780"/>
                    </a:cubicBezTo>
                    <a:lnTo>
                      <a:pt x="29575" y="517208"/>
                    </a:lnTo>
                    <a:cubicBezTo>
                      <a:pt x="28908" y="516636"/>
                      <a:pt x="28385" y="515922"/>
                      <a:pt x="28004" y="515065"/>
                    </a:cubicBezTo>
                    <a:cubicBezTo>
                      <a:pt x="27623" y="514208"/>
                      <a:pt x="27242" y="513493"/>
                      <a:pt x="26861" y="512922"/>
                    </a:cubicBezTo>
                    <a:cubicBezTo>
                      <a:pt x="27242" y="512350"/>
                      <a:pt x="27408" y="511755"/>
                      <a:pt x="27361" y="511136"/>
                    </a:cubicBezTo>
                    <a:cubicBezTo>
                      <a:pt x="27313" y="510517"/>
                      <a:pt x="27289" y="510064"/>
                      <a:pt x="27289" y="509778"/>
                    </a:cubicBezTo>
                    <a:lnTo>
                      <a:pt x="29004" y="510779"/>
                    </a:lnTo>
                    <a:cubicBezTo>
                      <a:pt x="29480" y="511160"/>
                      <a:pt x="30242" y="511803"/>
                      <a:pt x="31290" y="512707"/>
                    </a:cubicBezTo>
                    <a:cubicBezTo>
                      <a:pt x="32338" y="513612"/>
                      <a:pt x="33290" y="514350"/>
                      <a:pt x="34147" y="514922"/>
                    </a:cubicBezTo>
                    <a:cubicBezTo>
                      <a:pt x="34909" y="515303"/>
                      <a:pt x="35814" y="515517"/>
                      <a:pt x="36862" y="515565"/>
                    </a:cubicBezTo>
                    <a:cubicBezTo>
                      <a:pt x="37910" y="515612"/>
                      <a:pt x="38624" y="515636"/>
                      <a:pt x="39005" y="515636"/>
                    </a:cubicBezTo>
                    <a:cubicBezTo>
                      <a:pt x="39862" y="515541"/>
                      <a:pt x="40672" y="515279"/>
                      <a:pt x="41434" y="514850"/>
                    </a:cubicBezTo>
                    <a:cubicBezTo>
                      <a:pt x="42196" y="514422"/>
                      <a:pt x="42958" y="513898"/>
                      <a:pt x="43720" y="513279"/>
                    </a:cubicBezTo>
                    <a:cubicBezTo>
                      <a:pt x="44482" y="512660"/>
                      <a:pt x="45149" y="512160"/>
                      <a:pt x="45720" y="511779"/>
                    </a:cubicBezTo>
                    <a:lnTo>
                      <a:pt x="45292" y="506921"/>
                    </a:lnTo>
                    <a:cubicBezTo>
                      <a:pt x="45196" y="505587"/>
                      <a:pt x="45149" y="503635"/>
                      <a:pt x="45149" y="501063"/>
                    </a:cubicBezTo>
                    <a:cubicBezTo>
                      <a:pt x="45149" y="495824"/>
                      <a:pt x="45625" y="491300"/>
                      <a:pt x="46577" y="487490"/>
                    </a:cubicBezTo>
                    <a:lnTo>
                      <a:pt x="44863" y="487347"/>
                    </a:lnTo>
                    <a:cubicBezTo>
                      <a:pt x="44291" y="487347"/>
                      <a:pt x="43529" y="487442"/>
                      <a:pt x="42577" y="487633"/>
                    </a:cubicBezTo>
                    <a:cubicBezTo>
                      <a:pt x="42482" y="487538"/>
                      <a:pt x="42220" y="487323"/>
                      <a:pt x="41791" y="486990"/>
                    </a:cubicBezTo>
                    <a:cubicBezTo>
                      <a:pt x="41362" y="486656"/>
                      <a:pt x="40910" y="486537"/>
                      <a:pt x="40434" y="486633"/>
                    </a:cubicBezTo>
                    <a:cubicBezTo>
                      <a:pt x="39862" y="486633"/>
                      <a:pt x="39362" y="486871"/>
                      <a:pt x="38934" y="487347"/>
                    </a:cubicBezTo>
                    <a:cubicBezTo>
                      <a:pt x="38505" y="487823"/>
                      <a:pt x="38243" y="488109"/>
                      <a:pt x="38148" y="488204"/>
                    </a:cubicBezTo>
                    <a:cubicBezTo>
                      <a:pt x="37672" y="488966"/>
                      <a:pt x="36862" y="490395"/>
                      <a:pt x="35719" y="492491"/>
                    </a:cubicBezTo>
                    <a:cubicBezTo>
                      <a:pt x="34576" y="494586"/>
                      <a:pt x="33433" y="496443"/>
                      <a:pt x="32290" y="498063"/>
                    </a:cubicBezTo>
                    <a:cubicBezTo>
                      <a:pt x="31433" y="498825"/>
                      <a:pt x="30647" y="499896"/>
                      <a:pt x="29932" y="501277"/>
                    </a:cubicBezTo>
                    <a:cubicBezTo>
                      <a:pt x="29218" y="502658"/>
                      <a:pt x="28623" y="503730"/>
                      <a:pt x="28146" y="504492"/>
                    </a:cubicBezTo>
                    <a:lnTo>
                      <a:pt x="25860" y="508921"/>
                    </a:lnTo>
                    <a:cubicBezTo>
                      <a:pt x="23003" y="514636"/>
                      <a:pt x="21336" y="518065"/>
                      <a:pt x="20860" y="519208"/>
                    </a:cubicBezTo>
                    <a:lnTo>
                      <a:pt x="22717" y="519065"/>
                    </a:lnTo>
                    <a:cubicBezTo>
                      <a:pt x="22527" y="519732"/>
                      <a:pt x="22217" y="520518"/>
                      <a:pt x="21789" y="521423"/>
                    </a:cubicBezTo>
                    <a:cubicBezTo>
                      <a:pt x="21360" y="522328"/>
                      <a:pt x="21003" y="523161"/>
                      <a:pt x="20717" y="523923"/>
                    </a:cubicBezTo>
                    <a:cubicBezTo>
                      <a:pt x="20812" y="524304"/>
                      <a:pt x="20860" y="524828"/>
                      <a:pt x="20860" y="525495"/>
                    </a:cubicBezTo>
                    <a:cubicBezTo>
                      <a:pt x="20860" y="526828"/>
                      <a:pt x="20550" y="528066"/>
                      <a:pt x="19931" y="529209"/>
                    </a:cubicBezTo>
                    <a:cubicBezTo>
                      <a:pt x="19312" y="530352"/>
                      <a:pt x="18431" y="531257"/>
                      <a:pt x="17288" y="531924"/>
                    </a:cubicBezTo>
                    <a:cubicBezTo>
                      <a:pt x="16716" y="532115"/>
                      <a:pt x="16288" y="532210"/>
                      <a:pt x="16002" y="532210"/>
                    </a:cubicBezTo>
                    <a:cubicBezTo>
                      <a:pt x="15145" y="532210"/>
                      <a:pt x="14764" y="531734"/>
                      <a:pt x="14859" y="530781"/>
                    </a:cubicBezTo>
                    <a:cubicBezTo>
                      <a:pt x="14669" y="530686"/>
                      <a:pt x="14573" y="530495"/>
                      <a:pt x="14573" y="530210"/>
                    </a:cubicBezTo>
                    <a:cubicBezTo>
                      <a:pt x="14573" y="530019"/>
                      <a:pt x="14669" y="529757"/>
                      <a:pt x="14859" y="529424"/>
                    </a:cubicBezTo>
                    <a:cubicBezTo>
                      <a:pt x="15050" y="529090"/>
                      <a:pt x="14907" y="528828"/>
                      <a:pt x="14430" y="528638"/>
                    </a:cubicBezTo>
                    <a:cubicBezTo>
                      <a:pt x="13192" y="528638"/>
                      <a:pt x="12335" y="528876"/>
                      <a:pt x="11859" y="529352"/>
                    </a:cubicBezTo>
                    <a:cubicBezTo>
                      <a:pt x="11764" y="529638"/>
                      <a:pt x="11621" y="529829"/>
                      <a:pt x="11430" y="529924"/>
                    </a:cubicBezTo>
                    <a:cubicBezTo>
                      <a:pt x="11335" y="529924"/>
                      <a:pt x="11144" y="529614"/>
                      <a:pt x="10859" y="528995"/>
                    </a:cubicBezTo>
                    <a:cubicBezTo>
                      <a:pt x="10573" y="528376"/>
                      <a:pt x="10144" y="528257"/>
                      <a:pt x="9573" y="528638"/>
                    </a:cubicBezTo>
                    <a:cubicBezTo>
                      <a:pt x="9382" y="528162"/>
                      <a:pt x="8835" y="527543"/>
                      <a:pt x="7930" y="526781"/>
                    </a:cubicBezTo>
                    <a:cubicBezTo>
                      <a:pt x="7025" y="526019"/>
                      <a:pt x="6430" y="525423"/>
                      <a:pt x="6144" y="524995"/>
                    </a:cubicBezTo>
                    <a:cubicBezTo>
                      <a:pt x="5858" y="524566"/>
                      <a:pt x="6096" y="524209"/>
                      <a:pt x="6858" y="523923"/>
                    </a:cubicBezTo>
                    <a:cubicBezTo>
                      <a:pt x="6572" y="523542"/>
                      <a:pt x="6310" y="523137"/>
                      <a:pt x="6072" y="522709"/>
                    </a:cubicBezTo>
                    <a:cubicBezTo>
                      <a:pt x="5834" y="522280"/>
                      <a:pt x="5858" y="521875"/>
                      <a:pt x="6144" y="521494"/>
                    </a:cubicBezTo>
                    <a:cubicBezTo>
                      <a:pt x="5668" y="521208"/>
                      <a:pt x="5215" y="520685"/>
                      <a:pt x="4786" y="519923"/>
                    </a:cubicBezTo>
                    <a:cubicBezTo>
                      <a:pt x="4358" y="519161"/>
                      <a:pt x="3953" y="518541"/>
                      <a:pt x="3572" y="518065"/>
                    </a:cubicBezTo>
                    <a:cubicBezTo>
                      <a:pt x="3286" y="517494"/>
                      <a:pt x="3048" y="516636"/>
                      <a:pt x="2858" y="515493"/>
                    </a:cubicBezTo>
                    <a:cubicBezTo>
                      <a:pt x="2667" y="515208"/>
                      <a:pt x="2143" y="514469"/>
                      <a:pt x="1286" y="513279"/>
                    </a:cubicBezTo>
                    <a:cubicBezTo>
                      <a:pt x="429" y="512088"/>
                      <a:pt x="0" y="511207"/>
                      <a:pt x="0" y="510636"/>
                    </a:cubicBezTo>
                    <a:cubicBezTo>
                      <a:pt x="0" y="510064"/>
                      <a:pt x="429" y="509921"/>
                      <a:pt x="1286" y="510207"/>
                    </a:cubicBezTo>
                    <a:cubicBezTo>
                      <a:pt x="1667" y="510302"/>
                      <a:pt x="2167" y="510588"/>
                      <a:pt x="2786" y="511064"/>
                    </a:cubicBezTo>
                    <a:cubicBezTo>
                      <a:pt x="3405" y="511541"/>
                      <a:pt x="3905" y="511826"/>
                      <a:pt x="4286" y="511922"/>
                    </a:cubicBezTo>
                    <a:cubicBezTo>
                      <a:pt x="3810" y="511636"/>
                      <a:pt x="3453" y="511207"/>
                      <a:pt x="3215" y="510636"/>
                    </a:cubicBezTo>
                    <a:cubicBezTo>
                      <a:pt x="2977" y="510064"/>
                      <a:pt x="2810" y="509683"/>
                      <a:pt x="2715" y="509493"/>
                    </a:cubicBezTo>
                    <a:cubicBezTo>
                      <a:pt x="1572" y="508540"/>
                      <a:pt x="857" y="507873"/>
                      <a:pt x="572" y="507492"/>
                    </a:cubicBezTo>
                    <a:lnTo>
                      <a:pt x="857" y="507350"/>
                    </a:lnTo>
                    <a:cubicBezTo>
                      <a:pt x="1048" y="507350"/>
                      <a:pt x="1286" y="507445"/>
                      <a:pt x="1572" y="507635"/>
                    </a:cubicBezTo>
                    <a:cubicBezTo>
                      <a:pt x="1857" y="507826"/>
                      <a:pt x="2096" y="507873"/>
                      <a:pt x="2286" y="507778"/>
                    </a:cubicBezTo>
                    <a:cubicBezTo>
                      <a:pt x="2572" y="507873"/>
                      <a:pt x="2905" y="508088"/>
                      <a:pt x="3286" y="508421"/>
                    </a:cubicBezTo>
                    <a:cubicBezTo>
                      <a:pt x="3667" y="508754"/>
                      <a:pt x="3953" y="509016"/>
                      <a:pt x="4144" y="509207"/>
                    </a:cubicBezTo>
                    <a:cubicBezTo>
                      <a:pt x="4906" y="509683"/>
                      <a:pt x="5929" y="510398"/>
                      <a:pt x="7215" y="511350"/>
                    </a:cubicBezTo>
                    <a:cubicBezTo>
                      <a:pt x="8501" y="512303"/>
                      <a:pt x="9763" y="512874"/>
                      <a:pt x="11002" y="513065"/>
                    </a:cubicBezTo>
                    <a:lnTo>
                      <a:pt x="23146" y="492633"/>
                    </a:lnTo>
                    <a:lnTo>
                      <a:pt x="25432" y="487776"/>
                    </a:lnTo>
                    <a:cubicBezTo>
                      <a:pt x="27623" y="483489"/>
                      <a:pt x="29242" y="479822"/>
                      <a:pt x="30290" y="476774"/>
                    </a:cubicBezTo>
                    <a:cubicBezTo>
                      <a:pt x="30385" y="476393"/>
                      <a:pt x="30480" y="475822"/>
                      <a:pt x="30575" y="475060"/>
                    </a:cubicBezTo>
                    <a:cubicBezTo>
                      <a:pt x="30671" y="474298"/>
                      <a:pt x="30790" y="473750"/>
                      <a:pt x="30933" y="473417"/>
                    </a:cubicBezTo>
                    <a:cubicBezTo>
                      <a:pt x="31075" y="473083"/>
                      <a:pt x="31290" y="473155"/>
                      <a:pt x="31576" y="473631"/>
                    </a:cubicBezTo>
                    <a:lnTo>
                      <a:pt x="31004" y="477060"/>
                    </a:lnTo>
                    <a:lnTo>
                      <a:pt x="32290" y="474488"/>
                    </a:lnTo>
                    <a:cubicBezTo>
                      <a:pt x="32480" y="473536"/>
                      <a:pt x="32576" y="472821"/>
                      <a:pt x="32576" y="472345"/>
                    </a:cubicBezTo>
                    <a:cubicBezTo>
                      <a:pt x="32576" y="471774"/>
                      <a:pt x="32433" y="471297"/>
                      <a:pt x="32147" y="470916"/>
                    </a:cubicBezTo>
                    <a:cubicBezTo>
                      <a:pt x="31576" y="471012"/>
                      <a:pt x="30814" y="471155"/>
                      <a:pt x="29861" y="471345"/>
                    </a:cubicBezTo>
                    <a:cubicBezTo>
                      <a:pt x="28908" y="471536"/>
                      <a:pt x="28051" y="471583"/>
                      <a:pt x="27289" y="471488"/>
                    </a:cubicBezTo>
                    <a:cubicBezTo>
                      <a:pt x="26051" y="471107"/>
                      <a:pt x="24670" y="470821"/>
                      <a:pt x="23146" y="470631"/>
                    </a:cubicBezTo>
                    <a:cubicBezTo>
                      <a:pt x="21336" y="470345"/>
                      <a:pt x="19979" y="470059"/>
                      <a:pt x="19074" y="469773"/>
                    </a:cubicBezTo>
                    <a:cubicBezTo>
                      <a:pt x="18169" y="469488"/>
                      <a:pt x="17288" y="468916"/>
                      <a:pt x="16431" y="468059"/>
                    </a:cubicBezTo>
                    <a:cubicBezTo>
                      <a:pt x="15288" y="466725"/>
                      <a:pt x="14526" y="465487"/>
                      <a:pt x="14145" y="464344"/>
                    </a:cubicBezTo>
                    <a:cubicBezTo>
                      <a:pt x="13859" y="464154"/>
                      <a:pt x="13478" y="463963"/>
                      <a:pt x="13002" y="463773"/>
                    </a:cubicBezTo>
                    <a:cubicBezTo>
                      <a:pt x="12526" y="463582"/>
                      <a:pt x="12192" y="463392"/>
                      <a:pt x="12002" y="463201"/>
                    </a:cubicBezTo>
                    <a:cubicBezTo>
                      <a:pt x="12097" y="462534"/>
                      <a:pt x="11787" y="461772"/>
                      <a:pt x="11073" y="460915"/>
                    </a:cubicBezTo>
                    <a:cubicBezTo>
                      <a:pt x="10359" y="460058"/>
                      <a:pt x="10001" y="459344"/>
                      <a:pt x="10001" y="458772"/>
                    </a:cubicBezTo>
                    <a:cubicBezTo>
                      <a:pt x="11430" y="456486"/>
                      <a:pt x="12478" y="455343"/>
                      <a:pt x="13145" y="455343"/>
                    </a:cubicBezTo>
                    <a:cubicBezTo>
                      <a:pt x="13430" y="455343"/>
                      <a:pt x="13621" y="455676"/>
                      <a:pt x="13716" y="456343"/>
                    </a:cubicBezTo>
                    <a:cubicBezTo>
                      <a:pt x="14383" y="456057"/>
                      <a:pt x="14788" y="455510"/>
                      <a:pt x="14931" y="454700"/>
                    </a:cubicBezTo>
                    <a:cubicBezTo>
                      <a:pt x="15073" y="453890"/>
                      <a:pt x="15216" y="453367"/>
                      <a:pt x="15359" y="453128"/>
                    </a:cubicBezTo>
                    <a:cubicBezTo>
                      <a:pt x="15502" y="452890"/>
                      <a:pt x="15859" y="453057"/>
                      <a:pt x="16431" y="453629"/>
                    </a:cubicBezTo>
                    <a:cubicBezTo>
                      <a:pt x="17383" y="453724"/>
                      <a:pt x="18550" y="454033"/>
                      <a:pt x="19931" y="454557"/>
                    </a:cubicBezTo>
                    <a:cubicBezTo>
                      <a:pt x="21312" y="455081"/>
                      <a:pt x="22384" y="455486"/>
                      <a:pt x="23146" y="455772"/>
                    </a:cubicBezTo>
                    <a:cubicBezTo>
                      <a:pt x="23813" y="456057"/>
                      <a:pt x="24527" y="456486"/>
                      <a:pt x="25289" y="457058"/>
                    </a:cubicBezTo>
                    <a:cubicBezTo>
                      <a:pt x="26051" y="457629"/>
                      <a:pt x="26622" y="458058"/>
                      <a:pt x="27004" y="458343"/>
                    </a:cubicBezTo>
                    <a:cubicBezTo>
                      <a:pt x="27480" y="458439"/>
                      <a:pt x="28123" y="458558"/>
                      <a:pt x="28932" y="458701"/>
                    </a:cubicBezTo>
                    <a:cubicBezTo>
                      <a:pt x="29742" y="458844"/>
                      <a:pt x="30385" y="458915"/>
                      <a:pt x="30861" y="458915"/>
                    </a:cubicBezTo>
                    <a:cubicBezTo>
                      <a:pt x="31718" y="458820"/>
                      <a:pt x="32647" y="458629"/>
                      <a:pt x="33647" y="458343"/>
                    </a:cubicBezTo>
                    <a:cubicBezTo>
                      <a:pt x="34647" y="458058"/>
                      <a:pt x="35338" y="457867"/>
                      <a:pt x="35719" y="457772"/>
                    </a:cubicBezTo>
                    <a:lnTo>
                      <a:pt x="38719" y="456629"/>
                    </a:lnTo>
                    <a:cubicBezTo>
                      <a:pt x="39767" y="456248"/>
                      <a:pt x="41029" y="455796"/>
                      <a:pt x="42505" y="455272"/>
                    </a:cubicBezTo>
                    <a:cubicBezTo>
                      <a:pt x="43982" y="454748"/>
                      <a:pt x="45720" y="454200"/>
                      <a:pt x="47720" y="453629"/>
                    </a:cubicBezTo>
                    <a:cubicBezTo>
                      <a:pt x="50864" y="452105"/>
                      <a:pt x="53626" y="451438"/>
                      <a:pt x="56007" y="451628"/>
                    </a:cubicBezTo>
                    <a:cubicBezTo>
                      <a:pt x="56674" y="451343"/>
                      <a:pt x="57412" y="450914"/>
                      <a:pt x="58222" y="450342"/>
                    </a:cubicBezTo>
                    <a:cubicBezTo>
                      <a:pt x="59031" y="449771"/>
                      <a:pt x="59746" y="449366"/>
                      <a:pt x="60365" y="449128"/>
                    </a:cubicBezTo>
                    <a:cubicBezTo>
                      <a:pt x="60984" y="448890"/>
                      <a:pt x="61674" y="448866"/>
                      <a:pt x="62436" y="449057"/>
                    </a:cubicBezTo>
                    <a:close/>
                    <a:moveTo>
                      <a:pt x="32290" y="430340"/>
                    </a:moveTo>
                    <a:lnTo>
                      <a:pt x="32719" y="430626"/>
                    </a:lnTo>
                    <a:lnTo>
                      <a:pt x="34147" y="431054"/>
                    </a:lnTo>
                    <a:cubicBezTo>
                      <a:pt x="34719" y="431150"/>
                      <a:pt x="35719" y="431269"/>
                      <a:pt x="37148" y="431411"/>
                    </a:cubicBezTo>
                    <a:cubicBezTo>
                      <a:pt x="38576" y="431554"/>
                      <a:pt x="39815" y="431769"/>
                      <a:pt x="40862" y="432054"/>
                    </a:cubicBezTo>
                    <a:cubicBezTo>
                      <a:pt x="42863" y="433007"/>
                      <a:pt x="44672" y="434007"/>
                      <a:pt x="46292" y="435055"/>
                    </a:cubicBezTo>
                    <a:cubicBezTo>
                      <a:pt x="47911" y="436388"/>
                      <a:pt x="49197" y="437769"/>
                      <a:pt x="50149" y="439198"/>
                    </a:cubicBezTo>
                    <a:cubicBezTo>
                      <a:pt x="50816" y="440532"/>
                      <a:pt x="51054" y="442389"/>
                      <a:pt x="50864" y="444770"/>
                    </a:cubicBezTo>
                    <a:cubicBezTo>
                      <a:pt x="50768" y="445151"/>
                      <a:pt x="50578" y="445675"/>
                      <a:pt x="50292" y="446342"/>
                    </a:cubicBezTo>
                    <a:cubicBezTo>
                      <a:pt x="50006" y="447009"/>
                      <a:pt x="49911" y="447580"/>
                      <a:pt x="50006" y="448056"/>
                    </a:cubicBezTo>
                    <a:cubicBezTo>
                      <a:pt x="49625" y="448247"/>
                      <a:pt x="49221" y="448676"/>
                      <a:pt x="48792" y="449342"/>
                    </a:cubicBezTo>
                    <a:cubicBezTo>
                      <a:pt x="48363" y="450009"/>
                      <a:pt x="47911" y="450438"/>
                      <a:pt x="47435" y="450628"/>
                    </a:cubicBezTo>
                    <a:lnTo>
                      <a:pt x="44863" y="450771"/>
                    </a:lnTo>
                    <a:cubicBezTo>
                      <a:pt x="41243" y="450771"/>
                      <a:pt x="38148" y="450057"/>
                      <a:pt x="35576" y="448628"/>
                    </a:cubicBezTo>
                    <a:cubicBezTo>
                      <a:pt x="34242" y="447771"/>
                      <a:pt x="32861" y="446818"/>
                      <a:pt x="31433" y="445770"/>
                    </a:cubicBezTo>
                    <a:cubicBezTo>
                      <a:pt x="30766" y="445104"/>
                      <a:pt x="30242" y="444437"/>
                      <a:pt x="29861" y="443770"/>
                    </a:cubicBezTo>
                    <a:cubicBezTo>
                      <a:pt x="29861" y="443675"/>
                      <a:pt x="29766" y="443318"/>
                      <a:pt x="29575" y="442699"/>
                    </a:cubicBezTo>
                    <a:cubicBezTo>
                      <a:pt x="29385" y="442080"/>
                      <a:pt x="29004" y="441627"/>
                      <a:pt x="28432" y="441341"/>
                    </a:cubicBezTo>
                    <a:cubicBezTo>
                      <a:pt x="28051" y="440770"/>
                      <a:pt x="27599" y="440198"/>
                      <a:pt x="27075" y="439627"/>
                    </a:cubicBezTo>
                    <a:cubicBezTo>
                      <a:pt x="26551" y="439055"/>
                      <a:pt x="26146" y="438508"/>
                      <a:pt x="25860" y="437984"/>
                    </a:cubicBezTo>
                    <a:cubicBezTo>
                      <a:pt x="25575" y="437460"/>
                      <a:pt x="25527" y="436865"/>
                      <a:pt x="25718" y="436198"/>
                    </a:cubicBezTo>
                    <a:lnTo>
                      <a:pt x="29718" y="433055"/>
                    </a:lnTo>
                    <a:cubicBezTo>
                      <a:pt x="29909" y="432769"/>
                      <a:pt x="30123" y="432364"/>
                      <a:pt x="30361" y="431840"/>
                    </a:cubicBezTo>
                    <a:cubicBezTo>
                      <a:pt x="30599" y="431316"/>
                      <a:pt x="30861" y="430935"/>
                      <a:pt x="31147" y="430697"/>
                    </a:cubicBezTo>
                    <a:cubicBezTo>
                      <a:pt x="31433" y="430459"/>
                      <a:pt x="31814" y="430340"/>
                      <a:pt x="32290" y="430340"/>
                    </a:cubicBezTo>
                    <a:close/>
                    <a:moveTo>
                      <a:pt x="90869" y="427768"/>
                    </a:moveTo>
                    <a:lnTo>
                      <a:pt x="91012" y="428197"/>
                    </a:lnTo>
                    <a:cubicBezTo>
                      <a:pt x="91202" y="428768"/>
                      <a:pt x="91535" y="429125"/>
                      <a:pt x="92012" y="429268"/>
                    </a:cubicBezTo>
                    <a:cubicBezTo>
                      <a:pt x="92488" y="429411"/>
                      <a:pt x="92869" y="429578"/>
                      <a:pt x="93155" y="429768"/>
                    </a:cubicBezTo>
                    <a:cubicBezTo>
                      <a:pt x="94012" y="430530"/>
                      <a:pt x="95202" y="431769"/>
                      <a:pt x="96726" y="433483"/>
                    </a:cubicBezTo>
                    <a:cubicBezTo>
                      <a:pt x="97203" y="433674"/>
                      <a:pt x="97560" y="434007"/>
                      <a:pt x="97798" y="434483"/>
                    </a:cubicBezTo>
                    <a:cubicBezTo>
                      <a:pt x="98036" y="434960"/>
                      <a:pt x="98227" y="435531"/>
                      <a:pt x="98370" y="436198"/>
                    </a:cubicBezTo>
                    <a:cubicBezTo>
                      <a:pt x="98512" y="436865"/>
                      <a:pt x="98679" y="437484"/>
                      <a:pt x="98870" y="438055"/>
                    </a:cubicBezTo>
                    <a:lnTo>
                      <a:pt x="98727" y="441056"/>
                    </a:lnTo>
                    <a:cubicBezTo>
                      <a:pt x="98727" y="441532"/>
                      <a:pt x="98822" y="442246"/>
                      <a:pt x="99012" y="443199"/>
                    </a:cubicBezTo>
                    <a:cubicBezTo>
                      <a:pt x="99584" y="443675"/>
                      <a:pt x="100394" y="443913"/>
                      <a:pt x="101441" y="443913"/>
                    </a:cubicBezTo>
                    <a:cubicBezTo>
                      <a:pt x="102584" y="443627"/>
                      <a:pt x="104299" y="443294"/>
                      <a:pt x="106585" y="442913"/>
                    </a:cubicBezTo>
                    <a:cubicBezTo>
                      <a:pt x="107918" y="442913"/>
                      <a:pt x="108918" y="443008"/>
                      <a:pt x="109585" y="443199"/>
                    </a:cubicBezTo>
                    <a:cubicBezTo>
                      <a:pt x="110062" y="444246"/>
                      <a:pt x="110966" y="444913"/>
                      <a:pt x="112300" y="445199"/>
                    </a:cubicBezTo>
                    <a:cubicBezTo>
                      <a:pt x="116396" y="445580"/>
                      <a:pt x="119301" y="446961"/>
                      <a:pt x="121015" y="449342"/>
                    </a:cubicBezTo>
                    <a:cubicBezTo>
                      <a:pt x="121110" y="449723"/>
                      <a:pt x="121325" y="450366"/>
                      <a:pt x="121658" y="451271"/>
                    </a:cubicBezTo>
                    <a:cubicBezTo>
                      <a:pt x="121992" y="452176"/>
                      <a:pt x="122158" y="452962"/>
                      <a:pt x="122158" y="453629"/>
                    </a:cubicBezTo>
                    <a:cubicBezTo>
                      <a:pt x="122158" y="454581"/>
                      <a:pt x="121825" y="455438"/>
                      <a:pt x="121158" y="456200"/>
                    </a:cubicBezTo>
                    <a:cubicBezTo>
                      <a:pt x="120491" y="456962"/>
                      <a:pt x="119586" y="457820"/>
                      <a:pt x="118444" y="458772"/>
                    </a:cubicBezTo>
                    <a:cubicBezTo>
                      <a:pt x="117586" y="459153"/>
                      <a:pt x="115681" y="459772"/>
                      <a:pt x="112728" y="460629"/>
                    </a:cubicBezTo>
                    <a:cubicBezTo>
                      <a:pt x="111966" y="460725"/>
                      <a:pt x="111062" y="460963"/>
                      <a:pt x="110014" y="461344"/>
                    </a:cubicBezTo>
                    <a:cubicBezTo>
                      <a:pt x="108490" y="461534"/>
                      <a:pt x="107394" y="461630"/>
                      <a:pt x="106728" y="461630"/>
                    </a:cubicBezTo>
                    <a:lnTo>
                      <a:pt x="102299" y="461487"/>
                    </a:lnTo>
                    <a:lnTo>
                      <a:pt x="99012" y="460772"/>
                    </a:lnTo>
                    <a:cubicBezTo>
                      <a:pt x="95488" y="460201"/>
                      <a:pt x="92964" y="459486"/>
                      <a:pt x="91440" y="458629"/>
                    </a:cubicBezTo>
                    <a:cubicBezTo>
                      <a:pt x="90297" y="457772"/>
                      <a:pt x="89535" y="457296"/>
                      <a:pt x="89154" y="457200"/>
                    </a:cubicBezTo>
                    <a:cubicBezTo>
                      <a:pt x="88583" y="457867"/>
                      <a:pt x="87773" y="458915"/>
                      <a:pt x="86725" y="460344"/>
                    </a:cubicBezTo>
                    <a:cubicBezTo>
                      <a:pt x="85678" y="461772"/>
                      <a:pt x="84582" y="462868"/>
                      <a:pt x="83439" y="463630"/>
                    </a:cubicBezTo>
                    <a:cubicBezTo>
                      <a:pt x="83344" y="463820"/>
                      <a:pt x="83106" y="464177"/>
                      <a:pt x="82725" y="464701"/>
                    </a:cubicBezTo>
                    <a:cubicBezTo>
                      <a:pt x="82344" y="465225"/>
                      <a:pt x="82106" y="465773"/>
                      <a:pt x="82010" y="466344"/>
                    </a:cubicBezTo>
                    <a:lnTo>
                      <a:pt x="85011" y="469488"/>
                    </a:lnTo>
                    <a:cubicBezTo>
                      <a:pt x="86058" y="471012"/>
                      <a:pt x="87202" y="472440"/>
                      <a:pt x="88440" y="473774"/>
                    </a:cubicBezTo>
                    <a:cubicBezTo>
                      <a:pt x="88725" y="473964"/>
                      <a:pt x="89154" y="474417"/>
                      <a:pt x="89726" y="475131"/>
                    </a:cubicBezTo>
                    <a:cubicBezTo>
                      <a:pt x="90297" y="475846"/>
                      <a:pt x="90869" y="476203"/>
                      <a:pt x="91440" y="476203"/>
                    </a:cubicBezTo>
                    <a:lnTo>
                      <a:pt x="90869" y="474345"/>
                    </a:lnTo>
                    <a:lnTo>
                      <a:pt x="90869" y="474060"/>
                    </a:lnTo>
                    <a:cubicBezTo>
                      <a:pt x="90869" y="473679"/>
                      <a:pt x="91059" y="473464"/>
                      <a:pt x="91440" y="473417"/>
                    </a:cubicBezTo>
                    <a:cubicBezTo>
                      <a:pt x="91821" y="473369"/>
                      <a:pt x="92059" y="473321"/>
                      <a:pt x="92154" y="473274"/>
                    </a:cubicBezTo>
                    <a:cubicBezTo>
                      <a:pt x="92250" y="473226"/>
                      <a:pt x="92154" y="473012"/>
                      <a:pt x="91869" y="472631"/>
                    </a:cubicBezTo>
                    <a:cubicBezTo>
                      <a:pt x="96250" y="472155"/>
                      <a:pt x="99965" y="471488"/>
                      <a:pt x="103013" y="470631"/>
                    </a:cubicBezTo>
                    <a:cubicBezTo>
                      <a:pt x="104156" y="470250"/>
                      <a:pt x="105537" y="469631"/>
                      <a:pt x="107156" y="468773"/>
                    </a:cubicBezTo>
                    <a:cubicBezTo>
                      <a:pt x="109157" y="467630"/>
                      <a:pt x="111014" y="466916"/>
                      <a:pt x="112728" y="466630"/>
                    </a:cubicBezTo>
                    <a:cubicBezTo>
                      <a:pt x="113871" y="467106"/>
                      <a:pt x="114586" y="467487"/>
                      <a:pt x="114872" y="467773"/>
                    </a:cubicBezTo>
                    <a:cubicBezTo>
                      <a:pt x="115253" y="468249"/>
                      <a:pt x="115657" y="468845"/>
                      <a:pt x="116086" y="469559"/>
                    </a:cubicBezTo>
                    <a:cubicBezTo>
                      <a:pt x="116515" y="470273"/>
                      <a:pt x="116919" y="470797"/>
                      <a:pt x="117300" y="471131"/>
                    </a:cubicBezTo>
                    <a:cubicBezTo>
                      <a:pt x="117682" y="471464"/>
                      <a:pt x="118158" y="471631"/>
                      <a:pt x="118729" y="471631"/>
                    </a:cubicBezTo>
                    <a:cubicBezTo>
                      <a:pt x="119872" y="471059"/>
                      <a:pt x="120777" y="470774"/>
                      <a:pt x="121444" y="470774"/>
                    </a:cubicBezTo>
                    <a:cubicBezTo>
                      <a:pt x="122492" y="470774"/>
                      <a:pt x="122825" y="471345"/>
                      <a:pt x="122444" y="472488"/>
                    </a:cubicBezTo>
                    <a:cubicBezTo>
                      <a:pt x="122063" y="472774"/>
                      <a:pt x="121872" y="472964"/>
                      <a:pt x="121872" y="473060"/>
                    </a:cubicBezTo>
                    <a:cubicBezTo>
                      <a:pt x="121872" y="473155"/>
                      <a:pt x="122087" y="473345"/>
                      <a:pt x="122515" y="473631"/>
                    </a:cubicBezTo>
                    <a:cubicBezTo>
                      <a:pt x="122944" y="473917"/>
                      <a:pt x="123015" y="474345"/>
                      <a:pt x="122730" y="474917"/>
                    </a:cubicBezTo>
                    <a:cubicBezTo>
                      <a:pt x="122444" y="475393"/>
                      <a:pt x="122063" y="475893"/>
                      <a:pt x="121587" y="476417"/>
                    </a:cubicBezTo>
                    <a:cubicBezTo>
                      <a:pt x="121110" y="476941"/>
                      <a:pt x="120825" y="477632"/>
                      <a:pt x="120730" y="478489"/>
                    </a:cubicBezTo>
                    <a:cubicBezTo>
                      <a:pt x="120348" y="478870"/>
                      <a:pt x="119872" y="479179"/>
                      <a:pt x="119301" y="479418"/>
                    </a:cubicBezTo>
                    <a:cubicBezTo>
                      <a:pt x="118729" y="479656"/>
                      <a:pt x="118348" y="479822"/>
                      <a:pt x="118158" y="479918"/>
                    </a:cubicBezTo>
                    <a:cubicBezTo>
                      <a:pt x="117396" y="480013"/>
                      <a:pt x="116348" y="480441"/>
                      <a:pt x="115014" y="481203"/>
                    </a:cubicBezTo>
                    <a:cubicBezTo>
                      <a:pt x="113490" y="481870"/>
                      <a:pt x="111728" y="482442"/>
                      <a:pt x="109728" y="482918"/>
                    </a:cubicBezTo>
                    <a:cubicBezTo>
                      <a:pt x="107728" y="483394"/>
                      <a:pt x="106252" y="483728"/>
                      <a:pt x="105299" y="483918"/>
                    </a:cubicBezTo>
                    <a:cubicBezTo>
                      <a:pt x="104823" y="483918"/>
                      <a:pt x="104204" y="483990"/>
                      <a:pt x="103442" y="484132"/>
                    </a:cubicBezTo>
                    <a:cubicBezTo>
                      <a:pt x="102680" y="484275"/>
                      <a:pt x="102013" y="484251"/>
                      <a:pt x="101441" y="484061"/>
                    </a:cubicBezTo>
                    <a:cubicBezTo>
                      <a:pt x="101632" y="483585"/>
                      <a:pt x="102060" y="483323"/>
                      <a:pt x="102727" y="483275"/>
                    </a:cubicBezTo>
                    <a:cubicBezTo>
                      <a:pt x="103394" y="483228"/>
                      <a:pt x="103870" y="483156"/>
                      <a:pt x="104156" y="483061"/>
                    </a:cubicBezTo>
                    <a:lnTo>
                      <a:pt x="101013" y="483347"/>
                    </a:lnTo>
                    <a:cubicBezTo>
                      <a:pt x="101203" y="483823"/>
                      <a:pt x="101632" y="484823"/>
                      <a:pt x="102299" y="486347"/>
                    </a:cubicBezTo>
                    <a:cubicBezTo>
                      <a:pt x="102965" y="487871"/>
                      <a:pt x="103299" y="489347"/>
                      <a:pt x="103299" y="490776"/>
                    </a:cubicBezTo>
                    <a:cubicBezTo>
                      <a:pt x="103299" y="491062"/>
                      <a:pt x="103275" y="491562"/>
                      <a:pt x="103227" y="492276"/>
                    </a:cubicBezTo>
                    <a:cubicBezTo>
                      <a:pt x="103180" y="492991"/>
                      <a:pt x="103203" y="493467"/>
                      <a:pt x="103299" y="493705"/>
                    </a:cubicBezTo>
                    <a:cubicBezTo>
                      <a:pt x="103394" y="493943"/>
                      <a:pt x="103632" y="493824"/>
                      <a:pt x="104013" y="493348"/>
                    </a:cubicBezTo>
                    <a:cubicBezTo>
                      <a:pt x="104204" y="492872"/>
                      <a:pt x="104299" y="492110"/>
                      <a:pt x="104299" y="491062"/>
                    </a:cubicBezTo>
                    <a:cubicBezTo>
                      <a:pt x="104299" y="490014"/>
                      <a:pt x="104251" y="489109"/>
                      <a:pt x="104156" y="488347"/>
                    </a:cubicBezTo>
                    <a:cubicBezTo>
                      <a:pt x="104061" y="487585"/>
                      <a:pt x="103966" y="486918"/>
                      <a:pt x="103870" y="486347"/>
                    </a:cubicBezTo>
                    <a:cubicBezTo>
                      <a:pt x="104442" y="487871"/>
                      <a:pt x="104727" y="489443"/>
                      <a:pt x="104727" y="491062"/>
                    </a:cubicBezTo>
                    <a:cubicBezTo>
                      <a:pt x="104727" y="491633"/>
                      <a:pt x="104632" y="492491"/>
                      <a:pt x="104442" y="493634"/>
                    </a:cubicBezTo>
                    <a:cubicBezTo>
                      <a:pt x="105204" y="493253"/>
                      <a:pt x="106109" y="492848"/>
                      <a:pt x="107156" y="492419"/>
                    </a:cubicBezTo>
                    <a:cubicBezTo>
                      <a:pt x="108204" y="491991"/>
                      <a:pt x="108966" y="491681"/>
                      <a:pt x="109442" y="491490"/>
                    </a:cubicBezTo>
                    <a:cubicBezTo>
                      <a:pt x="112871" y="490062"/>
                      <a:pt x="115586" y="488728"/>
                      <a:pt x="117586" y="487490"/>
                    </a:cubicBezTo>
                    <a:cubicBezTo>
                      <a:pt x="118062" y="487490"/>
                      <a:pt x="118467" y="487609"/>
                      <a:pt x="118801" y="487847"/>
                    </a:cubicBezTo>
                    <a:cubicBezTo>
                      <a:pt x="119134" y="488085"/>
                      <a:pt x="119539" y="488514"/>
                      <a:pt x="120015" y="489133"/>
                    </a:cubicBezTo>
                    <a:cubicBezTo>
                      <a:pt x="120491" y="489752"/>
                      <a:pt x="120920" y="490205"/>
                      <a:pt x="121301" y="490490"/>
                    </a:cubicBezTo>
                    <a:cubicBezTo>
                      <a:pt x="121872" y="490490"/>
                      <a:pt x="122277" y="490871"/>
                      <a:pt x="122515" y="491633"/>
                    </a:cubicBezTo>
                    <a:cubicBezTo>
                      <a:pt x="122754" y="492395"/>
                      <a:pt x="123111" y="492824"/>
                      <a:pt x="123587" y="492919"/>
                    </a:cubicBezTo>
                    <a:cubicBezTo>
                      <a:pt x="123396" y="493395"/>
                      <a:pt x="123111" y="493967"/>
                      <a:pt x="122730" y="494634"/>
                    </a:cubicBezTo>
                    <a:cubicBezTo>
                      <a:pt x="122349" y="495300"/>
                      <a:pt x="122158" y="495777"/>
                      <a:pt x="122158" y="496062"/>
                    </a:cubicBezTo>
                    <a:cubicBezTo>
                      <a:pt x="122158" y="496348"/>
                      <a:pt x="122444" y="496348"/>
                      <a:pt x="123015" y="496062"/>
                    </a:cubicBezTo>
                    <a:lnTo>
                      <a:pt x="123015" y="496348"/>
                    </a:lnTo>
                    <a:cubicBezTo>
                      <a:pt x="123015" y="496824"/>
                      <a:pt x="122801" y="497420"/>
                      <a:pt x="122373" y="498134"/>
                    </a:cubicBezTo>
                    <a:cubicBezTo>
                      <a:pt x="121944" y="498848"/>
                      <a:pt x="121682" y="499396"/>
                      <a:pt x="121587" y="499777"/>
                    </a:cubicBezTo>
                    <a:cubicBezTo>
                      <a:pt x="121110" y="500063"/>
                      <a:pt x="120444" y="500587"/>
                      <a:pt x="119586" y="501349"/>
                    </a:cubicBezTo>
                    <a:cubicBezTo>
                      <a:pt x="118729" y="502111"/>
                      <a:pt x="118015" y="502635"/>
                      <a:pt x="117443" y="502920"/>
                    </a:cubicBezTo>
                    <a:lnTo>
                      <a:pt x="117015" y="503063"/>
                    </a:lnTo>
                    <a:cubicBezTo>
                      <a:pt x="116919" y="503063"/>
                      <a:pt x="116872" y="503016"/>
                      <a:pt x="116872" y="502920"/>
                    </a:cubicBezTo>
                    <a:cubicBezTo>
                      <a:pt x="116967" y="502730"/>
                      <a:pt x="117277" y="502397"/>
                      <a:pt x="117801" y="501920"/>
                    </a:cubicBezTo>
                    <a:cubicBezTo>
                      <a:pt x="118324" y="501444"/>
                      <a:pt x="118205" y="501206"/>
                      <a:pt x="117443" y="501206"/>
                    </a:cubicBezTo>
                    <a:cubicBezTo>
                      <a:pt x="117158" y="501301"/>
                      <a:pt x="116538" y="501682"/>
                      <a:pt x="115586" y="502349"/>
                    </a:cubicBezTo>
                    <a:cubicBezTo>
                      <a:pt x="112919" y="502730"/>
                      <a:pt x="110228" y="503492"/>
                      <a:pt x="107514" y="504635"/>
                    </a:cubicBezTo>
                    <a:cubicBezTo>
                      <a:pt x="104799" y="505778"/>
                      <a:pt x="103156" y="506445"/>
                      <a:pt x="102584" y="506635"/>
                    </a:cubicBezTo>
                    <a:cubicBezTo>
                      <a:pt x="100965" y="507016"/>
                      <a:pt x="99917" y="507492"/>
                      <a:pt x="99441" y="508064"/>
                    </a:cubicBezTo>
                    <a:cubicBezTo>
                      <a:pt x="99060" y="508731"/>
                      <a:pt x="98703" y="509445"/>
                      <a:pt x="98370" y="510207"/>
                    </a:cubicBezTo>
                    <a:cubicBezTo>
                      <a:pt x="98036" y="510969"/>
                      <a:pt x="97917" y="511683"/>
                      <a:pt x="98012" y="512350"/>
                    </a:cubicBezTo>
                    <a:cubicBezTo>
                      <a:pt x="98870" y="512541"/>
                      <a:pt x="99703" y="512922"/>
                      <a:pt x="100513" y="513493"/>
                    </a:cubicBezTo>
                    <a:cubicBezTo>
                      <a:pt x="101322" y="514065"/>
                      <a:pt x="101870" y="514446"/>
                      <a:pt x="102156" y="514636"/>
                    </a:cubicBezTo>
                    <a:cubicBezTo>
                      <a:pt x="106347" y="516065"/>
                      <a:pt x="109204" y="517160"/>
                      <a:pt x="110728" y="517922"/>
                    </a:cubicBezTo>
                    <a:cubicBezTo>
                      <a:pt x="112538" y="518875"/>
                      <a:pt x="114157" y="519780"/>
                      <a:pt x="115586" y="520637"/>
                    </a:cubicBezTo>
                    <a:lnTo>
                      <a:pt x="118444" y="522351"/>
                    </a:lnTo>
                    <a:cubicBezTo>
                      <a:pt x="118634" y="522447"/>
                      <a:pt x="119015" y="522566"/>
                      <a:pt x="119586" y="522709"/>
                    </a:cubicBezTo>
                    <a:cubicBezTo>
                      <a:pt x="120158" y="522851"/>
                      <a:pt x="120634" y="523113"/>
                      <a:pt x="121015" y="523494"/>
                    </a:cubicBezTo>
                    <a:cubicBezTo>
                      <a:pt x="121396" y="523399"/>
                      <a:pt x="121944" y="523399"/>
                      <a:pt x="122658" y="523494"/>
                    </a:cubicBezTo>
                    <a:cubicBezTo>
                      <a:pt x="123373" y="523590"/>
                      <a:pt x="123920" y="523542"/>
                      <a:pt x="124301" y="523352"/>
                    </a:cubicBezTo>
                    <a:cubicBezTo>
                      <a:pt x="124778" y="523256"/>
                      <a:pt x="125373" y="523161"/>
                      <a:pt x="126087" y="523066"/>
                    </a:cubicBezTo>
                    <a:cubicBezTo>
                      <a:pt x="126802" y="522971"/>
                      <a:pt x="127635" y="522923"/>
                      <a:pt x="128588" y="522923"/>
                    </a:cubicBezTo>
                    <a:cubicBezTo>
                      <a:pt x="129254" y="523209"/>
                      <a:pt x="129731" y="523590"/>
                      <a:pt x="130016" y="524066"/>
                    </a:cubicBezTo>
                    <a:cubicBezTo>
                      <a:pt x="130302" y="524542"/>
                      <a:pt x="130564" y="524923"/>
                      <a:pt x="130802" y="525209"/>
                    </a:cubicBezTo>
                    <a:cubicBezTo>
                      <a:pt x="131040" y="525495"/>
                      <a:pt x="131493" y="525638"/>
                      <a:pt x="132159" y="525638"/>
                    </a:cubicBezTo>
                    <a:cubicBezTo>
                      <a:pt x="132636" y="525733"/>
                      <a:pt x="133088" y="526066"/>
                      <a:pt x="133517" y="526638"/>
                    </a:cubicBezTo>
                    <a:cubicBezTo>
                      <a:pt x="133945" y="527209"/>
                      <a:pt x="134184" y="527638"/>
                      <a:pt x="134231" y="527924"/>
                    </a:cubicBezTo>
                    <a:cubicBezTo>
                      <a:pt x="134279" y="528209"/>
                      <a:pt x="134017" y="528162"/>
                      <a:pt x="133445" y="527781"/>
                    </a:cubicBezTo>
                    <a:cubicBezTo>
                      <a:pt x="133160" y="528543"/>
                      <a:pt x="133017" y="529305"/>
                      <a:pt x="133017" y="530067"/>
                    </a:cubicBezTo>
                    <a:cubicBezTo>
                      <a:pt x="133017" y="530352"/>
                      <a:pt x="133112" y="530876"/>
                      <a:pt x="133302" y="531638"/>
                    </a:cubicBezTo>
                    <a:cubicBezTo>
                      <a:pt x="133302" y="532305"/>
                      <a:pt x="133207" y="533210"/>
                      <a:pt x="133017" y="534353"/>
                    </a:cubicBezTo>
                    <a:cubicBezTo>
                      <a:pt x="132159" y="536258"/>
                      <a:pt x="131016" y="537925"/>
                      <a:pt x="129588" y="539354"/>
                    </a:cubicBezTo>
                    <a:cubicBezTo>
                      <a:pt x="128159" y="540782"/>
                      <a:pt x="126540" y="541735"/>
                      <a:pt x="124730" y="542211"/>
                    </a:cubicBezTo>
                    <a:cubicBezTo>
                      <a:pt x="124349" y="542306"/>
                      <a:pt x="123516" y="542497"/>
                      <a:pt x="122230" y="542783"/>
                    </a:cubicBezTo>
                    <a:cubicBezTo>
                      <a:pt x="120944" y="543068"/>
                      <a:pt x="119777" y="543211"/>
                      <a:pt x="118729" y="543211"/>
                    </a:cubicBezTo>
                    <a:cubicBezTo>
                      <a:pt x="117491" y="543211"/>
                      <a:pt x="116443" y="543021"/>
                      <a:pt x="115586" y="542640"/>
                    </a:cubicBezTo>
                    <a:cubicBezTo>
                      <a:pt x="115110" y="542354"/>
                      <a:pt x="114324" y="541997"/>
                      <a:pt x="113229" y="541568"/>
                    </a:cubicBezTo>
                    <a:cubicBezTo>
                      <a:pt x="112133" y="541139"/>
                      <a:pt x="111276" y="540735"/>
                      <a:pt x="110657" y="540354"/>
                    </a:cubicBezTo>
                    <a:cubicBezTo>
                      <a:pt x="110038" y="539973"/>
                      <a:pt x="109538" y="539401"/>
                      <a:pt x="109157" y="538639"/>
                    </a:cubicBezTo>
                    <a:cubicBezTo>
                      <a:pt x="105823" y="535020"/>
                      <a:pt x="102632" y="531924"/>
                      <a:pt x="99584" y="529352"/>
                    </a:cubicBezTo>
                    <a:cubicBezTo>
                      <a:pt x="99012" y="528971"/>
                      <a:pt x="98465" y="528471"/>
                      <a:pt x="97941" y="527852"/>
                    </a:cubicBezTo>
                    <a:cubicBezTo>
                      <a:pt x="97417" y="527233"/>
                      <a:pt x="97393" y="526876"/>
                      <a:pt x="97870" y="526781"/>
                    </a:cubicBezTo>
                    <a:cubicBezTo>
                      <a:pt x="98346" y="527352"/>
                      <a:pt x="98870" y="527638"/>
                      <a:pt x="99441" y="527638"/>
                    </a:cubicBezTo>
                    <a:cubicBezTo>
                      <a:pt x="99917" y="527638"/>
                      <a:pt x="100156" y="527447"/>
                      <a:pt x="100156" y="527066"/>
                    </a:cubicBezTo>
                    <a:cubicBezTo>
                      <a:pt x="100156" y="526781"/>
                      <a:pt x="99870" y="526495"/>
                      <a:pt x="99298" y="526209"/>
                    </a:cubicBezTo>
                    <a:cubicBezTo>
                      <a:pt x="97679" y="525161"/>
                      <a:pt x="96584" y="524542"/>
                      <a:pt x="96012" y="524352"/>
                    </a:cubicBezTo>
                    <a:cubicBezTo>
                      <a:pt x="94869" y="522256"/>
                      <a:pt x="94298" y="520351"/>
                      <a:pt x="94298" y="518637"/>
                    </a:cubicBezTo>
                    <a:lnTo>
                      <a:pt x="91297" y="525638"/>
                    </a:lnTo>
                    <a:cubicBezTo>
                      <a:pt x="89773" y="528495"/>
                      <a:pt x="88821" y="530733"/>
                      <a:pt x="88440" y="532353"/>
                    </a:cubicBezTo>
                    <a:cubicBezTo>
                      <a:pt x="88249" y="532829"/>
                      <a:pt x="87844" y="533639"/>
                      <a:pt x="87225" y="534782"/>
                    </a:cubicBezTo>
                    <a:cubicBezTo>
                      <a:pt x="86606" y="535925"/>
                      <a:pt x="86297" y="537068"/>
                      <a:pt x="86297" y="538211"/>
                    </a:cubicBezTo>
                    <a:cubicBezTo>
                      <a:pt x="86106" y="538782"/>
                      <a:pt x="85511" y="539068"/>
                      <a:pt x="84511" y="539068"/>
                    </a:cubicBezTo>
                    <a:cubicBezTo>
                      <a:pt x="83511" y="539068"/>
                      <a:pt x="82868" y="539163"/>
                      <a:pt x="82582" y="539354"/>
                    </a:cubicBezTo>
                    <a:lnTo>
                      <a:pt x="81439" y="538211"/>
                    </a:lnTo>
                    <a:cubicBezTo>
                      <a:pt x="80867" y="538211"/>
                      <a:pt x="80201" y="538377"/>
                      <a:pt x="79439" y="538711"/>
                    </a:cubicBezTo>
                    <a:cubicBezTo>
                      <a:pt x="78677" y="539044"/>
                      <a:pt x="78177" y="539258"/>
                      <a:pt x="77938" y="539354"/>
                    </a:cubicBezTo>
                    <a:cubicBezTo>
                      <a:pt x="77700" y="539449"/>
                      <a:pt x="77867" y="539211"/>
                      <a:pt x="78438" y="538639"/>
                    </a:cubicBezTo>
                    <a:cubicBezTo>
                      <a:pt x="79200" y="538544"/>
                      <a:pt x="79582" y="538306"/>
                      <a:pt x="79582" y="537925"/>
                    </a:cubicBezTo>
                    <a:cubicBezTo>
                      <a:pt x="79582" y="537734"/>
                      <a:pt x="79367" y="537520"/>
                      <a:pt x="78939" y="537282"/>
                    </a:cubicBezTo>
                    <a:cubicBezTo>
                      <a:pt x="78510" y="537044"/>
                      <a:pt x="78010" y="536972"/>
                      <a:pt x="77438" y="537068"/>
                    </a:cubicBezTo>
                    <a:cubicBezTo>
                      <a:pt x="77153" y="536972"/>
                      <a:pt x="76748" y="536877"/>
                      <a:pt x="76224" y="536782"/>
                    </a:cubicBezTo>
                    <a:cubicBezTo>
                      <a:pt x="75700" y="536687"/>
                      <a:pt x="75295" y="536448"/>
                      <a:pt x="75010" y="536067"/>
                    </a:cubicBezTo>
                    <a:cubicBezTo>
                      <a:pt x="75295" y="535972"/>
                      <a:pt x="75772" y="535901"/>
                      <a:pt x="76438" y="535853"/>
                    </a:cubicBezTo>
                    <a:cubicBezTo>
                      <a:pt x="77105" y="535805"/>
                      <a:pt x="77391" y="535544"/>
                      <a:pt x="77296" y="535067"/>
                    </a:cubicBezTo>
                    <a:cubicBezTo>
                      <a:pt x="76629" y="534686"/>
                      <a:pt x="75819" y="534401"/>
                      <a:pt x="74867" y="534210"/>
                    </a:cubicBezTo>
                    <a:cubicBezTo>
                      <a:pt x="74295" y="533829"/>
                      <a:pt x="73533" y="533281"/>
                      <a:pt x="72581" y="532567"/>
                    </a:cubicBezTo>
                    <a:cubicBezTo>
                      <a:pt x="71628" y="531853"/>
                      <a:pt x="70723" y="531448"/>
                      <a:pt x="69866" y="531353"/>
                    </a:cubicBezTo>
                    <a:lnTo>
                      <a:pt x="69723" y="531210"/>
                    </a:lnTo>
                    <a:cubicBezTo>
                      <a:pt x="70199" y="530733"/>
                      <a:pt x="70438" y="530257"/>
                      <a:pt x="70438" y="529781"/>
                    </a:cubicBezTo>
                    <a:cubicBezTo>
                      <a:pt x="70438" y="529305"/>
                      <a:pt x="70152" y="528971"/>
                      <a:pt x="69580" y="528781"/>
                    </a:cubicBezTo>
                    <a:cubicBezTo>
                      <a:pt x="69485" y="528400"/>
                      <a:pt x="69104" y="527828"/>
                      <a:pt x="68437" y="527066"/>
                    </a:cubicBezTo>
                    <a:cubicBezTo>
                      <a:pt x="67770" y="526304"/>
                      <a:pt x="67342" y="525757"/>
                      <a:pt x="67151" y="525423"/>
                    </a:cubicBezTo>
                    <a:cubicBezTo>
                      <a:pt x="66961" y="525090"/>
                      <a:pt x="67247" y="524971"/>
                      <a:pt x="68009" y="525066"/>
                    </a:cubicBezTo>
                    <a:lnTo>
                      <a:pt x="69294" y="525209"/>
                    </a:lnTo>
                    <a:cubicBezTo>
                      <a:pt x="70818" y="525209"/>
                      <a:pt x="71390" y="524637"/>
                      <a:pt x="71009" y="523494"/>
                    </a:cubicBezTo>
                    <a:cubicBezTo>
                      <a:pt x="71676" y="523304"/>
                      <a:pt x="72438" y="523042"/>
                      <a:pt x="73295" y="522709"/>
                    </a:cubicBezTo>
                    <a:cubicBezTo>
                      <a:pt x="74152" y="522375"/>
                      <a:pt x="74819" y="522209"/>
                      <a:pt x="75295" y="522209"/>
                    </a:cubicBezTo>
                    <a:cubicBezTo>
                      <a:pt x="75772" y="522209"/>
                      <a:pt x="76152" y="522351"/>
                      <a:pt x="76438" y="522637"/>
                    </a:cubicBezTo>
                    <a:cubicBezTo>
                      <a:pt x="75867" y="522732"/>
                      <a:pt x="75581" y="522875"/>
                      <a:pt x="75581" y="523066"/>
                    </a:cubicBezTo>
                    <a:lnTo>
                      <a:pt x="75724" y="523066"/>
                    </a:lnTo>
                    <a:cubicBezTo>
                      <a:pt x="76295" y="523066"/>
                      <a:pt x="76867" y="522828"/>
                      <a:pt x="77438" y="522351"/>
                    </a:cubicBezTo>
                    <a:lnTo>
                      <a:pt x="82010" y="514922"/>
                    </a:lnTo>
                    <a:cubicBezTo>
                      <a:pt x="82010" y="514446"/>
                      <a:pt x="82106" y="513874"/>
                      <a:pt x="82296" y="513207"/>
                    </a:cubicBezTo>
                    <a:cubicBezTo>
                      <a:pt x="82487" y="512541"/>
                      <a:pt x="82534" y="512064"/>
                      <a:pt x="82439" y="511779"/>
                    </a:cubicBezTo>
                    <a:cubicBezTo>
                      <a:pt x="82344" y="511493"/>
                      <a:pt x="82058" y="511493"/>
                      <a:pt x="81582" y="511779"/>
                    </a:cubicBezTo>
                    <a:cubicBezTo>
                      <a:pt x="80344" y="511874"/>
                      <a:pt x="78962" y="511588"/>
                      <a:pt x="77438" y="510921"/>
                    </a:cubicBezTo>
                    <a:cubicBezTo>
                      <a:pt x="76105" y="510540"/>
                      <a:pt x="75057" y="510302"/>
                      <a:pt x="74295" y="510207"/>
                    </a:cubicBezTo>
                    <a:cubicBezTo>
                      <a:pt x="74105" y="510112"/>
                      <a:pt x="73747" y="509993"/>
                      <a:pt x="73224" y="509850"/>
                    </a:cubicBezTo>
                    <a:cubicBezTo>
                      <a:pt x="72700" y="509707"/>
                      <a:pt x="72342" y="509445"/>
                      <a:pt x="72152" y="509064"/>
                    </a:cubicBezTo>
                    <a:cubicBezTo>
                      <a:pt x="71962" y="508969"/>
                      <a:pt x="71604" y="508754"/>
                      <a:pt x="71080" y="508421"/>
                    </a:cubicBezTo>
                    <a:cubicBezTo>
                      <a:pt x="70557" y="508088"/>
                      <a:pt x="70152" y="507683"/>
                      <a:pt x="69866" y="507207"/>
                    </a:cubicBezTo>
                    <a:cubicBezTo>
                      <a:pt x="69676" y="506635"/>
                      <a:pt x="69461" y="505921"/>
                      <a:pt x="69223" y="505064"/>
                    </a:cubicBezTo>
                    <a:cubicBezTo>
                      <a:pt x="68985" y="504206"/>
                      <a:pt x="68675" y="503492"/>
                      <a:pt x="68294" y="502920"/>
                    </a:cubicBezTo>
                    <a:lnTo>
                      <a:pt x="68294" y="502349"/>
                    </a:lnTo>
                    <a:cubicBezTo>
                      <a:pt x="68294" y="501777"/>
                      <a:pt x="68437" y="501396"/>
                      <a:pt x="68723" y="501206"/>
                    </a:cubicBezTo>
                    <a:cubicBezTo>
                      <a:pt x="69294" y="501396"/>
                      <a:pt x="69628" y="501492"/>
                      <a:pt x="69723" y="501492"/>
                    </a:cubicBezTo>
                    <a:cubicBezTo>
                      <a:pt x="70104" y="501492"/>
                      <a:pt x="70414" y="501301"/>
                      <a:pt x="70652" y="500920"/>
                    </a:cubicBezTo>
                    <a:cubicBezTo>
                      <a:pt x="70890" y="500539"/>
                      <a:pt x="71057" y="500253"/>
                      <a:pt x="71152" y="500063"/>
                    </a:cubicBezTo>
                    <a:cubicBezTo>
                      <a:pt x="71533" y="500253"/>
                      <a:pt x="71866" y="500325"/>
                      <a:pt x="72152" y="500277"/>
                    </a:cubicBezTo>
                    <a:cubicBezTo>
                      <a:pt x="72438" y="500230"/>
                      <a:pt x="72557" y="500111"/>
                      <a:pt x="72509" y="499920"/>
                    </a:cubicBezTo>
                    <a:cubicBezTo>
                      <a:pt x="72462" y="499730"/>
                      <a:pt x="72200" y="499634"/>
                      <a:pt x="71723" y="499634"/>
                    </a:cubicBezTo>
                    <a:lnTo>
                      <a:pt x="72438" y="498348"/>
                    </a:lnTo>
                    <a:cubicBezTo>
                      <a:pt x="73200" y="497205"/>
                      <a:pt x="73962" y="496920"/>
                      <a:pt x="74724" y="497491"/>
                    </a:cubicBezTo>
                    <a:cubicBezTo>
                      <a:pt x="76152" y="497777"/>
                      <a:pt x="78296" y="497920"/>
                      <a:pt x="81153" y="497920"/>
                    </a:cubicBezTo>
                    <a:lnTo>
                      <a:pt x="86297" y="497920"/>
                    </a:lnTo>
                    <a:cubicBezTo>
                      <a:pt x="87821" y="497729"/>
                      <a:pt x="88916" y="497444"/>
                      <a:pt x="89583" y="497063"/>
                    </a:cubicBezTo>
                    <a:cubicBezTo>
                      <a:pt x="90535" y="495729"/>
                      <a:pt x="91107" y="494777"/>
                      <a:pt x="91297" y="494205"/>
                    </a:cubicBezTo>
                    <a:cubicBezTo>
                      <a:pt x="91488" y="493443"/>
                      <a:pt x="91583" y="492919"/>
                      <a:pt x="91583" y="492633"/>
                    </a:cubicBezTo>
                    <a:cubicBezTo>
                      <a:pt x="91583" y="492252"/>
                      <a:pt x="91440" y="491871"/>
                      <a:pt x="91154" y="491490"/>
                    </a:cubicBezTo>
                    <a:cubicBezTo>
                      <a:pt x="91250" y="491205"/>
                      <a:pt x="91297" y="490728"/>
                      <a:pt x="91297" y="490062"/>
                    </a:cubicBezTo>
                    <a:cubicBezTo>
                      <a:pt x="91297" y="489395"/>
                      <a:pt x="91250" y="488776"/>
                      <a:pt x="91154" y="488204"/>
                    </a:cubicBezTo>
                    <a:cubicBezTo>
                      <a:pt x="91059" y="487633"/>
                      <a:pt x="91012" y="487061"/>
                      <a:pt x="91012" y="486490"/>
                    </a:cubicBezTo>
                    <a:cubicBezTo>
                      <a:pt x="91012" y="485347"/>
                      <a:pt x="91392" y="484394"/>
                      <a:pt x="92154" y="483632"/>
                    </a:cubicBezTo>
                    <a:cubicBezTo>
                      <a:pt x="92726" y="484585"/>
                      <a:pt x="93250" y="485204"/>
                      <a:pt x="93726" y="485490"/>
                    </a:cubicBezTo>
                    <a:cubicBezTo>
                      <a:pt x="92964" y="483585"/>
                      <a:pt x="91916" y="482061"/>
                      <a:pt x="90583" y="480918"/>
                    </a:cubicBezTo>
                    <a:lnTo>
                      <a:pt x="89868" y="480775"/>
                    </a:lnTo>
                    <a:cubicBezTo>
                      <a:pt x="89297" y="480775"/>
                      <a:pt x="88868" y="481013"/>
                      <a:pt x="88583" y="481489"/>
                    </a:cubicBezTo>
                    <a:cubicBezTo>
                      <a:pt x="88964" y="481775"/>
                      <a:pt x="89083" y="482108"/>
                      <a:pt x="88940" y="482489"/>
                    </a:cubicBezTo>
                    <a:cubicBezTo>
                      <a:pt x="88797" y="482870"/>
                      <a:pt x="88392" y="483489"/>
                      <a:pt x="87725" y="484347"/>
                    </a:cubicBezTo>
                    <a:cubicBezTo>
                      <a:pt x="87059" y="485204"/>
                      <a:pt x="86725" y="485918"/>
                      <a:pt x="86725" y="486490"/>
                    </a:cubicBezTo>
                    <a:lnTo>
                      <a:pt x="88011" y="485775"/>
                    </a:lnTo>
                    <a:lnTo>
                      <a:pt x="88011" y="485918"/>
                    </a:lnTo>
                    <a:cubicBezTo>
                      <a:pt x="87821" y="486299"/>
                      <a:pt x="87297" y="487157"/>
                      <a:pt x="86440" y="488490"/>
                    </a:cubicBezTo>
                    <a:cubicBezTo>
                      <a:pt x="85582" y="489824"/>
                      <a:pt x="84677" y="490967"/>
                      <a:pt x="83725" y="491919"/>
                    </a:cubicBezTo>
                    <a:cubicBezTo>
                      <a:pt x="82772" y="492872"/>
                      <a:pt x="81772" y="493634"/>
                      <a:pt x="80724" y="494205"/>
                    </a:cubicBezTo>
                    <a:cubicBezTo>
                      <a:pt x="79962" y="494491"/>
                      <a:pt x="79010" y="494681"/>
                      <a:pt x="77867" y="494777"/>
                    </a:cubicBezTo>
                    <a:cubicBezTo>
                      <a:pt x="76724" y="494872"/>
                      <a:pt x="75867" y="494967"/>
                      <a:pt x="75295" y="495062"/>
                    </a:cubicBezTo>
                    <a:cubicBezTo>
                      <a:pt x="75105" y="495158"/>
                      <a:pt x="74867" y="495205"/>
                      <a:pt x="74581" y="495205"/>
                    </a:cubicBezTo>
                    <a:cubicBezTo>
                      <a:pt x="74390" y="495205"/>
                      <a:pt x="74152" y="495134"/>
                      <a:pt x="73866" y="494991"/>
                    </a:cubicBezTo>
                    <a:cubicBezTo>
                      <a:pt x="73581" y="494848"/>
                      <a:pt x="73247" y="494824"/>
                      <a:pt x="72866" y="494919"/>
                    </a:cubicBezTo>
                    <a:lnTo>
                      <a:pt x="72866" y="494777"/>
                    </a:lnTo>
                    <a:cubicBezTo>
                      <a:pt x="72962" y="494396"/>
                      <a:pt x="73200" y="494038"/>
                      <a:pt x="73581" y="493705"/>
                    </a:cubicBezTo>
                    <a:cubicBezTo>
                      <a:pt x="73962" y="493372"/>
                      <a:pt x="74248" y="493110"/>
                      <a:pt x="74438" y="492919"/>
                    </a:cubicBezTo>
                    <a:cubicBezTo>
                      <a:pt x="74057" y="493014"/>
                      <a:pt x="73533" y="493253"/>
                      <a:pt x="72866" y="493634"/>
                    </a:cubicBezTo>
                    <a:cubicBezTo>
                      <a:pt x="72200" y="494015"/>
                      <a:pt x="71580" y="494157"/>
                      <a:pt x="71009" y="494062"/>
                    </a:cubicBezTo>
                    <a:lnTo>
                      <a:pt x="70438" y="494348"/>
                    </a:lnTo>
                    <a:cubicBezTo>
                      <a:pt x="70342" y="494348"/>
                      <a:pt x="70366" y="494134"/>
                      <a:pt x="70509" y="493705"/>
                    </a:cubicBezTo>
                    <a:cubicBezTo>
                      <a:pt x="70652" y="493276"/>
                      <a:pt x="70676" y="492872"/>
                      <a:pt x="70580" y="492491"/>
                    </a:cubicBezTo>
                    <a:cubicBezTo>
                      <a:pt x="70199" y="492300"/>
                      <a:pt x="69628" y="492110"/>
                      <a:pt x="68866" y="491919"/>
                    </a:cubicBezTo>
                    <a:cubicBezTo>
                      <a:pt x="68104" y="491729"/>
                      <a:pt x="67437" y="491514"/>
                      <a:pt x="66866" y="491276"/>
                    </a:cubicBezTo>
                    <a:cubicBezTo>
                      <a:pt x="66294" y="491038"/>
                      <a:pt x="65866" y="490681"/>
                      <a:pt x="65580" y="490205"/>
                    </a:cubicBezTo>
                    <a:cubicBezTo>
                      <a:pt x="65484" y="489728"/>
                      <a:pt x="65270" y="489062"/>
                      <a:pt x="64937" y="488204"/>
                    </a:cubicBezTo>
                    <a:cubicBezTo>
                      <a:pt x="64603" y="487347"/>
                      <a:pt x="64580" y="486585"/>
                      <a:pt x="64865" y="485918"/>
                    </a:cubicBezTo>
                    <a:cubicBezTo>
                      <a:pt x="65246" y="485728"/>
                      <a:pt x="65794" y="485466"/>
                      <a:pt x="66508" y="485132"/>
                    </a:cubicBezTo>
                    <a:cubicBezTo>
                      <a:pt x="67223" y="484799"/>
                      <a:pt x="67770" y="484251"/>
                      <a:pt x="68152" y="483489"/>
                    </a:cubicBezTo>
                    <a:cubicBezTo>
                      <a:pt x="68532" y="483013"/>
                      <a:pt x="69366" y="482299"/>
                      <a:pt x="70652" y="481346"/>
                    </a:cubicBezTo>
                    <a:cubicBezTo>
                      <a:pt x="71938" y="480394"/>
                      <a:pt x="72819" y="479489"/>
                      <a:pt x="73295" y="478632"/>
                    </a:cubicBezTo>
                    <a:cubicBezTo>
                      <a:pt x="74152" y="477203"/>
                      <a:pt x="74867" y="475107"/>
                      <a:pt x="75438" y="472345"/>
                    </a:cubicBezTo>
                    <a:lnTo>
                      <a:pt x="75724" y="472345"/>
                    </a:lnTo>
                    <a:cubicBezTo>
                      <a:pt x="75914" y="472345"/>
                      <a:pt x="76248" y="472464"/>
                      <a:pt x="76724" y="472702"/>
                    </a:cubicBezTo>
                    <a:cubicBezTo>
                      <a:pt x="77200" y="472941"/>
                      <a:pt x="77534" y="472869"/>
                      <a:pt x="77724" y="472488"/>
                    </a:cubicBezTo>
                    <a:lnTo>
                      <a:pt x="77724" y="472202"/>
                    </a:lnTo>
                    <a:cubicBezTo>
                      <a:pt x="77724" y="471631"/>
                      <a:pt x="77986" y="470988"/>
                      <a:pt x="78510" y="470273"/>
                    </a:cubicBezTo>
                    <a:cubicBezTo>
                      <a:pt x="79034" y="469559"/>
                      <a:pt x="79391" y="469011"/>
                      <a:pt x="79582" y="468630"/>
                    </a:cubicBezTo>
                    <a:cubicBezTo>
                      <a:pt x="79867" y="468916"/>
                      <a:pt x="80010" y="469250"/>
                      <a:pt x="80010" y="469631"/>
                    </a:cubicBezTo>
                    <a:lnTo>
                      <a:pt x="79867" y="470916"/>
                    </a:lnTo>
                    <a:lnTo>
                      <a:pt x="80010" y="471059"/>
                    </a:lnTo>
                    <a:cubicBezTo>
                      <a:pt x="80296" y="470869"/>
                      <a:pt x="80582" y="470297"/>
                      <a:pt x="80867" y="469345"/>
                    </a:cubicBezTo>
                    <a:cubicBezTo>
                      <a:pt x="80867" y="468773"/>
                      <a:pt x="80963" y="468345"/>
                      <a:pt x="81153" y="468059"/>
                    </a:cubicBezTo>
                    <a:cubicBezTo>
                      <a:pt x="81344" y="467773"/>
                      <a:pt x="81486" y="467440"/>
                      <a:pt x="81582" y="467059"/>
                    </a:cubicBezTo>
                    <a:cubicBezTo>
                      <a:pt x="81296" y="466773"/>
                      <a:pt x="80820" y="466630"/>
                      <a:pt x="80153" y="466630"/>
                    </a:cubicBezTo>
                    <a:lnTo>
                      <a:pt x="78153" y="466773"/>
                    </a:lnTo>
                    <a:cubicBezTo>
                      <a:pt x="76534" y="466773"/>
                      <a:pt x="75200" y="466487"/>
                      <a:pt x="74152" y="465916"/>
                    </a:cubicBezTo>
                    <a:cubicBezTo>
                      <a:pt x="73771" y="465630"/>
                      <a:pt x="73224" y="465273"/>
                      <a:pt x="72509" y="464844"/>
                    </a:cubicBezTo>
                    <a:cubicBezTo>
                      <a:pt x="71795" y="464416"/>
                      <a:pt x="71295" y="463963"/>
                      <a:pt x="71009" y="463487"/>
                    </a:cubicBezTo>
                    <a:cubicBezTo>
                      <a:pt x="70914" y="463487"/>
                      <a:pt x="70628" y="463392"/>
                      <a:pt x="70152" y="463201"/>
                    </a:cubicBezTo>
                    <a:cubicBezTo>
                      <a:pt x="69676" y="463011"/>
                      <a:pt x="69485" y="462677"/>
                      <a:pt x="69580" y="462201"/>
                    </a:cubicBezTo>
                    <a:cubicBezTo>
                      <a:pt x="69961" y="461725"/>
                      <a:pt x="70461" y="461320"/>
                      <a:pt x="71080" y="460987"/>
                    </a:cubicBezTo>
                    <a:cubicBezTo>
                      <a:pt x="71700" y="460653"/>
                      <a:pt x="72104" y="460439"/>
                      <a:pt x="72295" y="460344"/>
                    </a:cubicBezTo>
                    <a:cubicBezTo>
                      <a:pt x="72200" y="460153"/>
                      <a:pt x="72152" y="459867"/>
                      <a:pt x="72152" y="459486"/>
                    </a:cubicBezTo>
                    <a:cubicBezTo>
                      <a:pt x="72152" y="458724"/>
                      <a:pt x="72533" y="458296"/>
                      <a:pt x="73295" y="458201"/>
                    </a:cubicBezTo>
                    <a:cubicBezTo>
                      <a:pt x="73676" y="458010"/>
                      <a:pt x="74009" y="457772"/>
                      <a:pt x="74295" y="457486"/>
                    </a:cubicBezTo>
                    <a:cubicBezTo>
                      <a:pt x="74581" y="457200"/>
                      <a:pt x="74724" y="456962"/>
                      <a:pt x="74724" y="456772"/>
                    </a:cubicBezTo>
                    <a:cubicBezTo>
                      <a:pt x="74724" y="456581"/>
                      <a:pt x="74605" y="456486"/>
                      <a:pt x="74367" y="456486"/>
                    </a:cubicBezTo>
                    <a:cubicBezTo>
                      <a:pt x="74128" y="456486"/>
                      <a:pt x="73819" y="456629"/>
                      <a:pt x="73438" y="456915"/>
                    </a:cubicBezTo>
                    <a:lnTo>
                      <a:pt x="72152" y="457058"/>
                    </a:lnTo>
                    <a:lnTo>
                      <a:pt x="70866" y="456915"/>
                    </a:lnTo>
                    <a:cubicBezTo>
                      <a:pt x="71057" y="456343"/>
                      <a:pt x="71152" y="455843"/>
                      <a:pt x="71152" y="455415"/>
                    </a:cubicBezTo>
                    <a:cubicBezTo>
                      <a:pt x="71152" y="454986"/>
                      <a:pt x="71200" y="454533"/>
                      <a:pt x="71295" y="454057"/>
                    </a:cubicBezTo>
                    <a:cubicBezTo>
                      <a:pt x="71485" y="454152"/>
                      <a:pt x="71819" y="454272"/>
                      <a:pt x="72295" y="454414"/>
                    </a:cubicBezTo>
                    <a:cubicBezTo>
                      <a:pt x="72771" y="454557"/>
                      <a:pt x="73152" y="454533"/>
                      <a:pt x="73438" y="454343"/>
                    </a:cubicBezTo>
                    <a:cubicBezTo>
                      <a:pt x="73438" y="454152"/>
                      <a:pt x="73414" y="453748"/>
                      <a:pt x="73366" y="453128"/>
                    </a:cubicBezTo>
                    <a:cubicBezTo>
                      <a:pt x="73319" y="452509"/>
                      <a:pt x="73009" y="452152"/>
                      <a:pt x="72438" y="452057"/>
                    </a:cubicBezTo>
                    <a:cubicBezTo>
                      <a:pt x="72247" y="452057"/>
                      <a:pt x="71842" y="452033"/>
                      <a:pt x="71223" y="451985"/>
                    </a:cubicBezTo>
                    <a:cubicBezTo>
                      <a:pt x="70604" y="451938"/>
                      <a:pt x="70152" y="451819"/>
                      <a:pt x="69866" y="451628"/>
                    </a:cubicBezTo>
                    <a:cubicBezTo>
                      <a:pt x="69580" y="451438"/>
                      <a:pt x="69533" y="451152"/>
                      <a:pt x="69723" y="450771"/>
                    </a:cubicBezTo>
                    <a:lnTo>
                      <a:pt x="72581" y="451200"/>
                    </a:lnTo>
                    <a:cubicBezTo>
                      <a:pt x="73247" y="451485"/>
                      <a:pt x="73843" y="451676"/>
                      <a:pt x="74367" y="451771"/>
                    </a:cubicBezTo>
                    <a:cubicBezTo>
                      <a:pt x="74890" y="451866"/>
                      <a:pt x="75295" y="451962"/>
                      <a:pt x="75581" y="452057"/>
                    </a:cubicBezTo>
                    <a:cubicBezTo>
                      <a:pt x="77962" y="451581"/>
                      <a:pt x="79724" y="450319"/>
                      <a:pt x="80867" y="448271"/>
                    </a:cubicBezTo>
                    <a:cubicBezTo>
                      <a:pt x="82010" y="446223"/>
                      <a:pt x="83249" y="443294"/>
                      <a:pt x="84582" y="439484"/>
                    </a:cubicBezTo>
                    <a:cubicBezTo>
                      <a:pt x="84677" y="438722"/>
                      <a:pt x="84987" y="437889"/>
                      <a:pt x="85511" y="436984"/>
                    </a:cubicBezTo>
                    <a:cubicBezTo>
                      <a:pt x="86035" y="436079"/>
                      <a:pt x="86440" y="435341"/>
                      <a:pt x="86725" y="434769"/>
                    </a:cubicBezTo>
                    <a:cubicBezTo>
                      <a:pt x="86725" y="434483"/>
                      <a:pt x="86701" y="434126"/>
                      <a:pt x="86654" y="433697"/>
                    </a:cubicBezTo>
                    <a:cubicBezTo>
                      <a:pt x="86606" y="433269"/>
                      <a:pt x="86630" y="432912"/>
                      <a:pt x="86725" y="432626"/>
                    </a:cubicBezTo>
                    <a:cubicBezTo>
                      <a:pt x="86820" y="432531"/>
                      <a:pt x="87059" y="432293"/>
                      <a:pt x="87440" y="431912"/>
                    </a:cubicBezTo>
                    <a:cubicBezTo>
                      <a:pt x="87821" y="431531"/>
                      <a:pt x="87964" y="431102"/>
                      <a:pt x="87868" y="430626"/>
                    </a:cubicBezTo>
                    <a:cubicBezTo>
                      <a:pt x="88344" y="429483"/>
                      <a:pt x="88797" y="428602"/>
                      <a:pt x="89226" y="427982"/>
                    </a:cubicBezTo>
                    <a:cubicBezTo>
                      <a:pt x="89654" y="427363"/>
                      <a:pt x="90202" y="427292"/>
                      <a:pt x="90869" y="427768"/>
                    </a:cubicBezTo>
                    <a:close/>
                    <a:moveTo>
                      <a:pt x="52721" y="393907"/>
                    </a:moveTo>
                    <a:cubicBezTo>
                      <a:pt x="52435" y="394097"/>
                      <a:pt x="52292" y="394240"/>
                      <a:pt x="52292" y="394335"/>
                    </a:cubicBezTo>
                    <a:cubicBezTo>
                      <a:pt x="52292" y="394621"/>
                      <a:pt x="52435" y="394955"/>
                      <a:pt x="52721" y="395336"/>
                    </a:cubicBezTo>
                    <a:cubicBezTo>
                      <a:pt x="53007" y="395717"/>
                      <a:pt x="53197" y="395955"/>
                      <a:pt x="53292" y="396050"/>
                    </a:cubicBezTo>
                    <a:cubicBezTo>
                      <a:pt x="53388" y="395955"/>
                      <a:pt x="53435" y="395812"/>
                      <a:pt x="53435" y="395621"/>
                    </a:cubicBezTo>
                    <a:cubicBezTo>
                      <a:pt x="53435" y="395336"/>
                      <a:pt x="53364" y="395050"/>
                      <a:pt x="53221" y="394764"/>
                    </a:cubicBezTo>
                    <a:cubicBezTo>
                      <a:pt x="53078" y="394478"/>
                      <a:pt x="53007" y="394288"/>
                      <a:pt x="53007" y="394193"/>
                    </a:cubicBezTo>
                    <a:close/>
                    <a:moveTo>
                      <a:pt x="51578" y="389478"/>
                    </a:moveTo>
                    <a:lnTo>
                      <a:pt x="51149" y="389763"/>
                    </a:lnTo>
                    <a:cubicBezTo>
                      <a:pt x="51245" y="390049"/>
                      <a:pt x="51388" y="390144"/>
                      <a:pt x="51578" y="390049"/>
                    </a:cubicBezTo>
                    <a:cubicBezTo>
                      <a:pt x="51673" y="389954"/>
                      <a:pt x="51697" y="389859"/>
                      <a:pt x="51649" y="389763"/>
                    </a:cubicBezTo>
                    <a:cubicBezTo>
                      <a:pt x="51602" y="389668"/>
                      <a:pt x="51578" y="389573"/>
                      <a:pt x="51578" y="389478"/>
                    </a:cubicBezTo>
                    <a:close/>
                    <a:moveTo>
                      <a:pt x="47149" y="387906"/>
                    </a:moveTo>
                    <a:cubicBezTo>
                      <a:pt x="47149" y="388097"/>
                      <a:pt x="47196" y="388430"/>
                      <a:pt x="47292" y="388906"/>
                    </a:cubicBezTo>
                    <a:cubicBezTo>
                      <a:pt x="47387" y="389382"/>
                      <a:pt x="47530" y="389763"/>
                      <a:pt x="47720" y="390049"/>
                    </a:cubicBezTo>
                    <a:cubicBezTo>
                      <a:pt x="47911" y="389954"/>
                      <a:pt x="47958" y="389787"/>
                      <a:pt x="47863" y="389549"/>
                    </a:cubicBezTo>
                    <a:cubicBezTo>
                      <a:pt x="47768" y="389311"/>
                      <a:pt x="47720" y="389097"/>
                      <a:pt x="47720" y="388906"/>
                    </a:cubicBezTo>
                    <a:lnTo>
                      <a:pt x="47578" y="388335"/>
                    </a:lnTo>
                    <a:close/>
                    <a:moveTo>
                      <a:pt x="75295" y="383906"/>
                    </a:moveTo>
                    <a:cubicBezTo>
                      <a:pt x="74438" y="383906"/>
                      <a:pt x="73724" y="383953"/>
                      <a:pt x="73152" y="384048"/>
                    </a:cubicBezTo>
                    <a:cubicBezTo>
                      <a:pt x="72581" y="384144"/>
                      <a:pt x="72057" y="384239"/>
                      <a:pt x="71580" y="384334"/>
                    </a:cubicBezTo>
                    <a:cubicBezTo>
                      <a:pt x="71104" y="384429"/>
                      <a:pt x="70509" y="384525"/>
                      <a:pt x="69795" y="384620"/>
                    </a:cubicBezTo>
                    <a:cubicBezTo>
                      <a:pt x="69080" y="384715"/>
                      <a:pt x="68247" y="384763"/>
                      <a:pt x="67294" y="384763"/>
                    </a:cubicBezTo>
                    <a:cubicBezTo>
                      <a:pt x="66342" y="384763"/>
                      <a:pt x="65342" y="384620"/>
                      <a:pt x="64294" y="384334"/>
                    </a:cubicBezTo>
                    <a:lnTo>
                      <a:pt x="63008" y="384048"/>
                    </a:lnTo>
                    <a:cubicBezTo>
                      <a:pt x="62913" y="384048"/>
                      <a:pt x="62794" y="384048"/>
                      <a:pt x="62651" y="384048"/>
                    </a:cubicBezTo>
                    <a:cubicBezTo>
                      <a:pt x="62508" y="384048"/>
                      <a:pt x="62436" y="384096"/>
                      <a:pt x="62436" y="384191"/>
                    </a:cubicBezTo>
                    <a:cubicBezTo>
                      <a:pt x="62532" y="384572"/>
                      <a:pt x="62627" y="385168"/>
                      <a:pt x="62722" y="385977"/>
                    </a:cubicBezTo>
                    <a:cubicBezTo>
                      <a:pt x="62818" y="386787"/>
                      <a:pt x="63103" y="387382"/>
                      <a:pt x="63580" y="387763"/>
                    </a:cubicBezTo>
                    <a:cubicBezTo>
                      <a:pt x="63960" y="387858"/>
                      <a:pt x="64508" y="388073"/>
                      <a:pt x="65223" y="388406"/>
                    </a:cubicBezTo>
                    <a:cubicBezTo>
                      <a:pt x="65937" y="388739"/>
                      <a:pt x="66532" y="388716"/>
                      <a:pt x="67008" y="388335"/>
                    </a:cubicBezTo>
                    <a:cubicBezTo>
                      <a:pt x="67961" y="388144"/>
                      <a:pt x="69033" y="388001"/>
                      <a:pt x="70223" y="387906"/>
                    </a:cubicBezTo>
                    <a:cubicBezTo>
                      <a:pt x="71414" y="387811"/>
                      <a:pt x="72247" y="387763"/>
                      <a:pt x="72724" y="387763"/>
                    </a:cubicBezTo>
                    <a:cubicBezTo>
                      <a:pt x="73009" y="387668"/>
                      <a:pt x="73462" y="387573"/>
                      <a:pt x="74081" y="387477"/>
                    </a:cubicBezTo>
                    <a:cubicBezTo>
                      <a:pt x="74700" y="387382"/>
                      <a:pt x="75200" y="387144"/>
                      <a:pt x="75581" y="386763"/>
                    </a:cubicBezTo>
                    <a:cubicBezTo>
                      <a:pt x="75581" y="386192"/>
                      <a:pt x="75486" y="385239"/>
                      <a:pt x="75295" y="383906"/>
                    </a:cubicBezTo>
                    <a:close/>
                    <a:moveTo>
                      <a:pt x="47863" y="371190"/>
                    </a:moveTo>
                    <a:cubicBezTo>
                      <a:pt x="47578" y="372237"/>
                      <a:pt x="47458" y="373476"/>
                      <a:pt x="47506" y="374904"/>
                    </a:cubicBezTo>
                    <a:cubicBezTo>
                      <a:pt x="47554" y="376333"/>
                      <a:pt x="47578" y="377333"/>
                      <a:pt x="47578" y="377905"/>
                    </a:cubicBezTo>
                    <a:cubicBezTo>
                      <a:pt x="47673" y="378191"/>
                      <a:pt x="47720" y="378572"/>
                      <a:pt x="47720" y="379048"/>
                    </a:cubicBezTo>
                    <a:cubicBezTo>
                      <a:pt x="47720" y="379524"/>
                      <a:pt x="47768" y="379572"/>
                      <a:pt x="47863" y="379191"/>
                    </a:cubicBezTo>
                    <a:close/>
                    <a:moveTo>
                      <a:pt x="77153" y="368618"/>
                    </a:moveTo>
                    <a:cubicBezTo>
                      <a:pt x="76962" y="368237"/>
                      <a:pt x="76724" y="368427"/>
                      <a:pt x="76438" y="369189"/>
                    </a:cubicBezTo>
                    <a:cubicBezTo>
                      <a:pt x="76438" y="369951"/>
                      <a:pt x="76653" y="370713"/>
                      <a:pt x="77081" y="371475"/>
                    </a:cubicBezTo>
                    <a:cubicBezTo>
                      <a:pt x="77510" y="372237"/>
                      <a:pt x="77819" y="372190"/>
                      <a:pt x="78010" y="371333"/>
                    </a:cubicBezTo>
                    <a:lnTo>
                      <a:pt x="78010" y="370190"/>
                    </a:lnTo>
                    <a:cubicBezTo>
                      <a:pt x="78010" y="369523"/>
                      <a:pt x="77867" y="369094"/>
                      <a:pt x="77581" y="368904"/>
                    </a:cubicBezTo>
                    <a:close/>
                    <a:moveTo>
                      <a:pt x="70295" y="368332"/>
                    </a:moveTo>
                    <a:lnTo>
                      <a:pt x="69437" y="368475"/>
                    </a:lnTo>
                    <a:cubicBezTo>
                      <a:pt x="68199" y="368761"/>
                      <a:pt x="66747" y="368951"/>
                      <a:pt x="65080" y="369047"/>
                    </a:cubicBezTo>
                    <a:cubicBezTo>
                      <a:pt x="63413" y="369142"/>
                      <a:pt x="62151" y="369237"/>
                      <a:pt x="61294" y="369332"/>
                    </a:cubicBezTo>
                    <a:lnTo>
                      <a:pt x="61151" y="371761"/>
                    </a:lnTo>
                    <a:cubicBezTo>
                      <a:pt x="61151" y="373190"/>
                      <a:pt x="61674" y="373952"/>
                      <a:pt x="62722" y="374047"/>
                    </a:cubicBezTo>
                    <a:lnTo>
                      <a:pt x="65437" y="373904"/>
                    </a:lnTo>
                    <a:cubicBezTo>
                      <a:pt x="65818" y="373904"/>
                      <a:pt x="66485" y="374000"/>
                      <a:pt x="67437" y="374190"/>
                    </a:cubicBezTo>
                    <a:cubicBezTo>
                      <a:pt x="68104" y="373904"/>
                      <a:pt x="69199" y="373666"/>
                      <a:pt x="70723" y="373476"/>
                    </a:cubicBezTo>
                    <a:cubicBezTo>
                      <a:pt x="71009" y="373380"/>
                      <a:pt x="71485" y="373238"/>
                      <a:pt x="72152" y="373047"/>
                    </a:cubicBezTo>
                    <a:cubicBezTo>
                      <a:pt x="72819" y="372857"/>
                      <a:pt x="73247" y="372523"/>
                      <a:pt x="73438" y="372047"/>
                    </a:cubicBezTo>
                    <a:cubicBezTo>
                      <a:pt x="73533" y="371761"/>
                      <a:pt x="73676" y="371261"/>
                      <a:pt x="73866" y="370547"/>
                    </a:cubicBezTo>
                    <a:cubicBezTo>
                      <a:pt x="74057" y="369832"/>
                      <a:pt x="74152" y="369142"/>
                      <a:pt x="74152" y="368475"/>
                    </a:cubicBezTo>
                    <a:cubicBezTo>
                      <a:pt x="72438" y="368285"/>
                      <a:pt x="71152" y="368237"/>
                      <a:pt x="70295" y="368332"/>
                    </a:cubicBezTo>
                    <a:close/>
                    <a:moveTo>
                      <a:pt x="48720" y="366903"/>
                    </a:moveTo>
                    <a:lnTo>
                      <a:pt x="48006" y="367046"/>
                    </a:lnTo>
                    <a:cubicBezTo>
                      <a:pt x="47911" y="367332"/>
                      <a:pt x="47792" y="367689"/>
                      <a:pt x="47649" y="368118"/>
                    </a:cubicBezTo>
                    <a:cubicBezTo>
                      <a:pt x="47506" y="368547"/>
                      <a:pt x="47411" y="368904"/>
                      <a:pt x="47363" y="369189"/>
                    </a:cubicBezTo>
                    <a:cubicBezTo>
                      <a:pt x="47316" y="369475"/>
                      <a:pt x="47482" y="369713"/>
                      <a:pt x="47863" y="369904"/>
                    </a:cubicBezTo>
                    <a:cubicBezTo>
                      <a:pt x="48054" y="369618"/>
                      <a:pt x="48411" y="369189"/>
                      <a:pt x="48935" y="368618"/>
                    </a:cubicBezTo>
                    <a:cubicBezTo>
                      <a:pt x="49459" y="368046"/>
                      <a:pt x="49578" y="367523"/>
                      <a:pt x="49292" y="367046"/>
                    </a:cubicBezTo>
                    <a:close/>
                    <a:moveTo>
                      <a:pt x="52007" y="363046"/>
                    </a:moveTo>
                    <a:cubicBezTo>
                      <a:pt x="51626" y="363236"/>
                      <a:pt x="51530" y="363427"/>
                      <a:pt x="51721" y="363617"/>
                    </a:cubicBezTo>
                    <a:cubicBezTo>
                      <a:pt x="51911" y="363808"/>
                      <a:pt x="52102" y="363713"/>
                      <a:pt x="52292" y="363332"/>
                    </a:cubicBezTo>
                    <a:close/>
                    <a:moveTo>
                      <a:pt x="46292" y="361617"/>
                    </a:moveTo>
                    <a:cubicBezTo>
                      <a:pt x="46101" y="361712"/>
                      <a:pt x="46054" y="361831"/>
                      <a:pt x="46149" y="361974"/>
                    </a:cubicBezTo>
                    <a:cubicBezTo>
                      <a:pt x="46244" y="362117"/>
                      <a:pt x="46339" y="362046"/>
                      <a:pt x="46434" y="361760"/>
                    </a:cubicBezTo>
                    <a:close/>
                    <a:moveTo>
                      <a:pt x="68152" y="279035"/>
                    </a:moveTo>
                    <a:lnTo>
                      <a:pt x="68723" y="279178"/>
                    </a:lnTo>
                    <a:cubicBezTo>
                      <a:pt x="70342" y="280131"/>
                      <a:pt x="71342" y="280750"/>
                      <a:pt x="71723" y="281036"/>
                    </a:cubicBezTo>
                    <a:cubicBezTo>
                      <a:pt x="72009" y="281512"/>
                      <a:pt x="72485" y="282155"/>
                      <a:pt x="73152" y="282964"/>
                    </a:cubicBezTo>
                    <a:cubicBezTo>
                      <a:pt x="73819" y="283774"/>
                      <a:pt x="74295" y="284560"/>
                      <a:pt x="74581" y="285322"/>
                    </a:cubicBezTo>
                    <a:cubicBezTo>
                      <a:pt x="74771" y="287989"/>
                      <a:pt x="74867" y="290084"/>
                      <a:pt x="74867" y="291608"/>
                    </a:cubicBezTo>
                    <a:cubicBezTo>
                      <a:pt x="74867" y="292656"/>
                      <a:pt x="74819" y="293418"/>
                      <a:pt x="74724" y="293894"/>
                    </a:cubicBezTo>
                    <a:cubicBezTo>
                      <a:pt x="77581" y="292751"/>
                      <a:pt x="79343" y="291989"/>
                      <a:pt x="80010" y="291608"/>
                    </a:cubicBezTo>
                    <a:cubicBezTo>
                      <a:pt x="80296" y="291227"/>
                      <a:pt x="80677" y="291061"/>
                      <a:pt x="81153" y="291108"/>
                    </a:cubicBezTo>
                    <a:cubicBezTo>
                      <a:pt x="81629" y="291156"/>
                      <a:pt x="81963" y="291180"/>
                      <a:pt x="82153" y="291180"/>
                    </a:cubicBezTo>
                    <a:cubicBezTo>
                      <a:pt x="82534" y="291084"/>
                      <a:pt x="83177" y="290846"/>
                      <a:pt x="84082" y="290465"/>
                    </a:cubicBezTo>
                    <a:cubicBezTo>
                      <a:pt x="84987" y="290084"/>
                      <a:pt x="85773" y="290084"/>
                      <a:pt x="86440" y="290465"/>
                    </a:cubicBezTo>
                    <a:lnTo>
                      <a:pt x="89154" y="290322"/>
                    </a:lnTo>
                    <a:cubicBezTo>
                      <a:pt x="89916" y="290322"/>
                      <a:pt x="90630" y="290465"/>
                      <a:pt x="91297" y="290751"/>
                    </a:cubicBezTo>
                    <a:cubicBezTo>
                      <a:pt x="91774" y="291037"/>
                      <a:pt x="92583" y="291846"/>
                      <a:pt x="93726" y="293180"/>
                    </a:cubicBezTo>
                    <a:cubicBezTo>
                      <a:pt x="94488" y="294323"/>
                      <a:pt x="95155" y="295085"/>
                      <a:pt x="95726" y="295466"/>
                    </a:cubicBezTo>
                    <a:lnTo>
                      <a:pt x="95869" y="295895"/>
                    </a:lnTo>
                    <a:cubicBezTo>
                      <a:pt x="95869" y="296180"/>
                      <a:pt x="95655" y="296514"/>
                      <a:pt x="95226" y="296895"/>
                    </a:cubicBezTo>
                    <a:cubicBezTo>
                      <a:pt x="94798" y="297276"/>
                      <a:pt x="94488" y="297561"/>
                      <a:pt x="94298" y="297752"/>
                    </a:cubicBezTo>
                    <a:cubicBezTo>
                      <a:pt x="94202" y="297942"/>
                      <a:pt x="93988" y="298323"/>
                      <a:pt x="93655" y="298895"/>
                    </a:cubicBezTo>
                    <a:cubicBezTo>
                      <a:pt x="93321" y="299466"/>
                      <a:pt x="92916" y="299895"/>
                      <a:pt x="92440" y="300181"/>
                    </a:cubicBezTo>
                    <a:cubicBezTo>
                      <a:pt x="89202" y="301895"/>
                      <a:pt x="86678" y="303038"/>
                      <a:pt x="84868" y="303610"/>
                    </a:cubicBezTo>
                    <a:cubicBezTo>
                      <a:pt x="83725" y="303896"/>
                      <a:pt x="82248" y="304229"/>
                      <a:pt x="80439" y="304610"/>
                    </a:cubicBezTo>
                    <a:cubicBezTo>
                      <a:pt x="76819" y="305372"/>
                      <a:pt x="74248" y="306134"/>
                      <a:pt x="72724" y="306896"/>
                    </a:cubicBezTo>
                    <a:lnTo>
                      <a:pt x="71580" y="310039"/>
                    </a:lnTo>
                    <a:cubicBezTo>
                      <a:pt x="71676" y="310134"/>
                      <a:pt x="71819" y="310182"/>
                      <a:pt x="72009" y="310182"/>
                    </a:cubicBezTo>
                    <a:cubicBezTo>
                      <a:pt x="72104" y="310182"/>
                      <a:pt x="72581" y="310039"/>
                      <a:pt x="73438" y="309753"/>
                    </a:cubicBezTo>
                    <a:cubicBezTo>
                      <a:pt x="75819" y="308610"/>
                      <a:pt x="78581" y="307658"/>
                      <a:pt x="81725" y="306896"/>
                    </a:cubicBezTo>
                    <a:lnTo>
                      <a:pt x="84582" y="306039"/>
                    </a:lnTo>
                    <a:cubicBezTo>
                      <a:pt x="87821" y="307467"/>
                      <a:pt x="90059" y="308658"/>
                      <a:pt x="91297" y="309611"/>
                    </a:cubicBezTo>
                    <a:cubicBezTo>
                      <a:pt x="91488" y="309896"/>
                      <a:pt x="91774" y="310325"/>
                      <a:pt x="92154" y="310896"/>
                    </a:cubicBezTo>
                    <a:cubicBezTo>
                      <a:pt x="92536" y="311468"/>
                      <a:pt x="92774" y="312039"/>
                      <a:pt x="92869" y="312611"/>
                    </a:cubicBezTo>
                    <a:cubicBezTo>
                      <a:pt x="92774" y="313087"/>
                      <a:pt x="92416" y="313373"/>
                      <a:pt x="91797" y="313468"/>
                    </a:cubicBezTo>
                    <a:cubicBezTo>
                      <a:pt x="91178" y="313563"/>
                      <a:pt x="90726" y="313659"/>
                      <a:pt x="90440" y="313754"/>
                    </a:cubicBezTo>
                    <a:cubicBezTo>
                      <a:pt x="90059" y="314135"/>
                      <a:pt x="89488" y="314754"/>
                      <a:pt x="88725" y="315611"/>
                    </a:cubicBezTo>
                    <a:cubicBezTo>
                      <a:pt x="87964" y="316469"/>
                      <a:pt x="87202" y="317088"/>
                      <a:pt x="86440" y="317469"/>
                    </a:cubicBezTo>
                    <a:cubicBezTo>
                      <a:pt x="85106" y="317564"/>
                      <a:pt x="83749" y="317897"/>
                      <a:pt x="82368" y="318469"/>
                    </a:cubicBezTo>
                    <a:cubicBezTo>
                      <a:pt x="80986" y="319040"/>
                      <a:pt x="80153" y="319374"/>
                      <a:pt x="79867" y="319469"/>
                    </a:cubicBezTo>
                    <a:lnTo>
                      <a:pt x="76724" y="320755"/>
                    </a:lnTo>
                    <a:cubicBezTo>
                      <a:pt x="75581" y="321041"/>
                      <a:pt x="74557" y="321350"/>
                      <a:pt x="73652" y="321683"/>
                    </a:cubicBezTo>
                    <a:cubicBezTo>
                      <a:pt x="72747" y="322017"/>
                      <a:pt x="71962" y="322279"/>
                      <a:pt x="71295" y="322469"/>
                    </a:cubicBezTo>
                    <a:cubicBezTo>
                      <a:pt x="70152" y="322660"/>
                      <a:pt x="69033" y="322898"/>
                      <a:pt x="67937" y="323184"/>
                    </a:cubicBezTo>
                    <a:cubicBezTo>
                      <a:pt x="66842" y="323469"/>
                      <a:pt x="66961" y="323517"/>
                      <a:pt x="68294" y="323327"/>
                    </a:cubicBezTo>
                    <a:cubicBezTo>
                      <a:pt x="68961" y="323231"/>
                      <a:pt x="70509" y="322898"/>
                      <a:pt x="72938" y="322326"/>
                    </a:cubicBezTo>
                    <a:cubicBezTo>
                      <a:pt x="75367" y="321755"/>
                      <a:pt x="77724" y="321374"/>
                      <a:pt x="80010" y="321183"/>
                    </a:cubicBezTo>
                    <a:cubicBezTo>
                      <a:pt x="80486" y="321088"/>
                      <a:pt x="81439" y="320850"/>
                      <a:pt x="82868" y="320469"/>
                    </a:cubicBezTo>
                    <a:cubicBezTo>
                      <a:pt x="84296" y="320088"/>
                      <a:pt x="85582" y="319850"/>
                      <a:pt x="86725" y="319755"/>
                    </a:cubicBezTo>
                    <a:lnTo>
                      <a:pt x="90297" y="319183"/>
                    </a:lnTo>
                    <a:cubicBezTo>
                      <a:pt x="92488" y="318707"/>
                      <a:pt x="94631" y="318421"/>
                      <a:pt x="96726" y="318326"/>
                    </a:cubicBezTo>
                    <a:cubicBezTo>
                      <a:pt x="99584" y="317754"/>
                      <a:pt x="101822" y="317469"/>
                      <a:pt x="103442" y="317469"/>
                    </a:cubicBezTo>
                    <a:cubicBezTo>
                      <a:pt x="104775" y="317469"/>
                      <a:pt x="106013" y="317659"/>
                      <a:pt x="107156" y="318040"/>
                    </a:cubicBezTo>
                    <a:cubicBezTo>
                      <a:pt x="107728" y="318231"/>
                      <a:pt x="108514" y="318516"/>
                      <a:pt x="109514" y="318897"/>
                    </a:cubicBezTo>
                    <a:cubicBezTo>
                      <a:pt x="110514" y="319278"/>
                      <a:pt x="111371" y="319683"/>
                      <a:pt x="112086" y="320112"/>
                    </a:cubicBezTo>
                    <a:cubicBezTo>
                      <a:pt x="112800" y="320541"/>
                      <a:pt x="113348" y="321136"/>
                      <a:pt x="113729" y="321898"/>
                    </a:cubicBezTo>
                    <a:cubicBezTo>
                      <a:pt x="113919" y="322184"/>
                      <a:pt x="114229" y="322707"/>
                      <a:pt x="114657" y="323469"/>
                    </a:cubicBezTo>
                    <a:cubicBezTo>
                      <a:pt x="115086" y="324231"/>
                      <a:pt x="115300" y="324946"/>
                      <a:pt x="115300" y="325613"/>
                    </a:cubicBezTo>
                    <a:cubicBezTo>
                      <a:pt x="115300" y="326660"/>
                      <a:pt x="114991" y="327613"/>
                      <a:pt x="114372" y="328470"/>
                    </a:cubicBezTo>
                    <a:cubicBezTo>
                      <a:pt x="113752" y="329327"/>
                      <a:pt x="112919" y="330232"/>
                      <a:pt x="111871" y="331185"/>
                    </a:cubicBezTo>
                    <a:lnTo>
                      <a:pt x="108871" y="332756"/>
                    </a:lnTo>
                    <a:cubicBezTo>
                      <a:pt x="108014" y="333042"/>
                      <a:pt x="107204" y="333185"/>
                      <a:pt x="106442" y="333185"/>
                    </a:cubicBezTo>
                    <a:cubicBezTo>
                      <a:pt x="105394" y="333185"/>
                      <a:pt x="103632" y="332852"/>
                      <a:pt x="101156" y="332185"/>
                    </a:cubicBezTo>
                    <a:cubicBezTo>
                      <a:pt x="100679" y="332090"/>
                      <a:pt x="100013" y="332042"/>
                      <a:pt x="99155" y="332042"/>
                    </a:cubicBezTo>
                    <a:cubicBezTo>
                      <a:pt x="98108" y="332042"/>
                      <a:pt x="96631" y="332137"/>
                      <a:pt x="94726" y="332328"/>
                    </a:cubicBezTo>
                    <a:lnTo>
                      <a:pt x="91869" y="332756"/>
                    </a:lnTo>
                    <a:cubicBezTo>
                      <a:pt x="89202" y="332947"/>
                      <a:pt x="87154" y="333423"/>
                      <a:pt x="85725" y="334185"/>
                    </a:cubicBezTo>
                    <a:cubicBezTo>
                      <a:pt x="85725" y="334852"/>
                      <a:pt x="85963" y="335376"/>
                      <a:pt x="86440" y="335757"/>
                    </a:cubicBezTo>
                    <a:cubicBezTo>
                      <a:pt x="86916" y="336138"/>
                      <a:pt x="87511" y="336495"/>
                      <a:pt x="88225" y="336828"/>
                    </a:cubicBezTo>
                    <a:cubicBezTo>
                      <a:pt x="88940" y="337162"/>
                      <a:pt x="89488" y="337471"/>
                      <a:pt x="89868" y="337757"/>
                    </a:cubicBezTo>
                    <a:cubicBezTo>
                      <a:pt x="91774" y="339567"/>
                      <a:pt x="93798" y="341091"/>
                      <a:pt x="95941" y="342329"/>
                    </a:cubicBezTo>
                    <a:cubicBezTo>
                      <a:pt x="98084" y="343567"/>
                      <a:pt x="101108" y="345091"/>
                      <a:pt x="105013" y="346901"/>
                    </a:cubicBezTo>
                    <a:lnTo>
                      <a:pt x="110300" y="349473"/>
                    </a:lnTo>
                    <a:cubicBezTo>
                      <a:pt x="112014" y="350425"/>
                      <a:pt x="113300" y="351187"/>
                      <a:pt x="114157" y="351759"/>
                    </a:cubicBezTo>
                    <a:cubicBezTo>
                      <a:pt x="117491" y="354045"/>
                      <a:pt x="120253" y="355426"/>
                      <a:pt x="122444" y="355902"/>
                    </a:cubicBezTo>
                    <a:cubicBezTo>
                      <a:pt x="123301" y="355902"/>
                      <a:pt x="124063" y="356307"/>
                      <a:pt x="124730" y="357117"/>
                    </a:cubicBezTo>
                    <a:cubicBezTo>
                      <a:pt x="125397" y="357926"/>
                      <a:pt x="126159" y="358331"/>
                      <a:pt x="127016" y="358331"/>
                    </a:cubicBezTo>
                    <a:cubicBezTo>
                      <a:pt x="129302" y="358140"/>
                      <a:pt x="131112" y="357902"/>
                      <a:pt x="132445" y="357617"/>
                    </a:cubicBezTo>
                    <a:cubicBezTo>
                      <a:pt x="132826" y="357807"/>
                      <a:pt x="133207" y="358236"/>
                      <a:pt x="133588" y="358902"/>
                    </a:cubicBezTo>
                    <a:cubicBezTo>
                      <a:pt x="133969" y="359569"/>
                      <a:pt x="134398" y="359998"/>
                      <a:pt x="134874" y="360188"/>
                    </a:cubicBezTo>
                    <a:cubicBezTo>
                      <a:pt x="135255" y="360855"/>
                      <a:pt x="135446" y="361617"/>
                      <a:pt x="135446" y="362474"/>
                    </a:cubicBezTo>
                    <a:cubicBezTo>
                      <a:pt x="135446" y="363427"/>
                      <a:pt x="135255" y="364665"/>
                      <a:pt x="134874" y="366189"/>
                    </a:cubicBezTo>
                    <a:cubicBezTo>
                      <a:pt x="134779" y="366284"/>
                      <a:pt x="134445" y="366475"/>
                      <a:pt x="133874" y="366761"/>
                    </a:cubicBezTo>
                    <a:cubicBezTo>
                      <a:pt x="133302" y="367046"/>
                      <a:pt x="133160" y="367427"/>
                      <a:pt x="133445" y="367904"/>
                    </a:cubicBezTo>
                    <a:cubicBezTo>
                      <a:pt x="133160" y="368094"/>
                      <a:pt x="132660" y="368404"/>
                      <a:pt x="131945" y="368832"/>
                    </a:cubicBezTo>
                    <a:cubicBezTo>
                      <a:pt x="131231" y="369261"/>
                      <a:pt x="130588" y="369428"/>
                      <a:pt x="130016" y="369332"/>
                    </a:cubicBezTo>
                    <a:cubicBezTo>
                      <a:pt x="128969" y="372666"/>
                      <a:pt x="125682" y="374809"/>
                      <a:pt x="120158" y="375762"/>
                    </a:cubicBezTo>
                    <a:cubicBezTo>
                      <a:pt x="119968" y="375762"/>
                      <a:pt x="119658" y="375738"/>
                      <a:pt x="119229" y="375690"/>
                    </a:cubicBezTo>
                    <a:cubicBezTo>
                      <a:pt x="118801" y="375643"/>
                      <a:pt x="118444" y="375714"/>
                      <a:pt x="118158" y="375905"/>
                    </a:cubicBezTo>
                    <a:cubicBezTo>
                      <a:pt x="116919" y="375809"/>
                      <a:pt x="115348" y="375190"/>
                      <a:pt x="113443" y="374047"/>
                    </a:cubicBezTo>
                    <a:cubicBezTo>
                      <a:pt x="97917" y="362522"/>
                      <a:pt x="84296" y="350235"/>
                      <a:pt x="72581" y="337185"/>
                    </a:cubicBezTo>
                    <a:cubicBezTo>
                      <a:pt x="72104" y="336995"/>
                      <a:pt x="71580" y="336852"/>
                      <a:pt x="71009" y="336757"/>
                    </a:cubicBezTo>
                    <a:cubicBezTo>
                      <a:pt x="70438" y="336662"/>
                      <a:pt x="70009" y="336614"/>
                      <a:pt x="69723" y="336614"/>
                    </a:cubicBezTo>
                    <a:cubicBezTo>
                      <a:pt x="68294" y="336709"/>
                      <a:pt x="66151" y="336947"/>
                      <a:pt x="63294" y="337328"/>
                    </a:cubicBezTo>
                    <a:cubicBezTo>
                      <a:pt x="60722" y="337709"/>
                      <a:pt x="58912" y="337947"/>
                      <a:pt x="57864" y="338043"/>
                    </a:cubicBezTo>
                    <a:cubicBezTo>
                      <a:pt x="56055" y="342043"/>
                      <a:pt x="53054" y="347949"/>
                      <a:pt x="48863" y="355759"/>
                    </a:cubicBezTo>
                    <a:cubicBezTo>
                      <a:pt x="48197" y="356140"/>
                      <a:pt x="47720" y="356950"/>
                      <a:pt x="47435" y="358188"/>
                    </a:cubicBezTo>
                    <a:cubicBezTo>
                      <a:pt x="47149" y="359426"/>
                      <a:pt x="46863" y="360236"/>
                      <a:pt x="46577" y="360617"/>
                    </a:cubicBezTo>
                    <a:cubicBezTo>
                      <a:pt x="46958" y="360807"/>
                      <a:pt x="47435" y="360998"/>
                      <a:pt x="48006" y="361188"/>
                    </a:cubicBezTo>
                    <a:cubicBezTo>
                      <a:pt x="48578" y="361379"/>
                      <a:pt x="49078" y="361617"/>
                      <a:pt x="49506" y="361903"/>
                    </a:cubicBezTo>
                    <a:cubicBezTo>
                      <a:pt x="49935" y="362189"/>
                      <a:pt x="50054" y="362427"/>
                      <a:pt x="49864" y="362617"/>
                    </a:cubicBezTo>
                    <a:lnTo>
                      <a:pt x="48149" y="362331"/>
                    </a:lnTo>
                    <a:cubicBezTo>
                      <a:pt x="47196" y="362331"/>
                      <a:pt x="46768" y="362760"/>
                      <a:pt x="46863" y="363617"/>
                    </a:cubicBezTo>
                    <a:cubicBezTo>
                      <a:pt x="47054" y="363808"/>
                      <a:pt x="47339" y="364189"/>
                      <a:pt x="47720" y="364760"/>
                    </a:cubicBezTo>
                    <a:cubicBezTo>
                      <a:pt x="48101" y="365332"/>
                      <a:pt x="48530" y="365475"/>
                      <a:pt x="49006" y="365189"/>
                    </a:cubicBezTo>
                    <a:cubicBezTo>
                      <a:pt x="49006" y="364998"/>
                      <a:pt x="48840" y="364665"/>
                      <a:pt x="48506" y="364189"/>
                    </a:cubicBezTo>
                    <a:cubicBezTo>
                      <a:pt x="48173" y="363713"/>
                      <a:pt x="48101" y="363284"/>
                      <a:pt x="48292" y="362903"/>
                    </a:cubicBezTo>
                    <a:cubicBezTo>
                      <a:pt x="48482" y="362998"/>
                      <a:pt x="48792" y="363117"/>
                      <a:pt x="49221" y="363260"/>
                    </a:cubicBezTo>
                    <a:cubicBezTo>
                      <a:pt x="49649" y="363403"/>
                      <a:pt x="50006" y="363451"/>
                      <a:pt x="50292" y="363403"/>
                    </a:cubicBezTo>
                    <a:cubicBezTo>
                      <a:pt x="50578" y="363355"/>
                      <a:pt x="50768" y="363141"/>
                      <a:pt x="50864" y="362760"/>
                    </a:cubicBezTo>
                    <a:cubicBezTo>
                      <a:pt x="51816" y="362189"/>
                      <a:pt x="52530" y="361855"/>
                      <a:pt x="53007" y="361760"/>
                    </a:cubicBezTo>
                    <a:cubicBezTo>
                      <a:pt x="53483" y="361379"/>
                      <a:pt x="53816" y="361188"/>
                      <a:pt x="54007" y="361188"/>
                    </a:cubicBezTo>
                    <a:cubicBezTo>
                      <a:pt x="54197" y="361188"/>
                      <a:pt x="54578" y="361331"/>
                      <a:pt x="55150" y="361617"/>
                    </a:cubicBezTo>
                    <a:lnTo>
                      <a:pt x="55721" y="361617"/>
                    </a:lnTo>
                    <a:lnTo>
                      <a:pt x="56579" y="361617"/>
                    </a:lnTo>
                    <a:cubicBezTo>
                      <a:pt x="57626" y="361617"/>
                      <a:pt x="58341" y="361427"/>
                      <a:pt x="58722" y="361046"/>
                    </a:cubicBezTo>
                    <a:cubicBezTo>
                      <a:pt x="57960" y="360284"/>
                      <a:pt x="57531" y="359807"/>
                      <a:pt x="57436" y="359617"/>
                    </a:cubicBezTo>
                    <a:cubicBezTo>
                      <a:pt x="60865" y="359522"/>
                      <a:pt x="64389" y="359236"/>
                      <a:pt x="68009" y="358760"/>
                    </a:cubicBezTo>
                    <a:lnTo>
                      <a:pt x="74295" y="358188"/>
                    </a:lnTo>
                    <a:cubicBezTo>
                      <a:pt x="74771" y="358093"/>
                      <a:pt x="75343" y="357902"/>
                      <a:pt x="76010" y="357617"/>
                    </a:cubicBezTo>
                    <a:cubicBezTo>
                      <a:pt x="76676" y="357331"/>
                      <a:pt x="77153" y="357188"/>
                      <a:pt x="77438" y="357188"/>
                    </a:cubicBezTo>
                    <a:cubicBezTo>
                      <a:pt x="78010" y="357188"/>
                      <a:pt x="78343" y="357474"/>
                      <a:pt x="78438" y="358045"/>
                    </a:cubicBezTo>
                    <a:cubicBezTo>
                      <a:pt x="79486" y="358331"/>
                      <a:pt x="80534" y="358474"/>
                      <a:pt x="81582" y="358474"/>
                    </a:cubicBezTo>
                    <a:lnTo>
                      <a:pt x="84154" y="358331"/>
                    </a:lnTo>
                    <a:cubicBezTo>
                      <a:pt x="87106" y="358331"/>
                      <a:pt x="90249" y="359998"/>
                      <a:pt x="93583" y="363332"/>
                    </a:cubicBezTo>
                    <a:cubicBezTo>
                      <a:pt x="94726" y="364665"/>
                      <a:pt x="95631" y="365808"/>
                      <a:pt x="96298" y="366761"/>
                    </a:cubicBezTo>
                    <a:cubicBezTo>
                      <a:pt x="96965" y="367713"/>
                      <a:pt x="97441" y="368761"/>
                      <a:pt x="97727" y="369904"/>
                    </a:cubicBezTo>
                    <a:cubicBezTo>
                      <a:pt x="97727" y="371714"/>
                      <a:pt x="97631" y="373785"/>
                      <a:pt x="97441" y="376119"/>
                    </a:cubicBezTo>
                    <a:cubicBezTo>
                      <a:pt x="97250" y="378452"/>
                      <a:pt x="97108" y="380096"/>
                      <a:pt x="97012" y="381048"/>
                    </a:cubicBezTo>
                    <a:cubicBezTo>
                      <a:pt x="96726" y="382667"/>
                      <a:pt x="96203" y="385001"/>
                      <a:pt x="95441" y="388049"/>
                    </a:cubicBezTo>
                    <a:cubicBezTo>
                      <a:pt x="95250" y="388716"/>
                      <a:pt x="94964" y="389716"/>
                      <a:pt x="94583" y="391049"/>
                    </a:cubicBezTo>
                    <a:cubicBezTo>
                      <a:pt x="94202" y="392383"/>
                      <a:pt x="93964" y="393621"/>
                      <a:pt x="93869" y="394764"/>
                    </a:cubicBezTo>
                    <a:cubicBezTo>
                      <a:pt x="93678" y="395526"/>
                      <a:pt x="93321" y="396217"/>
                      <a:pt x="92797" y="396836"/>
                    </a:cubicBezTo>
                    <a:cubicBezTo>
                      <a:pt x="92274" y="397455"/>
                      <a:pt x="91964" y="397812"/>
                      <a:pt x="91869" y="397907"/>
                    </a:cubicBezTo>
                    <a:cubicBezTo>
                      <a:pt x="90535" y="398860"/>
                      <a:pt x="88821" y="399669"/>
                      <a:pt x="86725" y="400336"/>
                    </a:cubicBezTo>
                    <a:lnTo>
                      <a:pt x="79867" y="401193"/>
                    </a:lnTo>
                    <a:cubicBezTo>
                      <a:pt x="79200" y="401289"/>
                      <a:pt x="77153" y="401527"/>
                      <a:pt x="73724" y="401908"/>
                    </a:cubicBezTo>
                    <a:cubicBezTo>
                      <a:pt x="70295" y="402289"/>
                      <a:pt x="67056" y="402384"/>
                      <a:pt x="64008" y="402194"/>
                    </a:cubicBezTo>
                    <a:cubicBezTo>
                      <a:pt x="62960" y="401813"/>
                      <a:pt x="61913" y="401622"/>
                      <a:pt x="60865" y="401622"/>
                    </a:cubicBezTo>
                    <a:cubicBezTo>
                      <a:pt x="59722" y="401622"/>
                      <a:pt x="58626" y="401813"/>
                      <a:pt x="57579" y="402194"/>
                    </a:cubicBezTo>
                    <a:cubicBezTo>
                      <a:pt x="57102" y="401717"/>
                      <a:pt x="56340" y="401003"/>
                      <a:pt x="55293" y="400050"/>
                    </a:cubicBezTo>
                    <a:cubicBezTo>
                      <a:pt x="55198" y="399860"/>
                      <a:pt x="55007" y="399550"/>
                      <a:pt x="54721" y="399122"/>
                    </a:cubicBezTo>
                    <a:cubicBezTo>
                      <a:pt x="54436" y="398693"/>
                      <a:pt x="54150" y="398431"/>
                      <a:pt x="53864" y="398336"/>
                    </a:cubicBezTo>
                    <a:cubicBezTo>
                      <a:pt x="53578" y="398241"/>
                      <a:pt x="53245" y="398336"/>
                      <a:pt x="52864" y="398622"/>
                    </a:cubicBezTo>
                    <a:cubicBezTo>
                      <a:pt x="52864" y="398050"/>
                      <a:pt x="52602" y="397479"/>
                      <a:pt x="52078" y="396907"/>
                    </a:cubicBezTo>
                    <a:cubicBezTo>
                      <a:pt x="51554" y="396336"/>
                      <a:pt x="51197" y="395859"/>
                      <a:pt x="51007" y="395478"/>
                    </a:cubicBezTo>
                    <a:cubicBezTo>
                      <a:pt x="51007" y="395193"/>
                      <a:pt x="50983" y="394764"/>
                      <a:pt x="50935" y="394193"/>
                    </a:cubicBezTo>
                    <a:cubicBezTo>
                      <a:pt x="50887" y="393621"/>
                      <a:pt x="50721" y="393145"/>
                      <a:pt x="50435" y="392764"/>
                    </a:cubicBezTo>
                    <a:lnTo>
                      <a:pt x="50006" y="392764"/>
                    </a:lnTo>
                    <a:cubicBezTo>
                      <a:pt x="49340" y="392764"/>
                      <a:pt x="48720" y="392907"/>
                      <a:pt x="48149" y="393192"/>
                    </a:cubicBezTo>
                    <a:lnTo>
                      <a:pt x="48149" y="393621"/>
                    </a:lnTo>
                    <a:cubicBezTo>
                      <a:pt x="48149" y="393907"/>
                      <a:pt x="48054" y="394026"/>
                      <a:pt x="47863" y="393978"/>
                    </a:cubicBezTo>
                    <a:cubicBezTo>
                      <a:pt x="47673" y="393931"/>
                      <a:pt x="47673" y="394193"/>
                      <a:pt x="47863" y="394764"/>
                    </a:cubicBezTo>
                    <a:lnTo>
                      <a:pt x="47720" y="394907"/>
                    </a:lnTo>
                    <a:cubicBezTo>
                      <a:pt x="47149" y="393859"/>
                      <a:pt x="46958" y="392573"/>
                      <a:pt x="47149" y="391049"/>
                    </a:cubicBezTo>
                    <a:cubicBezTo>
                      <a:pt x="46482" y="389906"/>
                      <a:pt x="46054" y="388478"/>
                      <a:pt x="45863" y="386763"/>
                    </a:cubicBezTo>
                    <a:cubicBezTo>
                      <a:pt x="45672" y="385049"/>
                      <a:pt x="45530" y="383810"/>
                      <a:pt x="45434" y="383048"/>
                    </a:cubicBezTo>
                    <a:cubicBezTo>
                      <a:pt x="45244" y="378476"/>
                      <a:pt x="45149" y="375047"/>
                      <a:pt x="45149" y="372761"/>
                    </a:cubicBezTo>
                    <a:cubicBezTo>
                      <a:pt x="45149" y="369332"/>
                      <a:pt x="45292" y="365903"/>
                      <a:pt x="45577" y="362474"/>
                    </a:cubicBezTo>
                    <a:lnTo>
                      <a:pt x="44720" y="364046"/>
                    </a:lnTo>
                    <a:cubicBezTo>
                      <a:pt x="44530" y="364522"/>
                      <a:pt x="44268" y="365284"/>
                      <a:pt x="43934" y="366332"/>
                    </a:cubicBezTo>
                    <a:cubicBezTo>
                      <a:pt x="43601" y="367380"/>
                      <a:pt x="43291" y="368285"/>
                      <a:pt x="43006" y="369047"/>
                    </a:cubicBezTo>
                    <a:cubicBezTo>
                      <a:pt x="42720" y="369332"/>
                      <a:pt x="42410" y="369928"/>
                      <a:pt x="42077" y="370832"/>
                    </a:cubicBezTo>
                    <a:cubicBezTo>
                      <a:pt x="41743" y="371737"/>
                      <a:pt x="41386" y="372404"/>
                      <a:pt x="41005" y="372833"/>
                    </a:cubicBezTo>
                    <a:cubicBezTo>
                      <a:pt x="40624" y="373261"/>
                      <a:pt x="40100" y="373428"/>
                      <a:pt x="39434" y="373333"/>
                    </a:cubicBezTo>
                    <a:cubicBezTo>
                      <a:pt x="38005" y="372761"/>
                      <a:pt x="36100" y="372571"/>
                      <a:pt x="33719" y="372761"/>
                    </a:cubicBezTo>
                    <a:cubicBezTo>
                      <a:pt x="33528" y="372666"/>
                      <a:pt x="33147" y="372452"/>
                      <a:pt x="32576" y="372118"/>
                    </a:cubicBezTo>
                    <a:cubicBezTo>
                      <a:pt x="32004" y="371785"/>
                      <a:pt x="31766" y="371333"/>
                      <a:pt x="31861" y="370761"/>
                    </a:cubicBezTo>
                    <a:cubicBezTo>
                      <a:pt x="30432" y="370571"/>
                      <a:pt x="29432" y="370285"/>
                      <a:pt x="28861" y="369904"/>
                    </a:cubicBezTo>
                    <a:cubicBezTo>
                      <a:pt x="26575" y="369332"/>
                      <a:pt x="24860" y="369047"/>
                      <a:pt x="23717" y="369047"/>
                    </a:cubicBezTo>
                    <a:cubicBezTo>
                      <a:pt x="22670" y="368761"/>
                      <a:pt x="21717" y="368332"/>
                      <a:pt x="20860" y="367761"/>
                    </a:cubicBezTo>
                    <a:cubicBezTo>
                      <a:pt x="20384" y="367189"/>
                      <a:pt x="19574" y="366832"/>
                      <a:pt x="18431" y="366689"/>
                    </a:cubicBezTo>
                    <a:cubicBezTo>
                      <a:pt x="17288" y="366546"/>
                      <a:pt x="16478" y="366380"/>
                      <a:pt x="16002" y="366189"/>
                    </a:cubicBezTo>
                    <a:lnTo>
                      <a:pt x="16002" y="366046"/>
                    </a:lnTo>
                    <a:cubicBezTo>
                      <a:pt x="16002" y="365760"/>
                      <a:pt x="15835" y="365499"/>
                      <a:pt x="15502" y="365260"/>
                    </a:cubicBezTo>
                    <a:cubicBezTo>
                      <a:pt x="15169" y="365022"/>
                      <a:pt x="14954" y="364856"/>
                      <a:pt x="14859" y="364760"/>
                    </a:cubicBezTo>
                    <a:cubicBezTo>
                      <a:pt x="14669" y="364951"/>
                      <a:pt x="14288" y="365046"/>
                      <a:pt x="13716" y="365046"/>
                    </a:cubicBezTo>
                    <a:lnTo>
                      <a:pt x="12144" y="364903"/>
                    </a:lnTo>
                    <a:cubicBezTo>
                      <a:pt x="11764" y="364522"/>
                      <a:pt x="11216" y="364165"/>
                      <a:pt x="10501" y="363832"/>
                    </a:cubicBezTo>
                    <a:cubicBezTo>
                      <a:pt x="9787" y="363498"/>
                      <a:pt x="9239" y="363189"/>
                      <a:pt x="8858" y="362903"/>
                    </a:cubicBezTo>
                    <a:cubicBezTo>
                      <a:pt x="8573" y="362712"/>
                      <a:pt x="7954" y="361998"/>
                      <a:pt x="7001" y="360760"/>
                    </a:cubicBezTo>
                    <a:lnTo>
                      <a:pt x="5286" y="358045"/>
                    </a:lnTo>
                    <a:cubicBezTo>
                      <a:pt x="5001" y="357569"/>
                      <a:pt x="4501" y="356783"/>
                      <a:pt x="3786" y="355688"/>
                    </a:cubicBezTo>
                    <a:cubicBezTo>
                      <a:pt x="3072" y="354592"/>
                      <a:pt x="2524" y="353521"/>
                      <a:pt x="2143" y="352473"/>
                    </a:cubicBezTo>
                    <a:cubicBezTo>
                      <a:pt x="2238" y="352283"/>
                      <a:pt x="2167" y="351759"/>
                      <a:pt x="1929" y="350901"/>
                    </a:cubicBezTo>
                    <a:cubicBezTo>
                      <a:pt x="1691" y="350044"/>
                      <a:pt x="1810" y="349425"/>
                      <a:pt x="2286" y="349044"/>
                    </a:cubicBezTo>
                    <a:cubicBezTo>
                      <a:pt x="2572" y="349330"/>
                      <a:pt x="3096" y="349758"/>
                      <a:pt x="3858" y="350330"/>
                    </a:cubicBezTo>
                    <a:cubicBezTo>
                      <a:pt x="4620" y="350901"/>
                      <a:pt x="5191" y="351521"/>
                      <a:pt x="5572" y="352187"/>
                    </a:cubicBezTo>
                    <a:cubicBezTo>
                      <a:pt x="6810" y="353426"/>
                      <a:pt x="7811" y="354045"/>
                      <a:pt x="8573" y="354045"/>
                    </a:cubicBezTo>
                    <a:cubicBezTo>
                      <a:pt x="8954" y="354045"/>
                      <a:pt x="9335" y="353902"/>
                      <a:pt x="9716" y="353616"/>
                    </a:cubicBezTo>
                    <a:lnTo>
                      <a:pt x="9716" y="352759"/>
                    </a:lnTo>
                    <a:cubicBezTo>
                      <a:pt x="9716" y="351330"/>
                      <a:pt x="9430" y="350282"/>
                      <a:pt x="8858" y="349616"/>
                    </a:cubicBezTo>
                    <a:cubicBezTo>
                      <a:pt x="8001" y="348758"/>
                      <a:pt x="6810" y="347377"/>
                      <a:pt x="5286" y="345472"/>
                    </a:cubicBezTo>
                    <a:cubicBezTo>
                      <a:pt x="5191" y="345186"/>
                      <a:pt x="4977" y="344853"/>
                      <a:pt x="4644" y="344472"/>
                    </a:cubicBezTo>
                    <a:cubicBezTo>
                      <a:pt x="4310" y="344091"/>
                      <a:pt x="4286" y="343758"/>
                      <a:pt x="4572" y="343472"/>
                    </a:cubicBezTo>
                    <a:cubicBezTo>
                      <a:pt x="5334" y="343948"/>
                      <a:pt x="6763" y="345234"/>
                      <a:pt x="8858" y="347330"/>
                    </a:cubicBezTo>
                    <a:cubicBezTo>
                      <a:pt x="9906" y="348473"/>
                      <a:pt x="11002" y="349568"/>
                      <a:pt x="12144" y="350616"/>
                    </a:cubicBezTo>
                    <a:cubicBezTo>
                      <a:pt x="12907" y="351282"/>
                      <a:pt x="13859" y="352044"/>
                      <a:pt x="15002" y="352902"/>
                    </a:cubicBezTo>
                    <a:cubicBezTo>
                      <a:pt x="16145" y="353759"/>
                      <a:pt x="17050" y="354426"/>
                      <a:pt x="17717" y="354902"/>
                    </a:cubicBezTo>
                    <a:cubicBezTo>
                      <a:pt x="18193" y="355092"/>
                      <a:pt x="18812" y="355211"/>
                      <a:pt x="19574" y="355259"/>
                    </a:cubicBezTo>
                    <a:cubicBezTo>
                      <a:pt x="20336" y="355307"/>
                      <a:pt x="20907" y="355331"/>
                      <a:pt x="21288" y="355331"/>
                    </a:cubicBezTo>
                    <a:cubicBezTo>
                      <a:pt x="21669" y="355235"/>
                      <a:pt x="22241" y="355092"/>
                      <a:pt x="23003" y="354902"/>
                    </a:cubicBezTo>
                    <a:cubicBezTo>
                      <a:pt x="23765" y="354711"/>
                      <a:pt x="24432" y="354616"/>
                      <a:pt x="25003" y="354616"/>
                    </a:cubicBezTo>
                    <a:cubicBezTo>
                      <a:pt x="25670" y="354711"/>
                      <a:pt x="26408" y="354830"/>
                      <a:pt x="27218" y="354973"/>
                    </a:cubicBezTo>
                    <a:cubicBezTo>
                      <a:pt x="28027" y="355116"/>
                      <a:pt x="28718" y="355188"/>
                      <a:pt x="29290" y="355188"/>
                    </a:cubicBezTo>
                    <a:cubicBezTo>
                      <a:pt x="29956" y="355188"/>
                      <a:pt x="30432" y="355140"/>
                      <a:pt x="30718" y="355045"/>
                    </a:cubicBezTo>
                    <a:cubicBezTo>
                      <a:pt x="30909" y="354854"/>
                      <a:pt x="31361" y="354545"/>
                      <a:pt x="32076" y="354116"/>
                    </a:cubicBezTo>
                    <a:cubicBezTo>
                      <a:pt x="32790" y="353688"/>
                      <a:pt x="33195" y="353140"/>
                      <a:pt x="33290" y="352473"/>
                    </a:cubicBezTo>
                    <a:cubicBezTo>
                      <a:pt x="33862" y="351902"/>
                      <a:pt x="34409" y="351092"/>
                      <a:pt x="34933" y="350044"/>
                    </a:cubicBezTo>
                    <a:cubicBezTo>
                      <a:pt x="35457" y="348996"/>
                      <a:pt x="35957" y="348139"/>
                      <a:pt x="36433" y="347472"/>
                    </a:cubicBezTo>
                    <a:cubicBezTo>
                      <a:pt x="37195" y="346520"/>
                      <a:pt x="37576" y="345615"/>
                      <a:pt x="37576" y="344758"/>
                    </a:cubicBezTo>
                    <a:cubicBezTo>
                      <a:pt x="37576" y="344186"/>
                      <a:pt x="37481" y="343758"/>
                      <a:pt x="37290" y="343472"/>
                    </a:cubicBezTo>
                    <a:cubicBezTo>
                      <a:pt x="35481" y="343377"/>
                      <a:pt x="33695" y="342948"/>
                      <a:pt x="31933" y="342186"/>
                    </a:cubicBezTo>
                    <a:cubicBezTo>
                      <a:pt x="30171" y="341424"/>
                      <a:pt x="28146" y="340424"/>
                      <a:pt x="25860" y="339186"/>
                    </a:cubicBezTo>
                    <a:cubicBezTo>
                      <a:pt x="25765" y="339090"/>
                      <a:pt x="25337" y="338424"/>
                      <a:pt x="24575" y="337185"/>
                    </a:cubicBezTo>
                    <a:cubicBezTo>
                      <a:pt x="23813" y="336614"/>
                      <a:pt x="23336" y="336090"/>
                      <a:pt x="23146" y="335614"/>
                    </a:cubicBezTo>
                    <a:lnTo>
                      <a:pt x="23146" y="335328"/>
                    </a:lnTo>
                    <a:lnTo>
                      <a:pt x="23289" y="333756"/>
                    </a:lnTo>
                    <a:cubicBezTo>
                      <a:pt x="23289" y="332994"/>
                      <a:pt x="23051" y="332518"/>
                      <a:pt x="22574" y="332328"/>
                    </a:cubicBezTo>
                    <a:cubicBezTo>
                      <a:pt x="22384" y="331947"/>
                      <a:pt x="22074" y="331470"/>
                      <a:pt x="21646" y="330899"/>
                    </a:cubicBezTo>
                    <a:cubicBezTo>
                      <a:pt x="21217" y="330327"/>
                      <a:pt x="20979" y="329827"/>
                      <a:pt x="20931" y="329399"/>
                    </a:cubicBezTo>
                    <a:cubicBezTo>
                      <a:pt x="20884" y="328970"/>
                      <a:pt x="21098" y="328613"/>
                      <a:pt x="21574" y="328327"/>
                    </a:cubicBezTo>
                    <a:cubicBezTo>
                      <a:pt x="21765" y="328327"/>
                      <a:pt x="22217" y="328280"/>
                      <a:pt x="22932" y="328184"/>
                    </a:cubicBezTo>
                    <a:cubicBezTo>
                      <a:pt x="23646" y="328089"/>
                      <a:pt x="24241" y="327851"/>
                      <a:pt x="24718" y="327470"/>
                    </a:cubicBezTo>
                    <a:cubicBezTo>
                      <a:pt x="25289" y="327089"/>
                      <a:pt x="26099" y="326994"/>
                      <a:pt x="27146" y="327184"/>
                    </a:cubicBezTo>
                    <a:lnTo>
                      <a:pt x="31004" y="327041"/>
                    </a:lnTo>
                    <a:cubicBezTo>
                      <a:pt x="31861" y="327041"/>
                      <a:pt x="32528" y="327089"/>
                      <a:pt x="33004" y="327184"/>
                    </a:cubicBezTo>
                    <a:cubicBezTo>
                      <a:pt x="33385" y="327279"/>
                      <a:pt x="34052" y="327518"/>
                      <a:pt x="35004" y="327899"/>
                    </a:cubicBezTo>
                    <a:cubicBezTo>
                      <a:pt x="35957" y="328280"/>
                      <a:pt x="36862" y="328518"/>
                      <a:pt x="37719" y="328613"/>
                    </a:cubicBezTo>
                    <a:cubicBezTo>
                      <a:pt x="38767" y="328422"/>
                      <a:pt x="39767" y="328422"/>
                      <a:pt x="40720" y="328613"/>
                    </a:cubicBezTo>
                    <a:cubicBezTo>
                      <a:pt x="41862" y="328613"/>
                      <a:pt x="43006" y="328565"/>
                      <a:pt x="44148" y="328470"/>
                    </a:cubicBezTo>
                    <a:cubicBezTo>
                      <a:pt x="45292" y="328375"/>
                      <a:pt x="46292" y="328089"/>
                      <a:pt x="47149" y="327613"/>
                    </a:cubicBezTo>
                    <a:cubicBezTo>
                      <a:pt x="47625" y="327232"/>
                      <a:pt x="48006" y="326684"/>
                      <a:pt x="48292" y="325970"/>
                    </a:cubicBezTo>
                    <a:cubicBezTo>
                      <a:pt x="48578" y="325255"/>
                      <a:pt x="48816" y="324755"/>
                      <a:pt x="49006" y="324470"/>
                    </a:cubicBezTo>
                    <a:cubicBezTo>
                      <a:pt x="48340" y="323993"/>
                      <a:pt x="47339" y="323517"/>
                      <a:pt x="46006" y="323041"/>
                    </a:cubicBezTo>
                    <a:cubicBezTo>
                      <a:pt x="44482" y="322279"/>
                      <a:pt x="43577" y="321803"/>
                      <a:pt x="43291" y="321612"/>
                    </a:cubicBezTo>
                    <a:cubicBezTo>
                      <a:pt x="42624" y="320945"/>
                      <a:pt x="42172" y="320136"/>
                      <a:pt x="41934" y="319183"/>
                    </a:cubicBezTo>
                    <a:cubicBezTo>
                      <a:pt x="41696" y="318231"/>
                      <a:pt x="41529" y="317659"/>
                      <a:pt x="41434" y="317469"/>
                    </a:cubicBezTo>
                    <a:cubicBezTo>
                      <a:pt x="41148" y="316992"/>
                      <a:pt x="40791" y="316469"/>
                      <a:pt x="40362" y="315897"/>
                    </a:cubicBezTo>
                    <a:cubicBezTo>
                      <a:pt x="39934" y="315326"/>
                      <a:pt x="39648" y="314802"/>
                      <a:pt x="39505" y="314325"/>
                    </a:cubicBezTo>
                    <a:cubicBezTo>
                      <a:pt x="39362" y="313849"/>
                      <a:pt x="39481" y="313421"/>
                      <a:pt x="39862" y="313040"/>
                    </a:cubicBezTo>
                    <a:cubicBezTo>
                      <a:pt x="40243" y="312944"/>
                      <a:pt x="40981" y="312801"/>
                      <a:pt x="42077" y="312611"/>
                    </a:cubicBezTo>
                    <a:cubicBezTo>
                      <a:pt x="43172" y="312420"/>
                      <a:pt x="44196" y="312325"/>
                      <a:pt x="45149" y="312325"/>
                    </a:cubicBezTo>
                    <a:cubicBezTo>
                      <a:pt x="46101" y="312420"/>
                      <a:pt x="47077" y="312659"/>
                      <a:pt x="48078" y="313040"/>
                    </a:cubicBezTo>
                    <a:cubicBezTo>
                      <a:pt x="49078" y="313421"/>
                      <a:pt x="49721" y="313659"/>
                      <a:pt x="50006" y="313754"/>
                    </a:cubicBezTo>
                    <a:cubicBezTo>
                      <a:pt x="52102" y="314135"/>
                      <a:pt x="53674" y="314325"/>
                      <a:pt x="54721" y="314325"/>
                    </a:cubicBezTo>
                    <a:cubicBezTo>
                      <a:pt x="54912" y="313944"/>
                      <a:pt x="55245" y="313397"/>
                      <a:pt x="55721" y="312682"/>
                    </a:cubicBezTo>
                    <a:cubicBezTo>
                      <a:pt x="56198" y="311968"/>
                      <a:pt x="56340" y="311373"/>
                      <a:pt x="56150" y="310896"/>
                    </a:cubicBezTo>
                    <a:cubicBezTo>
                      <a:pt x="55007" y="310706"/>
                      <a:pt x="53793" y="310611"/>
                      <a:pt x="52507" y="310611"/>
                    </a:cubicBezTo>
                    <a:cubicBezTo>
                      <a:pt x="51221" y="310611"/>
                      <a:pt x="50340" y="310611"/>
                      <a:pt x="49864" y="310611"/>
                    </a:cubicBezTo>
                    <a:cubicBezTo>
                      <a:pt x="48340" y="310420"/>
                      <a:pt x="47244" y="310182"/>
                      <a:pt x="46577" y="309896"/>
                    </a:cubicBezTo>
                    <a:cubicBezTo>
                      <a:pt x="45911" y="309420"/>
                      <a:pt x="44815" y="308801"/>
                      <a:pt x="43291" y="308039"/>
                    </a:cubicBezTo>
                    <a:cubicBezTo>
                      <a:pt x="43196" y="307848"/>
                      <a:pt x="42982" y="307586"/>
                      <a:pt x="42648" y="307253"/>
                    </a:cubicBezTo>
                    <a:cubicBezTo>
                      <a:pt x="42315" y="306920"/>
                      <a:pt x="42101" y="306563"/>
                      <a:pt x="42005" y="306182"/>
                    </a:cubicBezTo>
                    <a:cubicBezTo>
                      <a:pt x="41243" y="305134"/>
                      <a:pt x="40696" y="303919"/>
                      <a:pt x="40362" y="302538"/>
                    </a:cubicBezTo>
                    <a:cubicBezTo>
                      <a:pt x="40029" y="301157"/>
                      <a:pt x="39815" y="300324"/>
                      <a:pt x="39719" y="300038"/>
                    </a:cubicBezTo>
                    <a:cubicBezTo>
                      <a:pt x="40005" y="299181"/>
                      <a:pt x="40481" y="298514"/>
                      <a:pt x="41148" y="298038"/>
                    </a:cubicBezTo>
                    <a:cubicBezTo>
                      <a:pt x="41815" y="297561"/>
                      <a:pt x="42672" y="297085"/>
                      <a:pt x="43720" y="296609"/>
                    </a:cubicBezTo>
                    <a:cubicBezTo>
                      <a:pt x="44768" y="296609"/>
                      <a:pt x="45815" y="296847"/>
                      <a:pt x="46863" y="297323"/>
                    </a:cubicBezTo>
                    <a:cubicBezTo>
                      <a:pt x="47911" y="297800"/>
                      <a:pt x="48578" y="298085"/>
                      <a:pt x="48863" y="298181"/>
                    </a:cubicBezTo>
                    <a:cubicBezTo>
                      <a:pt x="49340" y="298562"/>
                      <a:pt x="49935" y="298823"/>
                      <a:pt x="50649" y="298966"/>
                    </a:cubicBezTo>
                    <a:cubicBezTo>
                      <a:pt x="51364" y="299109"/>
                      <a:pt x="51983" y="299157"/>
                      <a:pt x="52507" y="299109"/>
                    </a:cubicBezTo>
                    <a:cubicBezTo>
                      <a:pt x="53031" y="299062"/>
                      <a:pt x="53435" y="299038"/>
                      <a:pt x="53721" y="299038"/>
                    </a:cubicBezTo>
                    <a:cubicBezTo>
                      <a:pt x="55245" y="298847"/>
                      <a:pt x="56340" y="298562"/>
                      <a:pt x="57007" y="298181"/>
                    </a:cubicBezTo>
                    <a:cubicBezTo>
                      <a:pt x="57579" y="298085"/>
                      <a:pt x="58341" y="297966"/>
                      <a:pt x="59293" y="297823"/>
                    </a:cubicBezTo>
                    <a:cubicBezTo>
                      <a:pt x="60246" y="297680"/>
                      <a:pt x="61008" y="297466"/>
                      <a:pt x="61579" y="297180"/>
                    </a:cubicBezTo>
                    <a:cubicBezTo>
                      <a:pt x="62151" y="296895"/>
                      <a:pt x="62532" y="296371"/>
                      <a:pt x="62722" y="295609"/>
                    </a:cubicBezTo>
                    <a:cubicBezTo>
                      <a:pt x="62913" y="294847"/>
                      <a:pt x="63222" y="293466"/>
                      <a:pt x="63651" y="291465"/>
                    </a:cubicBezTo>
                    <a:cubicBezTo>
                      <a:pt x="64080" y="289465"/>
                      <a:pt x="64389" y="287608"/>
                      <a:pt x="64580" y="285893"/>
                    </a:cubicBezTo>
                    <a:cubicBezTo>
                      <a:pt x="64770" y="285512"/>
                      <a:pt x="64842" y="284917"/>
                      <a:pt x="64794" y="284107"/>
                    </a:cubicBezTo>
                    <a:cubicBezTo>
                      <a:pt x="64746" y="283298"/>
                      <a:pt x="64770" y="282702"/>
                      <a:pt x="64865" y="282321"/>
                    </a:cubicBezTo>
                    <a:cubicBezTo>
                      <a:pt x="65246" y="281845"/>
                      <a:pt x="65746" y="281559"/>
                      <a:pt x="66366" y="281464"/>
                    </a:cubicBezTo>
                    <a:cubicBezTo>
                      <a:pt x="66985" y="281369"/>
                      <a:pt x="67437" y="281274"/>
                      <a:pt x="67723" y="281178"/>
                    </a:cubicBezTo>
                    <a:cubicBezTo>
                      <a:pt x="67723" y="280988"/>
                      <a:pt x="67747" y="280655"/>
                      <a:pt x="67794" y="280178"/>
                    </a:cubicBezTo>
                    <a:cubicBezTo>
                      <a:pt x="67842" y="279702"/>
                      <a:pt x="67961" y="279321"/>
                      <a:pt x="68152" y="279035"/>
                    </a:cubicBezTo>
                    <a:close/>
                    <a:moveTo>
                      <a:pt x="93012" y="188453"/>
                    </a:moveTo>
                    <a:lnTo>
                      <a:pt x="93297" y="189310"/>
                    </a:lnTo>
                    <a:cubicBezTo>
                      <a:pt x="93297" y="189691"/>
                      <a:pt x="93393" y="189929"/>
                      <a:pt x="93583" y="190024"/>
                    </a:cubicBezTo>
                    <a:cubicBezTo>
                      <a:pt x="93964" y="190024"/>
                      <a:pt x="94440" y="190024"/>
                      <a:pt x="95012" y="190024"/>
                    </a:cubicBezTo>
                    <a:cubicBezTo>
                      <a:pt x="95584" y="190024"/>
                      <a:pt x="96060" y="189953"/>
                      <a:pt x="96441" y="189810"/>
                    </a:cubicBezTo>
                    <a:cubicBezTo>
                      <a:pt x="96822" y="189667"/>
                      <a:pt x="97108" y="189357"/>
                      <a:pt x="97298" y="188881"/>
                    </a:cubicBezTo>
                    <a:cubicBezTo>
                      <a:pt x="97488" y="188976"/>
                      <a:pt x="97870" y="189215"/>
                      <a:pt x="98441" y="189596"/>
                    </a:cubicBezTo>
                    <a:cubicBezTo>
                      <a:pt x="99012" y="189977"/>
                      <a:pt x="99489" y="190024"/>
                      <a:pt x="99870" y="189738"/>
                    </a:cubicBezTo>
                    <a:lnTo>
                      <a:pt x="100441" y="191596"/>
                    </a:lnTo>
                    <a:cubicBezTo>
                      <a:pt x="100441" y="193025"/>
                      <a:pt x="100298" y="194072"/>
                      <a:pt x="100013" y="194739"/>
                    </a:cubicBezTo>
                    <a:cubicBezTo>
                      <a:pt x="99727" y="195215"/>
                      <a:pt x="99227" y="195834"/>
                      <a:pt x="98512" y="196596"/>
                    </a:cubicBezTo>
                    <a:cubicBezTo>
                      <a:pt x="97798" y="197358"/>
                      <a:pt x="97393" y="198120"/>
                      <a:pt x="97298" y="198882"/>
                    </a:cubicBezTo>
                    <a:cubicBezTo>
                      <a:pt x="96250" y="200502"/>
                      <a:pt x="95631" y="201597"/>
                      <a:pt x="95441" y="202169"/>
                    </a:cubicBezTo>
                    <a:cubicBezTo>
                      <a:pt x="94774" y="203216"/>
                      <a:pt x="93845" y="204383"/>
                      <a:pt x="92655" y="205669"/>
                    </a:cubicBezTo>
                    <a:cubicBezTo>
                      <a:pt x="91464" y="206955"/>
                      <a:pt x="90535" y="207931"/>
                      <a:pt x="89868" y="208598"/>
                    </a:cubicBezTo>
                    <a:cubicBezTo>
                      <a:pt x="89583" y="208979"/>
                      <a:pt x="88868" y="209503"/>
                      <a:pt x="87725" y="210170"/>
                    </a:cubicBezTo>
                    <a:cubicBezTo>
                      <a:pt x="86963" y="210741"/>
                      <a:pt x="86082" y="211479"/>
                      <a:pt x="85082" y="212384"/>
                    </a:cubicBezTo>
                    <a:cubicBezTo>
                      <a:pt x="84082" y="213289"/>
                      <a:pt x="83153" y="213908"/>
                      <a:pt x="82296" y="214241"/>
                    </a:cubicBezTo>
                    <a:cubicBezTo>
                      <a:pt x="81439" y="214575"/>
                      <a:pt x="80344" y="214742"/>
                      <a:pt x="79010" y="214742"/>
                    </a:cubicBezTo>
                    <a:cubicBezTo>
                      <a:pt x="78820" y="214837"/>
                      <a:pt x="78510" y="215003"/>
                      <a:pt x="78081" y="215242"/>
                    </a:cubicBezTo>
                    <a:cubicBezTo>
                      <a:pt x="77653" y="215480"/>
                      <a:pt x="77343" y="215408"/>
                      <a:pt x="77153" y="215027"/>
                    </a:cubicBezTo>
                    <a:cubicBezTo>
                      <a:pt x="76772" y="215027"/>
                      <a:pt x="76367" y="215123"/>
                      <a:pt x="75938" y="215313"/>
                    </a:cubicBezTo>
                    <a:cubicBezTo>
                      <a:pt x="75510" y="215504"/>
                      <a:pt x="75200" y="215646"/>
                      <a:pt x="75010" y="215742"/>
                    </a:cubicBezTo>
                    <a:cubicBezTo>
                      <a:pt x="74819" y="215742"/>
                      <a:pt x="74176" y="215861"/>
                      <a:pt x="73081" y="216099"/>
                    </a:cubicBezTo>
                    <a:cubicBezTo>
                      <a:pt x="71985" y="216337"/>
                      <a:pt x="71009" y="216361"/>
                      <a:pt x="70152" y="216170"/>
                    </a:cubicBezTo>
                    <a:cubicBezTo>
                      <a:pt x="69961" y="215789"/>
                      <a:pt x="69818" y="215337"/>
                      <a:pt x="69723" y="214813"/>
                    </a:cubicBezTo>
                    <a:cubicBezTo>
                      <a:pt x="69628" y="214289"/>
                      <a:pt x="69509" y="213980"/>
                      <a:pt x="69366" y="213884"/>
                    </a:cubicBezTo>
                    <a:cubicBezTo>
                      <a:pt x="69223" y="213789"/>
                      <a:pt x="68961" y="213980"/>
                      <a:pt x="68580" y="214456"/>
                    </a:cubicBezTo>
                    <a:cubicBezTo>
                      <a:pt x="68294" y="215313"/>
                      <a:pt x="68104" y="216289"/>
                      <a:pt x="68009" y="217385"/>
                    </a:cubicBezTo>
                    <a:cubicBezTo>
                      <a:pt x="67913" y="218480"/>
                      <a:pt x="67866" y="219218"/>
                      <a:pt x="67866" y="219599"/>
                    </a:cubicBezTo>
                    <a:cubicBezTo>
                      <a:pt x="67866" y="221409"/>
                      <a:pt x="67961" y="224028"/>
                      <a:pt x="68152" y="227457"/>
                    </a:cubicBezTo>
                    <a:cubicBezTo>
                      <a:pt x="68247" y="227838"/>
                      <a:pt x="68366" y="228505"/>
                      <a:pt x="68509" y="229458"/>
                    </a:cubicBezTo>
                    <a:cubicBezTo>
                      <a:pt x="68652" y="230410"/>
                      <a:pt x="68866" y="231220"/>
                      <a:pt x="69152" y="231887"/>
                    </a:cubicBezTo>
                    <a:cubicBezTo>
                      <a:pt x="69247" y="232077"/>
                      <a:pt x="69414" y="232410"/>
                      <a:pt x="69652" y="232887"/>
                    </a:cubicBezTo>
                    <a:cubicBezTo>
                      <a:pt x="69890" y="233363"/>
                      <a:pt x="70199" y="233744"/>
                      <a:pt x="70580" y="234030"/>
                    </a:cubicBezTo>
                    <a:cubicBezTo>
                      <a:pt x="70866" y="234125"/>
                      <a:pt x="71604" y="234315"/>
                      <a:pt x="72795" y="234601"/>
                    </a:cubicBezTo>
                    <a:cubicBezTo>
                      <a:pt x="73986" y="234887"/>
                      <a:pt x="75152" y="234982"/>
                      <a:pt x="76295" y="234887"/>
                    </a:cubicBezTo>
                    <a:cubicBezTo>
                      <a:pt x="77438" y="234696"/>
                      <a:pt x="78296" y="234696"/>
                      <a:pt x="78867" y="234887"/>
                    </a:cubicBezTo>
                    <a:cubicBezTo>
                      <a:pt x="79724" y="234982"/>
                      <a:pt x="81153" y="235125"/>
                      <a:pt x="83153" y="235316"/>
                    </a:cubicBezTo>
                    <a:cubicBezTo>
                      <a:pt x="85154" y="235506"/>
                      <a:pt x="86963" y="235601"/>
                      <a:pt x="88583" y="235601"/>
                    </a:cubicBezTo>
                    <a:cubicBezTo>
                      <a:pt x="89821" y="235316"/>
                      <a:pt x="91678" y="235173"/>
                      <a:pt x="94155" y="235173"/>
                    </a:cubicBezTo>
                    <a:lnTo>
                      <a:pt x="98584" y="235173"/>
                    </a:lnTo>
                    <a:cubicBezTo>
                      <a:pt x="99060" y="235077"/>
                      <a:pt x="99941" y="234935"/>
                      <a:pt x="101227" y="234744"/>
                    </a:cubicBezTo>
                    <a:cubicBezTo>
                      <a:pt x="102513" y="234554"/>
                      <a:pt x="103489" y="234125"/>
                      <a:pt x="104156" y="233458"/>
                    </a:cubicBezTo>
                    <a:cubicBezTo>
                      <a:pt x="106728" y="232220"/>
                      <a:pt x="109085" y="230744"/>
                      <a:pt x="111228" y="229029"/>
                    </a:cubicBezTo>
                    <a:cubicBezTo>
                      <a:pt x="113371" y="227315"/>
                      <a:pt x="116110" y="224886"/>
                      <a:pt x="119444" y="221742"/>
                    </a:cubicBezTo>
                    <a:cubicBezTo>
                      <a:pt x="119348" y="222219"/>
                      <a:pt x="119110" y="222671"/>
                      <a:pt x="118729" y="223100"/>
                    </a:cubicBezTo>
                    <a:cubicBezTo>
                      <a:pt x="118348" y="223528"/>
                      <a:pt x="118062" y="223886"/>
                      <a:pt x="117872" y="224171"/>
                    </a:cubicBezTo>
                    <a:cubicBezTo>
                      <a:pt x="117586" y="224552"/>
                      <a:pt x="116991" y="225124"/>
                      <a:pt x="116086" y="225886"/>
                    </a:cubicBezTo>
                    <a:cubicBezTo>
                      <a:pt x="115181" y="226648"/>
                      <a:pt x="114514" y="227267"/>
                      <a:pt x="114086" y="227743"/>
                    </a:cubicBezTo>
                    <a:cubicBezTo>
                      <a:pt x="113657" y="228219"/>
                      <a:pt x="113490" y="228743"/>
                      <a:pt x="113586" y="229315"/>
                    </a:cubicBezTo>
                    <a:cubicBezTo>
                      <a:pt x="114919" y="228553"/>
                      <a:pt x="116015" y="227600"/>
                      <a:pt x="116872" y="226457"/>
                    </a:cubicBezTo>
                    <a:cubicBezTo>
                      <a:pt x="117920" y="225600"/>
                      <a:pt x="118444" y="225600"/>
                      <a:pt x="118444" y="226457"/>
                    </a:cubicBezTo>
                    <a:cubicBezTo>
                      <a:pt x="119110" y="226076"/>
                      <a:pt x="119753" y="225529"/>
                      <a:pt x="120372" y="224814"/>
                    </a:cubicBezTo>
                    <a:cubicBezTo>
                      <a:pt x="120991" y="224100"/>
                      <a:pt x="121539" y="223362"/>
                      <a:pt x="122015" y="222600"/>
                    </a:cubicBezTo>
                    <a:cubicBezTo>
                      <a:pt x="122206" y="222504"/>
                      <a:pt x="122468" y="222242"/>
                      <a:pt x="122801" y="221814"/>
                    </a:cubicBezTo>
                    <a:cubicBezTo>
                      <a:pt x="123135" y="221385"/>
                      <a:pt x="123444" y="221361"/>
                      <a:pt x="123730" y="221742"/>
                    </a:cubicBezTo>
                    <a:lnTo>
                      <a:pt x="123730" y="222028"/>
                    </a:lnTo>
                    <a:cubicBezTo>
                      <a:pt x="123730" y="222409"/>
                      <a:pt x="123635" y="223052"/>
                      <a:pt x="123444" y="223957"/>
                    </a:cubicBezTo>
                    <a:cubicBezTo>
                      <a:pt x="123254" y="224862"/>
                      <a:pt x="123206" y="225552"/>
                      <a:pt x="123301" y="226029"/>
                    </a:cubicBezTo>
                    <a:cubicBezTo>
                      <a:pt x="123206" y="226219"/>
                      <a:pt x="123158" y="226505"/>
                      <a:pt x="123158" y="226886"/>
                    </a:cubicBezTo>
                    <a:cubicBezTo>
                      <a:pt x="123158" y="227267"/>
                      <a:pt x="123111" y="227576"/>
                      <a:pt x="123015" y="227815"/>
                    </a:cubicBezTo>
                    <a:cubicBezTo>
                      <a:pt x="122920" y="228053"/>
                      <a:pt x="122730" y="228077"/>
                      <a:pt x="122444" y="227886"/>
                    </a:cubicBezTo>
                    <a:cubicBezTo>
                      <a:pt x="122158" y="229315"/>
                      <a:pt x="122015" y="230029"/>
                      <a:pt x="122015" y="230029"/>
                    </a:cubicBezTo>
                    <a:cubicBezTo>
                      <a:pt x="122015" y="230601"/>
                      <a:pt x="122396" y="230696"/>
                      <a:pt x="123158" y="230315"/>
                    </a:cubicBezTo>
                    <a:cubicBezTo>
                      <a:pt x="123063" y="230696"/>
                      <a:pt x="123015" y="231101"/>
                      <a:pt x="123015" y="231529"/>
                    </a:cubicBezTo>
                    <a:cubicBezTo>
                      <a:pt x="123015" y="231958"/>
                      <a:pt x="123206" y="232125"/>
                      <a:pt x="123587" y="232029"/>
                    </a:cubicBezTo>
                    <a:cubicBezTo>
                      <a:pt x="124063" y="232315"/>
                      <a:pt x="124373" y="232577"/>
                      <a:pt x="124516" y="232815"/>
                    </a:cubicBezTo>
                    <a:cubicBezTo>
                      <a:pt x="124659" y="233053"/>
                      <a:pt x="124587" y="233315"/>
                      <a:pt x="124301" y="233601"/>
                    </a:cubicBezTo>
                    <a:lnTo>
                      <a:pt x="124158" y="234173"/>
                    </a:lnTo>
                    <a:cubicBezTo>
                      <a:pt x="124158" y="234554"/>
                      <a:pt x="124349" y="234744"/>
                      <a:pt x="124730" y="234744"/>
                    </a:cubicBezTo>
                    <a:cubicBezTo>
                      <a:pt x="125111" y="234744"/>
                      <a:pt x="125587" y="234458"/>
                      <a:pt x="126159" y="233887"/>
                    </a:cubicBezTo>
                    <a:lnTo>
                      <a:pt x="126159" y="234601"/>
                    </a:lnTo>
                    <a:cubicBezTo>
                      <a:pt x="126159" y="235935"/>
                      <a:pt x="125587" y="236982"/>
                      <a:pt x="124444" y="237744"/>
                    </a:cubicBezTo>
                    <a:lnTo>
                      <a:pt x="124444" y="238030"/>
                    </a:lnTo>
                    <a:cubicBezTo>
                      <a:pt x="124444" y="238792"/>
                      <a:pt x="124063" y="239649"/>
                      <a:pt x="123301" y="240602"/>
                    </a:cubicBezTo>
                    <a:cubicBezTo>
                      <a:pt x="123301" y="240888"/>
                      <a:pt x="123254" y="241293"/>
                      <a:pt x="123158" y="241816"/>
                    </a:cubicBezTo>
                    <a:cubicBezTo>
                      <a:pt x="123063" y="242340"/>
                      <a:pt x="122968" y="242745"/>
                      <a:pt x="122873" y="243031"/>
                    </a:cubicBezTo>
                    <a:cubicBezTo>
                      <a:pt x="122587" y="243507"/>
                      <a:pt x="121992" y="244102"/>
                      <a:pt x="121087" y="244817"/>
                    </a:cubicBezTo>
                    <a:cubicBezTo>
                      <a:pt x="120182" y="245531"/>
                      <a:pt x="119539" y="246126"/>
                      <a:pt x="119158" y="246603"/>
                    </a:cubicBezTo>
                    <a:cubicBezTo>
                      <a:pt x="118110" y="247269"/>
                      <a:pt x="116967" y="247865"/>
                      <a:pt x="115729" y="248389"/>
                    </a:cubicBezTo>
                    <a:cubicBezTo>
                      <a:pt x="114491" y="248912"/>
                      <a:pt x="113681" y="249270"/>
                      <a:pt x="113300" y="249460"/>
                    </a:cubicBezTo>
                    <a:cubicBezTo>
                      <a:pt x="112252" y="249555"/>
                      <a:pt x="111181" y="249794"/>
                      <a:pt x="110085" y="250175"/>
                    </a:cubicBezTo>
                    <a:cubicBezTo>
                      <a:pt x="108990" y="250556"/>
                      <a:pt x="108299" y="250794"/>
                      <a:pt x="108014" y="250889"/>
                    </a:cubicBezTo>
                    <a:cubicBezTo>
                      <a:pt x="106775" y="251175"/>
                      <a:pt x="104727" y="251413"/>
                      <a:pt x="101870" y="251603"/>
                    </a:cubicBezTo>
                    <a:cubicBezTo>
                      <a:pt x="96726" y="251889"/>
                      <a:pt x="91535" y="252032"/>
                      <a:pt x="86297" y="252032"/>
                    </a:cubicBezTo>
                    <a:lnTo>
                      <a:pt x="81010" y="251603"/>
                    </a:lnTo>
                    <a:cubicBezTo>
                      <a:pt x="80534" y="251603"/>
                      <a:pt x="79272" y="251508"/>
                      <a:pt x="77224" y="251318"/>
                    </a:cubicBezTo>
                    <a:cubicBezTo>
                      <a:pt x="75176" y="251127"/>
                      <a:pt x="73295" y="250865"/>
                      <a:pt x="71580" y="250532"/>
                    </a:cubicBezTo>
                    <a:cubicBezTo>
                      <a:pt x="69866" y="250198"/>
                      <a:pt x="68342" y="249794"/>
                      <a:pt x="67008" y="249317"/>
                    </a:cubicBezTo>
                    <a:cubicBezTo>
                      <a:pt x="66628" y="249127"/>
                      <a:pt x="65794" y="248865"/>
                      <a:pt x="64508" y="248531"/>
                    </a:cubicBezTo>
                    <a:cubicBezTo>
                      <a:pt x="63222" y="248198"/>
                      <a:pt x="62341" y="247650"/>
                      <a:pt x="61865" y="246888"/>
                    </a:cubicBezTo>
                    <a:cubicBezTo>
                      <a:pt x="61579" y="246698"/>
                      <a:pt x="61198" y="246484"/>
                      <a:pt x="60722" y="246245"/>
                    </a:cubicBezTo>
                    <a:cubicBezTo>
                      <a:pt x="60246" y="246007"/>
                      <a:pt x="59865" y="245745"/>
                      <a:pt x="59579" y="245460"/>
                    </a:cubicBezTo>
                    <a:cubicBezTo>
                      <a:pt x="59293" y="245174"/>
                      <a:pt x="59198" y="244793"/>
                      <a:pt x="59293" y="244317"/>
                    </a:cubicBezTo>
                    <a:cubicBezTo>
                      <a:pt x="59103" y="244031"/>
                      <a:pt x="58793" y="243483"/>
                      <a:pt x="58365" y="242674"/>
                    </a:cubicBezTo>
                    <a:cubicBezTo>
                      <a:pt x="57936" y="241864"/>
                      <a:pt x="57436" y="241221"/>
                      <a:pt x="56864" y="240745"/>
                    </a:cubicBezTo>
                    <a:lnTo>
                      <a:pt x="55150" y="228600"/>
                    </a:lnTo>
                    <a:cubicBezTo>
                      <a:pt x="55150" y="228315"/>
                      <a:pt x="55126" y="227815"/>
                      <a:pt x="55078" y="227100"/>
                    </a:cubicBezTo>
                    <a:cubicBezTo>
                      <a:pt x="55031" y="226386"/>
                      <a:pt x="54864" y="225791"/>
                      <a:pt x="54578" y="225314"/>
                    </a:cubicBezTo>
                    <a:cubicBezTo>
                      <a:pt x="54769" y="223505"/>
                      <a:pt x="55055" y="222171"/>
                      <a:pt x="55436" y="221314"/>
                    </a:cubicBezTo>
                    <a:cubicBezTo>
                      <a:pt x="55436" y="221028"/>
                      <a:pt x="55483" y="220695"/>
                      <a:pt x="55578" y="220314"/>
                    </a:cubicBezTo>
                    <a:cubicBezTo>
                      <a:pt x="55674" y="219933"/>
                      <a:pt x="55721" y="219599"/>
                      <a:pt x="55721" y="219314"/>
                    </a:cubicBezTo>
                    <a:cubicBezTo>
                      <a:pt x="55721" y="218647"/>
                      <a:pt x="55483" y="218313"/>
                      <a:pt x="55007" y="218313"/>
                    </a:cubicBezTo>
                    <a:cubicBezTo>
                      <a:pt x="54912" y="218028"/>
                      <a:pt x="54864" y="217551"/>
                      <a:pt x="54864" y="216885"/>
                    </a:cubicBezTo>
                    <a:cubicBezTo>
                      <a:pt x="54864" y="216218"/>
                      <a:pt x="54936" y="215456"/>
                      <a:pt x="55078" y="214599"/>
                    </a:cubicBezTo>
                    <a:cubicBezTo>
                      <a:pt x="55221" y="213741"/>
                      <a:pt x="55340" y="212979"/>
                      <a:pt x="55436" y="212313"/>
                    </a:cubicBezTo>
                    <a:cubicBezTo>
                      <a:pt x="55626" y="211551"/>
                      <a:pt x="55960" y="210384"/>
                      <a:pt x="56436" y="208812"/>
                    </a:cubicBezTo>
                    <a:cubicBezTo>
                      <a:pt x="56912" y="207241"/>
                      <a:pt x="57055" y="205836"/>
                      <a:pt x="56864" y="204597"/>
                    </a:cubicBezTo>
                    <a:lnTo>
                      <a:pt x="56722" y="204597"/>
                    </a:lnTo>
                    <a:lnTo>
                      <a:pt x="58007" y="202026"/>
                    </a:lnTo>
                    <a:cubicBezTo>
                      <a:pt x="58198" y="201073"/>
                      <a:pt x="58293" y="200311"/>
                      <a:pt x="58293" y="199740"/>
                    </a:cubicBezTo>
                    <a:cubicBezTo>
                      <a:pt x="58293" y="198978"/>
                      <a:pt x="58198" y="198406"/>
                      <a:pt x="58007" y="198025"/>
                    </a:cubicBezTo>
                    <a:lnTo>
                      <a:pt x="58007" y="197025"/>
                    </a:lnTo>
                    <a:cubicBezTo>
                      <a:pt x="58007" y="196454"/>
                      <a:pt x="58150" y="196073"/>
                      <a:pt x="58436" y="195882"/>
                    </a:cubicBezTo>
                    <a:lnTo>
                      <a:pt x="58436" y="195596"/>
                    </a:lnTo>
                    <a:cubicBezTo>
                      <a:pt x="58436" y="195120"/>
                      <a:pt x="58579" y="194882"/>
                      <a:pt x="58865" y="194882"/>
                    </a:cubicBezTo>
                    <a:cubicBezTo>
                      <a:pt x="58960" y="194882"/>
                      <a:pt x="59174" y="194930"/>
                      <a:pt x="59508" y="195025"/>
                    </a:cubicBezTo>
                    <a:cubicBezTo>
                      <a:pt x="59841" y="195120"/>
                      <a:pt x="60150" y="194930"/>
                      <a:pt x="60436" y="194453"/>
                    </a:cubicBezTo>
                    <a:cubicBezTo>
                      <a:pt x="60436" y="194072"/>
                      <a:pt x="60198" y="193739"/>
                      <a:pt x="59722" y="193453"/>
                    </a:cubicBezTo>
                    <a:cubicBezTo>
                      <a:pt x="59246" y="193167"/>
                      <a:pt x="58936" y="192929"/>
                      <a:pt x="58793" y="192739"/>
                    </a:cubicBezTo>
                    <a:cubicBezTo>
                      <a:pt x="58650" y="192548"/>
                      <a:pt x="58722" y="192310"/>
                      <a:pt x="59007" y="192024"/>
                    </a:cubicBezTo>
                    <a:cubicBezTo>
                      <a:pt x="59960" y="192405"/>
                      <a:pt x="60722" y="192596"/>
                      <a:pt x="61294" y="192596"/>
                    </a:cubicBezTo>
                    <a:cubicBezTo>
                      <a:pt x="61865" y="192596"/>
                      <a:pt x="62341" y="192453"/>
                      <a:pt x="62722" y="192167"/>
                    </a:cubicBezTo>
                    <a:lnTo>
                      <a:pt x="63865" y="192024"/>
                    </a:lnTo>
                    <a:cubicBezTo>
                      <a:pt x="64246" y="192024"/>
                      <a:pt x="64818" y="192120"/>
                      <a:pt x="65580" y="192310"/>
                    </a:cubicBezTo>
                    <a:cubicBezTo>
                      <a:pt x="66246" y="192786"/>
                      <a:pt x="66747" y="193429"/>
                      <a:pt x="67080" y="194239"/>
                    </a:cubicBezTo>
                    <a:cubicBezTo>
                      <a:pt x="67413" y="195049"/>
                      <a:pt x="67628" y="195596"/>
                      <a:pt x="67723" y="195882"/>
                    </a:cubicBezTo>
                    <a:cubicBezTo>
                      <a:pt x="68390" y="197120"/>
                      <a:pt x="69104" y="199073"/>
                      <a:pt x="69866" y="201740"/>
                    </a:cubicBezTo>
                    <a:lnTo>
                      <a:pt x="69723" y="203597"/>
                    </a:lnTo>
                    <a:cubicBezTo>
                      <a:pt x="69723" y="203883"/>
                      <a:pt x="69818" y="204312"/>
                      <a:pt x="70009" y="204883"/>
                    </a:cubicBezTo>
                    <a:lnTo>
                      <a:pt x="70152" y="204883"/>
                    </a:lnTo>
                    <a:cubicBezTo>
                      <a:pt x="73390" y="203264"/>
                      <a:pt x="75581" y="201930"/>
                      <a:pt x="76724" y="200883"/>
                    </a:cubicBezTo>
                    <a:cubicBezTo>
                      <a:pt x="77391" y="200025"/>
                      <a:pt x="78224" y="199335"/>
                      <a:pt x="79224" y="198811"/>
                    </a:cubicBezTo>
                    <a:cubicBezTo>
                      <a:pt x="80224" y="198287"/>
                      <a:pt x="80820" y="197978"/>
                      <a:pt x="81010" y="197882"/>
                    </a:cubicBezTo>
                    <a:cubicBezTo>
                      <a:pt x="81677" y="196739"/>
                      <a:pt x="82725" y="195668"/>
                      <a:pt x="84154" y="194668"/>
                    </a:cubicBezTo>
                    <a:cubicBezTo>
                      <a:pt x="85582" y="193667"/>
                      <a:pt x="86630" y="192882"/>
                      <a:pt x="87297" y="192310"/>
                    </a:cubicBezTo>
                    <a:cubicBezTo>
                      <a:pt x="87487" y="191929"/>
                      <a:pt x="88154" y="191405"/>
                      <a:pt x="89297" y="190739"/>
                    </a:cubicBezTo>
                    <a:cubicBezTo>
                      <a:pt x="90535" y="189691"/>
                      <a:pt x="91297" y="189119"/>
                      <a:pt x="91583" y="189024"/>
                    </a:cubicBezTo>
                    <a:cubicBezTo>
                      <a:pt x="91869" y="188929"/>
                      <a:pt x="92345" y="188738"/>
                      <a:pt x="93012" y="188453"/>
                    </a:cubicBezTo>
                    <a:close/>
                    <a:moveTo>
                      <a:pt x="5144" y="152734"/>
                    </a:moveTo>
                    <a:cubicBezTo>
                      <a:pt x="5429" y="152353"/>
                      <a:pt x="5620" y="152353"/>
                      <a:pt x="5715" y="152734"/>
                    </a:cubicBezTo>
                    <a:lnTo>
                      <a:pt x="5715" y="153305"/>
                    </a:lnTo>
                    <a:cubicBezTo>
                      <a:pt x="5715" y="153972"/>
                      <a:pt x="6001" y="154305"/>
                      <a:pt x="6572" y="154305"/>
                    </a:cubicBezTo>
                    <a:cubicBezTo>
                      <a:pt x="7049" y="154305"/>
                      <a:pt x="7668" y="154020"/>
                      <a:pt x="8430" y="153448"/>
                    </a:cubicBezTo>
                    <a:cubicBezTo>
                      <a:pt x="8525" y="154305"/>
                      <a:pt x="8882" y="155258"/>
                      <a:pt x="9501" y="156306"/>
                    </a:cubicBezTo>
                    <a:cubicBezTo>
                      <a:pt x="10120" y="157353"/>
                      <a:pt x="10573" y="158115"/>
                      <a:pt x="10859" y="158592"/>
                    </a:cubicBezTo>
                    <a:lnTo>
                      <a:pt x="15145" y="163449"/>
                    </a:lnTo>
                    <a:cubicBezTo>
                      <a:pt x="18764" y="167640"/>
                      <a:pt x="21574" y="170593"/>
                      <a:pt x="23574" y="172308"/>
                    </a:cubicBezTo>
                    <a:cubicBezTo>
                      <a:pt x="25003" y="171641"/>
                      <a:pt x="25908" y="171069"/>
                      <a:pt x="26289" y="170593"/>
                    </a:cubicBezTo>
                    <a:cubicBezTo>
                      <a:pt x="26861" y="170117"/>
                      <a:pt x="27694" y="169450"/>
                      <a:pt x="28789" y="168593"/>
                    </a:cubicBezTo>
                    <a:cubicBezTo>
                      <a:pt x="29885" y="167736"/>
                      <a:pt x="30766" y="166974"/>
                      <a:pt x="31433" y="166307"/>
                    </a:cubicBezTo>
                    <a:cubicBezTo>
                      <a:pt x="32290" y="166021"/>
                      <a:pt x="32980" y="165402"/>
                      <a:pt x="33504" y="164450"/>
                    </a:cubicBezTo>
                    <a:cubicBezTo>
                      <a:pt x="34028" y="163497"/>
                      <a:pt x="34385" y="162878"/>
                      <a:pt x="34576" y="162592"/>
                    </a:cubicBezTo>
                    <a:lnTo>
                      <a:pt x="46863" y="154020"/>
                    </a:lnTo>
                    <a:cubicBezTo>
                      <a:pt x="47339" y="153829"/>
                      <a:pt x="48244" y="153639"/>
                      <a:pt x="49578" y="153448"/>
                    </a:cubicBezTo>
                    <a:cubicBezTo>
                      <a:pt x="50149" y="153543"/>
                      <a:pt x="50959" y="153591"/>
                      <a:pt x="52007" y="153591"/>
                    </a:cubicBezTo>
                    <a:cubicBezTo>
                      <a:pt x="53054" y="153591"/>
                      <a:pt x="53816" y="153639"/>
                      <a:pt x="54293" y="153734"/>
                    </a:cubicBezTo>
                    <a:cubicBezTo>
                      <a:pt x="54483" y="153924"/>
                      <a:pt x="54888" y="154163"/>
                      <a:pt x="55507" y="154448"/>
                    </a:cubicBezTo>
                    <a:cubicBezTo>
                      <a:pt x="56126" y="154734"/>
                      <a:pt x="56388" y="155115"/>
                      <a:pt x="56293" y="155591"/>
                    </a:cubicBezTo>
                    <a:cubicBezTo>
                      <a:pt x="56769" y="156163"/>
                      <a:pt x="57007" y="157020"/>
                      <a:pt x="57007" y="158163"/>
                    </a:cubicBezTo>
                    <a:cubicBezTo>
                      <a:pt x="56912" y="158449"/>
                      <a:pt x="56793" y="158949"/>
                      <a:pt x="56650" y="159663"/>
                    </a:cubicBezTo>
                    <a:cubicBezTo>
                      <a:pt x="56507" y="160378"/>
                      <a:pt x="56293" y="161021"/>
                      <a:pt x="56007" y="161592"/>
                    </a:cubicBezTo>
                    <a:cubicBezTo>
                      <a:pt x="55531" y="162354"/>
                      <a:pt x="54959" y="163021"/>
                      <a:pt x="54293" y="163592"/>
                    </a:cubicBezTo>
                    <a:cubicBezTo>
                      <a:pt x="54007" y="164069"/>
                      <a:pt x="53483" y="164783"/>
                      <a:pt x="52721" y="165735"/>
                    </a:cubicBezTo>
                    <a:cubicBezTo>
                      <a:pt x="52054" y="166402"/>
                      <a:pt x="50840" y="167521"/>
                      <a:pt x="49078" y="169093"/>
                    </a:cubicBezTo>
                    <a:cubicBezTo>
                      <a:pt x="47316" y="170665"/>
                      <a:pt x="45768" y="172189"/>
                      <a:pt x="44434" y="173665"/>
                    </a:cubicBezTo>
                    <a:cubicBezTo>
                      <a:pt x="43101" y="175141"/>
                      <a:pt x="42005" y="176642"/>
                      <a:pt x="41148" y="178166"/>
                    </a:cubicBezTo>
                    <a:cubicBezTo>
                      <a:pt x="40481" y="178928"/>
                      <a:pt x="39529" y="179785"/>
                      <a:pt x="38291" y="180737"/>
                    </a:cubicBezTo>
                    <a:cubicBezTo>
                      <a:pt x="36862" y="181976"/>
                      <a:pt x="35862" y="182904"/>
                      <a:pt x="35290" y="183523"/>
                    </a:cubicBezTo>
                    <a:cubicBezTo>
                      <a:pt x="34719" y="184142"/>
                      <a:pt x="34433" y="184928"/>
                      <a:pt x="34433" y="185881"/>
                    </a:cubicBezTo>
                    <a:cubicBezTo>
                      <a:pt x="34433" y="186167"/>
                      <a:pt x="34528" y="186595"/>
                      <a:pt x="34719" y="187167"/>
                    </a:cubicBezTo>
                    <a:cubicBezTo>
                      <a:pt x="35100" y="188024"/>
                      <a:pt x="35719" y="188976"/>
                      <a:pt x="36576" y="190024"/>
                    </a:cubicBezTo>
                    <a:cubicBezTo>
                      <a:pt x="36957" y="192596"/>
                      <a:pt x="37148" y="196501"/>
                      <a:pt x="37148" y="201740"/>
                    </a:cubicBezTo>
                    <a:lnTo>
                      <a:pt x="37148" y="213599"/>
                    </a:lnTo>
                    <a:cubicBezTo>
                      <a:pt x="37148" y="213789"/>
                      <a:pt x="37195" y="214099"/>
                      <a:pt x="37290" y="214527"/>
                    </a:cubicBezTo>
                    <a:cubicBezTo>
                      <a:pt x="37386" y="214956"/>
                      <a:pt x="37481" y="215313"/>
                      <a:pt x="37576" y="215599"/>
                    </a:cubicBezTo>
                    <a:cubicBezTo>
                      <a:pt x="37481" y="216456"/>
                      <a:pt x="37433" y="217647"/>
                      <a:pt x="37433" y="219171"/>
                    </a:cubicBezTo>
                    <a:cubicBezTo>
                      <a:pt x="37433" y="220409"/>
                      <a:pt x="37481" y="221314"/>
                      <a:pt x="37576" y="221885"/>
                    </a:cubicBezTo>
                    <a:cubicBezTo>
                      <a:pt x="37957" y="222933"/>
                      <a:pt x="38148" y="224076"/>
                      <a:pt x="38148" y="225314"/>
                    </a:cubicBezTo>
                    <a:cubicBezTo>
                      <a:pt x="38148" y="226076"/>
                      <a:pt x="38052" y="227219"/>
                      <a:pt x="37862" y="228743"/>
                    </a:cubicBezTo>
                    <a:cubicBezTo>
                      <a:pt x="37672" y="230458"/>
                      <a:pt x="37576" y="231648"/>
                      <a:pt x="37576" y="232315"/>
                    </a:cubicBezTo>
                    <a:cubicBezTo>
                      <a:pt x="37862" y="233744"/>
                      <a:pt x="38005" y="235887"/>
                      <a:pt x="38005" y="238745"/>
                    </a:cubicBezTo>
                    <a:lnTo>
                      <a:pt x="38005" y="241888"/>
                    </a:lnTo>
                    <a:lnTo>
                      <a:pt x="37862" y="245174"/>
                    </a:lnTo>
                    <a:cubicBezTo>
                      <a:pt x="37862" y="245841"/>
                      <a:pt x="37910" y="246365"/>
                      <a:pt x="38005" y="246746"/>
                    </a:cubicBezTo>
                    <a:cubicBezTo>
                      <a:pt x="37910" y="247317"/>
                      <a:pt x="37791" y="248127"/>
                      <a:pt x="37648" y="249174"/>
                    </a:cubicBezTo>
                    <a:cubicBezTo>
                      <a:pt x="37505" y="250222"/>
                      <a:pt x="37338" y="251079"/>
                      <a:pt x="37148" y="251746"/>
                    </a:cubicBezTo>
                    <a:cubicBezTo>
                      <a:pt x="36576" y="252984"/>
                      <a:pt x="35671" y="254080"/>
                      <a:pt x="34433" y="255032"/>
                    </a:cubicBezTo>
                    <a:cubicBezTo>
                      <a:pt x="33385" y="255413"/>
                      <a:pt x="32147" y="255604"/>
                      <a:pt x="30718" y="255604"/>
                    </a:cubicBezTo>
                    <a:cubicBezTo>
                      <a:pt x="29194" y="255604"/>
                      <a:pt x="27837" y="255318"/>
                      <a:pt x="26646" y="254747"/>
                    </a:cubicBezTo>
                    <a:cubicBezTo>
                      <a:pt x="25456" y="254175"/>
                      <a:pt x="24622" y="253270"/>
                      <a:pt x="24146" y="252032"/>
                    </a:cubicBezTo>
                    <a:cubicBezTo>
                      <a:pt x="23098" y="250984"/>
                      <a:pt x="22336" y="250032"/>
                      <a:pt x="21860" y="249174"/>
                    </a:cubicBezTo>
                    <a:cubicBezTo>
                      <a:pt x="21384" y="248317"/>
                      <a:pt x="21241" y="247365"/>
                      <a:pt x="21431" y="246317"/>
                    </a:cubicBezTo>
                    <a:cubicBezTo>
                      <a:pt x="20860" y="245460"/>
                      <a:pt x="20574" y="244555"/>
                      <a:pt x="20574" y="243602"/>
                    </a:cubicBezTo>
                    <a:cubicBezTo>
                      <a:pt x="20574" y="243507"/>
                      <a:pt x="20717" y="242459"/>
                      <a:pt x="21003" y="240459"/>
                    </a:cubicBezTo>
                    <a:cubicBezTo>
                      <a:pt x="21479" y="234554"/>
                      <a:pt x="21812" y="228029"/>
                      <a:pt x="22003" y="220885"/>
                    </a:cubicBezTo>
                    <a:cubicBezTo>
                      <a:pt x="22193" y="215551"/>
                      <a:pt x="22384" y="211598"/>
                      <a:pt x="22574" y="209027"/>
                    </a:cubicBezTo>
                    <a:cubicBezTo>
                      <a:pt x="22765" y="207503"/>
                      <a:pt x="22860" y="206360"/>
                      <a:pt x="22860" y="205598"/>
                    </a:cubicBezTo>
                    <a:cubicBezTo>
                      <a:pt x="23336" y="202169"/>
                      <a:pt x="23622" y="198740"/>
                      <a:pt x="23717" y="195311"/>
                    </a:cubicBezTo>
                    <a:cubicBezTo>
                      <a:pt x="23622" y="194549"/>
                      <a:pt x="23479" y="193977"/>
                      <a:pt x="23289" y="193596"/>
                    </a:cubicBezTo>
                    <a:cubicBezTo>
                      <a:pt x="23098" y="193215"/>
                      <a:pt x="22765" y="192977"/>
                      <a:pt x="22289" y="192882"/>
                    </a:cubicBezTo>
                    <a:cubicBezTo>
                      <a:pt x="22003" y="192691"/>
                      <a:pt x="21027" y="192191"/>
                      <a:pt x="19360" y="191381"/>
                    </a:cubicBezTo>
                    <a:cubicBezTo>
                      <a:pt x="17693" y="190572"/>
                      <a:pt x="16240" y="189596"/>
                      <a:pt x="15002" y="188453"/>
                    </a:cubicBezTo>
                    <a:cubicBezTo>
                      <a:pt x="14716" y="187976"/>
                      <a:pt x="14288" y="187476"/>
                      <a:pt x="13716" y="186952"/>
                    </a:cubicBezTo>
                    <a:cubicBezTo>
                      <a:pt x="13145" y="186428"/>
                      <a:pt x="12811" y="185881"/>
                      <a:pt x="12716" y="185309"/>
                    </a:cubicBezTo>
                    <a:cubicBezTo>
                      <a:pt x="12049" y="184643"/>
                      <a:pt x="11573" y="183833"/>
                      <a:pt x="11287" y="182880"/>
                    </a:cubicBezTo>
                    <a:cubicBezTo>
                      <a:pt x="11002" y="181928"/>
                      <a:pt x="10859" y="181356"/>
                      <a:pt x="10859" y="181166"/>
                    </a:cubicBezTo>
                    <a:cubicBezTo>
                      <a:pt x="10573" y="180690"/>
                      <a:pt x="10406" y="180071"/>
                      <a:pt x="10359" y="179309"/>
                    </a:cubicBezTo>
                    <a:cubicBezTo>
                      <a:pt x="10311" y="178547"/>
                      <a:pt x="10192" y="177904"/>
                      <a:pt x="10001" y="177380"/>
                    </a:cubicBezTo>
                    <a:cubicBezTo>
                      <a:pt x="9811" y="176856"/>
                      <a:pt x="9430" y="176451"/>
                      <a:pt x="8858" y="176165"/>
                    </a:cubicBezTo>
                    <a:cubicBezTo>
                      <a:pt x="7811" y="174546"/>
                      <a:pt x="6810" y="172736"/>
                      <a:pt x="5858" y="170736"/>
                    </a:cubicBezTo>
                    <a:lnTo>
                      <a:pt x="4572" y="168164"/>
                    </a:lnTo>
                    <a:cubicBezTo>
                      <a:pt x="4763" y="167498"/>
                      <a:pt x="4858" y="166545"/>
                      <a:pt x="4858" y="165307"/>
                    </a:cubicBezTo>
                    <a:cubicBezTo>
                      <a:pt x="4763" y="164831"/>
                      <a:pt x="4644" y="163878"/>
                      <a:pt x="4501" y="162449"/>
                    </a:cubicBezTo>
                    <a:cubicBezTo>
                      <a:pt x="4358" y="161021"/>
                      <a:pt x="4001" y="159925"/>
                      <a:pt x="3429" y="159163"/>
                    </a:cubicBezTo>
                    <a:lnTo>
                      <a:pt x="3143" y="158163"/>
                    </a:lnTo>
                    <a:cubicBezTo>
                      <a:pt x="3143" y="157877"/>
                      <a:pt x="3239" y="157663"/>
                      <a:pt x="3429" y="157520"/>
                    </a:cubicBezTo>
                    <a:cubicBezTo>
                      <a:pt x="3620" y="157377"/>
                      <a:pt x="3905" y="157211"/>
                      <a:pt x="4286" y="157020"/>
                    </a:cubicBezTo>
                    <a:cubicBezTo>
                      <a:pt x="4667" y="155496"/>
                      <a:pt x="4763" y="154353"/>
                      <a:pt x="4572" y="153591"/>
                    </a:cubicBezTo>
                    <a:cubicBezTo>
                      <a:pt x="4667" y="153401"/>
                      <a:pt x="4858" y="153115"/>
                      <a:pt x="5144" y="152734"/>
                    </a:cubicBezTo>
                    <a:close/>
                    <a:moveTo>
                      <a:pt x="81725" y="142161"/>
                    </a:moveTo>
                    <a:lnTo>
                      <a:pt x="82010" y="142304"/>
                    </a:lnTo>
                    <a:cubicBezTo>
                      <a:pt x="81820" y="142685"/>
                      <a:pt x="81772" y="142971"/>
                      <a:pt x="81868" y="143161"/>
                    </a:cubicBezTo>
                    <a:cubicBezTo>
                      <a:pt x="82248" y="143352"/>
                      <a:pt x="82677" y="143685"/>
                      <a:pt x="83153" y="144161"/>
                    </a:cubicBezTo>
                    <a:cubicBezTo>
                      <a:pt x="83630" y="144638"/>
                      <a:pt x="84058" y="144995"/>
                      <a:pt x="84439" y="145233"/>
                    </a:cubicBezTo>
                    <a:cubicBezTo>
                      <a:pt x="84820" y="145471"/>
                      <a:pt x="85296" y="145495"/>
                      <a:pt x="85868" y="145304"/>
                    </a:cubicBezTo>
                    <a:cubicBezTo>
                      <a:pt x="86058" y="145209"/>
                      <a:pt x="86344" y="145019"/>
                      <a:pt x="86725" y="144733"/>
                    </a:cubicBezTo>
                    <a:cubicBezTo>
                      <a:pt x="87106" y="144447"/>
                      <a:pt x="87440" y="144495"/>
                      <a:pt x="87725" y="144876"/>
                    </a:cubicBezTo>
                    <a:cubicBezTo>
                      <a:pt x="87821" y="145066"/>
                      <a:pt x="88249" y="145971"/>
                      <a:pt x="89011" y="147590"/>
                    </a:cubicBezTo>
                    <a:cubicBezTo>
                      <a:pt x="89868" y="148924"/>
                      <a:pt x="90345" y="150162"/>
                      <a:pt x="90440" y="151305"/>
                    </a:cubicBezTo>
                    <a:cubicBezTo>
                      <a:pt x="90249" y="152162"/>
                      <a:pt x="89630" y="153591"/>
                      <a:pt x="88583" y="155591"/>
                    </a:cubicBezTo>
                    <a:cubicBezTo>
                      <a:pt x="88202" y="156734"/>
                      <a:pt x="88154" y="157544"/>
                      <a:pt x="88440" y="158020"/>
                    </a:cubicBezTo>
                    <a:lnTo>
                      <a:pt x="105442" y="166021"/>
                    </a:lnTo>
                    <a:cubicBezTo>
                      <a:pt x="106013" y="166497"/>
                      <a:pt x="106799" y="167140"/>
                      <a:pt x="107799" y="167950"/>
                    </a:cubicBezTo>
                    <a:cubicBezTo>
                      <a:pt x="108799" y="168760"/>
                      <a:pt x="109728" y="169379"/>
                      <a:pt x="110585" y="169807"/>
                    </a:cubicBezTo>
                    <a:cubicBezTo>
                      <a:pt x="111443" y="170236"/>
                      <a:pt x="112347" y="170450"/>
                      <a:pt x="113300" y="170450"/>
                    </a:cubicBezTo>
                    <a:cubicBezTo>
                      <a:pt x="113871" y="170069"/>
                      <a:pt x="114633" y="169855"/>
                      <a:pt x="115586" y="169807"/>
                    </a:cubicBezTo>
                    <a:cubicBezTo>
                      <a:pt x="116538" y="169760"/>
                      <a:pt x="117300" y="169688"/>
                      <a:pt x="117872" y="169593"/>
                    </a:cubicBezTo>
                    <a:cubicBezTo>
                      <a:pt x="120158" y="169593"/>
                      <a:pt x="121825" y="169403"/>
                      <a:pt x="122873" y="169022"/>
                    </a:cubicBezTo>
                    <a:cubicBezTo>
                      <a:pt x="125254" y="168641"/>
                      <a:pt x="126968" y="168117"/>
                      <a:pt x="128016" y="167450"/>
                    </a:cubicBezTo>
                    <a:cubicBezTo>
                      <a:pt x="128302" y="167640"/>
                      <a:pt x="128659" y="167831"/>
                      <a:pt x="129088" y="168021"/>
                    </a:cubicBezTo>
                    <a:cubicBezTo>
                      <a:pt x="129516" y="168212"/>
                      <a:pt x="129778" y="168498"/>
                      <a:pt x="129874" y="168879"/>
                    </a:cubicBezTo>
                    <a:cubicBezTo>
                      <a:pt x="130540" y="168879"/>
                      <a:pt x="131064" y="168998"/>
                      <a:pt x="131445" y="169236"/>
                    </a:cubicBezTo>
                    <a:cubicBezTo>
                      <a:pt x="131826" y="169474"/>
                      <a:pt x="131778" y="169784"/>
                      <a:pt x="131302" y="170165"/>
                    </a:cubicBezTo>
                    <a:lnTo>
                      <a:pt x="131302" y="170879"/>
                    </a:lnTo>
                    <a:cubicBezTo>
                      <a:pt x="131302" y="171546"/>
                      <a:pt x="131159" y="172260"/>
                      <a:pt x="130874" y="173022"/>
                    </a:cubicBezTo>
                    <a:cubicBezTo>
                      <a:pt x="130493" y="173213"/>
                      <a:pt x="130064" y="173617"/>
                      <a:pt x="129588" y="174236"/>
                    </a:cubicBezTo>
                    <a:cubicBezTo>
                      <a:pt x="129112" y="174856"/>
                      <a:pt x="128635" y="175213"/>
                      <a:pt x="128159" y="175308"/>
                    </a:cubicBezTo>
                    <a:cubicBezTo>
                      <a:pt x="127397" y="175975"/>
                      <a:pt x="126897" y="176903"/>
                      <a:pt x="126659" y="178094"/>
                    </a:cubicBezTo>
                    <a:cubicBezTo>
                      <a:pt x="126421" y="179285"/>
                      <a:pt x="126254" y="180071"/>
                      <a:pt x="126159" y="180452"/>
                    </a:cubicBezTo>
                    <a:cubicBezTo>
                      <a:pt x="126159" y="180737"/>
                      <a:pt x="126111" y="181166"/>
                      <a:pt x="126016" y="181737"/>
                    </a:cubicBezTo>
                    <a:cubicBezTo>
                      <a:pt x="125921" y="182309"/>
                      <a:pt x="125778" y="182833"/>
                      <a:pt x="125587" y="183309"/>
                    </a:cubicBezTo>
                    <a:cubicBezTo>
                      <a:pt x="124444" y="184643"/>
                      <a:pt x="123635" y="185690"/>
                      <a:pt x="123158" y="186452"/>
                    </a:cubicBezTo>
                    <a:cubicBezTo>
                      <a:pt x="121063" y="187595"/>
                      <a:pt x="119491" y="188262"/>
                      <a:pt x="118444" y="188453"/>
                    </a:cubicBezTo>
                    <a:cubicBezTo>
                      <a:pt x="117777" y="188643"/>
                      <a:pt x="116896" y="188953"/>
                      <a:pt x="115800" y="189381"/>
                    </a:cubicBezTo>
                    <a:cubicBezTo>
                      <a:pt x="114705" y="189810"/>
                      <a:pt x="113776" y="189977"/>
                      <a:pt x="113014" y="189881"/>
                    </a:cubicBezTo>
                    <a:cubicBezTo>
                      <a:pt x="112157" y="189405"/>
                      <a:pt x="111062" y="189048"/>
                      <a:pt x="109728" y="188810"/>
                    </a:cubicBezTo>
                    <a:cubicBezTo>
                      <a:pt x="108395" y="188572"/>
                      <a:pt x="107394" y="188357"/>
                      <a:pt x="106728" y="188167"/>
                    </a:cubicBezTo>
                    <a:cubicBezTo>
                      <a:pt x="106537" y="187976"/>
                      <a:pt x="105204" y="186929"/>
                      <a:pt x="102727" y="185024"/>
                    </a:cubicBezTo>
                    <a:cubicBezTo>
                      <a:pt x="102441" y="184833"/>
                      <a:pt x="101560" y="184190"/>
                      <a:pt x="100084" y="183095"/>
                    </a:cubicBezTo>
                    <a:cubicBezTo>
                      <a:pt x="98608" y="181999"/>
                      <a:pt x="97393" y="180833"/>
                      <a:pt x="96441" y="179594"/>
                    </a:cubicBezTo>
                    <a:cubicBezTo>
                      <a:pt x="96631" y="179785"/>
                      <a:pt x="95250" y="178689"/>
                      <a:pt x="92297" y="176308"/>
                    </a:cubicBezTo>
                    <a:cubicBezTo>
                      <a:pt x="88392" y="173355"/>
                      <a:pt x="85439" y="170736"/>
                      <a:pt x="83439" y="168450"/>
                    </a:cubicBezTo>
                    <a:cubicBezTo>
                      <a:pt x="83344" y="168260"/>
                      <a:pt x="83249" y="167926"/>
                      <a:pt x="83153" y="167450"/>
                    </a:cubicBezTo>
                    <a:cubicBezTo>
                      <a:pt x="83058" y="166974"/>
                      <a:pt x="82939" y="166640"/>
                      <a:pt x="82796" y="166450"/>
                    </a:cubicBezTo>
                    <a:cubicBezTo>
                      <a:pt x="82653" y="166259"/>
                      <a:pt x="82439" y="166259"/>
                      <a:pt x="82153" y="166450"/>
                    </a:cubicBezTo>
                    <a:cubicBezTo>
                      <a:pt x="81677" y="166926"/>
                      <a:pt x="81010" y="167926"/>
                      <a:pt x="80153" y="169450"/>
                    </a:cubicBezTo>
                    <a:cubicBezTo>
                      <a:pt x="79582" y="170117"/>
                      <a:pt x="78867" y="171022"/>
                      <a:pt x="78010" y="172165"/>
                    </a:cubicBezTo>
                    <a:cubicBezTo>
                      <a:pt x="77153" y="173308"/>
                      <a:pt x="76272" y="174236"/>
                      <a:pt x="75367" y="174951"/>
                    </a:cubicBezTo>
                    <a:cubicBezTo>
                      <a:pt x="74462" y="175665"/>
                      <a:pt x="73486" y="176070"/>
                      <a:pt x="72438" y="176165"/>
                    </a:cubicBezTo>
                    <a:cubicBezTo>
                      <a:pt x="71485" y="176832"/>
                      <a:pt x="70461" y="177713"/>
                      <a:pt x="69366" y="178808"/>
                    </a:cubicBezTo>
                    <a:cubicBezTo>
                      <a:pt x="68271" y="179904"/>
                      <a:pt x="67437" y="180690"/>
                      <a:pt x="66866" y="181166"/>
                    </a:cubicBezTo>
                    <a:cubicBezTo>
                      <a:pt x="65246" y="181737"/>
                      <a:pt x="62913" y="182880"/>
                      <a:pt x="59865" y="184595"/>
                    </a:cubicBezTo>
                    <a:cubicBezTo>
                      <a:pt x="59198" y="184785"/>
                      <a:pt x="58293" y="185143"/>
                      <a:pt x="57150" y="185666"/>
                    </a:cubicBezTo>
                    <a:cubicBezTo>
                      <a:pt x="56007" y="186190"/>
                      <a:pt x="55150" y="186548"/>
                      <a:pt x="54578" y="186738"/>
                    </a:cubicBezTo>
                    <a:cubicBezTo>
                      <a:pt x="53531" y="186643"/>
                      <a:pt x="52673" y="186500"/>
                      <a:pt x="52007" y="186309"/>
                    </a:cubicBezTo>
                    <a:cubicBezTo>
                      <a:pt x="51340" y="186119"/>
                      <a:pt x="50768" y="185786"/>
                      <a:pt x="50292" y="185309"/>
                    </a:cubicBezTo>
                    <a:cubicBezTo>
                      <a:pt x="50102" y="185214"/>
                      <a:pt x="49697" y="185095"/>
                      <a:pt x="49078" y="184952"/>
                    </a:cubicBezTo>
                    <a:cubicBezTo>
                      <a:pt x="48459" y="184809"/>
                      <a:pt x="47911" y="184595"/>
                      <a:pt x="47435" y="184309"/>
                    </a:cubicBezTo>
                    <a:lnTo>
                      <a:pt x="46720" y="184309"/>
                    </a:lnTo>
                    <a:cubicBezTo>
                      <a:pt x="45958" y="184309"/>
                      <a:pt x="45315" y="184095"/>
                      <a:pt x="44791" y="183666"/>
                    </a:cubicBezTo>
                    <a:cubicBezTo>
                      <a:pt x="44268" y="183238"/>
                      <a:pt x="44006" y="182642"/>
                      <a:pt x="44006" y="181880"/>
                    </a:cubicBezTo>
                    <a:cubicBezTo>
                      <a:pt x="44006" y="181595"/>
                      <a:pt x="44077" y="181190"/>
                      <a:pt x="44220" y="180666"/>
                    </a:cubicBezTo>
                    <a:cubicBezTo>
                      <a:pt x="44363" y="180142"/>
                      <a:pt x="44387" y="179690"/>
                      <a:pt x="44291" y="179309"/>
                    </a:cubicBezTo>
                    <a:cubicBezTo>
                      <a:pt x="44768" y="178832"/>
                      <a:pt x="45482" y="178404"/>
                      <a:pt x="46434" y="178023"/>
                    </a:cubicBezTo>
                    <a:cubicBezTo>
                      <a:pt x="47387" y="177642"/>
                      <a:pt x="48101" y="177356"/>
                      <a:pt x="48578" y="177165"/>
                    </a:cubicBezTo>
                    <a:cubicBezTo>
                      <a:pt x="50673" y="176784"/>
                      <a:pt x="52197" y="176213"/>
                      <a:pt x="53150" y="175451"/>
                    </a:cubicBezTo>
                    <a:cubicBezTo>
                      <a:pt x="54007" y="174498"/>
                      <a:pt x="55174" y="173665"/>
                      <a:pt x="56650" y="172951"/>
                    </a:cubicBezTo>
                    <a:cubicBezTo>
                      <a:pt x="58126" y="172236"/>
                      <a:pt x="59198" y="171689"/>
                      <a:pt x="59865" y="171308"/>
                    </a:cubicBezTo>
                    <a:cubicBezTo>
                      <a:pt x="61389" y="169879"/>
                      <a:pt x="62865" y="168736"/>
                      <a:pt x="64294" y="167879"/>
                    </a:cubicBezTo>
                    <a:cubicBezTo>
                      <a:pt x="65342" y="167021"/>
                      <a:pt x="66270" y="165997"/>
                      <a:pt x="67080" y="164807"/>
                    </a:cubicBezTo>
                    <a:cubicBezTo>
                      <a:pt x="67890" y="163616"/>
                      <a:pt x="68390" y="162926"/>
                      <a:pt x="68580" y="162735"/>
                    </a:cubicBezTo>
                    <a:cubicBezTo>
                      <a:pt x="69152" y="161783"/>
                      <a:pt x="69818" y="160830"/>
                      <a:pt x="70580" y="159878"/>
                    </a:cubicBezTo>
                    <a:cubicBezTo>
                      <a:pt x="70771" y="159687"/>
                      <a:pt x="71176" y="159258"/>
                      <a:pt x="71795" y="158592"/>
                    </a:cubicBezTo>
                    <a:cubicBezTo>
                      <a:pt x="72414" y="157925"/>
                      <a:pt x="72819" y="157258"/>
                      <a:pt x="73009" y="156591"/>
                    </a:cubicBezTo>
                    <a:cubicBezTo>
                      <a:pt x="74057" y="155163"/>
                      <a:pt x="75343" y="152924"/>
                      <a:pt x="76867" y="149876"/>
                    </a:cubicBezTo>
                    <a:cubicBezTo>
                      <a:pt x="78010" y="146447"/>
                      <a:pt x="79629" y="143876"/>
                      <a:pt x="81725" y="142161"/>
                    </a:cubicBezTo>
                    <a:close/>
                    <a:moveTo>
                      <a:pt x="36862" y="99013"/>
                    </a:moveTo>
                    <a:cubicBezTo>
                      <a:pt x="36671" y="99108"/>
                      <a:pt x="36314" y="99227"/>
                      <a:pt x="35790" y="99370"/>
                    </a:cubicBezTo>
                    <a:cubicBezTo>
                      <a:pt x="35266" y="99513"/>
                      <a:pt x="35052" y="99822"/>
                      <a:pt x="35147" y="100299"/>
                    </a:cubicBezTo>
                    <a:cubicBezTo>
                      <a:pt x="35338" y="100203"/>
                      <a:pt x="35671" y="100108"/>
                      <a:pt x="36148" y="100013"/>
                    </a:cubicBezTo>
                    <a:cubicBezTo>
                      <a:pt x="36624" y="99918"/>
                      <a:pt x="36910" y="99680"/>
                      <a:pt x="37005" y="99299"/>
                    </a:cubicBezTo>
                    <a:close/>
                    <a:moveTo>
                      <a:pt x="20717" y="94869"/>
                    </a:moveTo>
                    <a:lnTo>
                      <a:pt x="22289" y="95012"/>
                    </a:lnTo>
                    <a:cubicBezTo>
                      <a:pt x="22574" y="95108"/>
                      <a:pt x="23027" y="95274"/>
                      <a:pt x="23646" y="95512"/>
                    </a:cubicBezTo>
                    <a:cubicBezTo>
                      <a:pt x="24265" y="95750"/>
                      <a:pt x="24718" y="96108"/>
                      <a:pt x="25003" y="96584"/>
                    </a:cubicBezTo>
                    <a:cubicBezTo>
                      <a:pt x="22527" y="95822"/>
                      <a:pt x="20669" y="95298"/>
                      <a:pt x="19431" y="95012"/>
                    </a:cubicBezTo>
                    <a:close/>
                    <a:moveTo>
                      <a:pt x="46720" y="83154"/>
                    </a:moveTo>
                    <a:cubicBezTo>
                      <a:pt x="45577" y="83344"/>
                      <a:pt x="44720" y="83535"/>
                      <a:pt x="44148" y="83725"/>
                    </a:cubicBezTo>
                    <a:lnTo>
                      <a:pt x="44148" y="83868"/>
                    </a:lnTo>
                    <a:lnTo>
                      <a:pt x="46720" y="83297"/>
                    </a:lnTo>
                    <a:close/>
                    <a:moveTo>
                      <a:pt x="73438" y="40005"/>
                    </a:moveTo>
                    <a:lnTo>
                      <a:pt x="74009" y="40434"/>
                    </a:lnTo>
                    <a:cubicBezTo>
                      <a:pt x="74200" y="40625"/>
                      <a:pt x="74581" y="40815"/>
                      <a:pt x="75152" y="41006"/>
                    </a:cubicBezTo>
                    <a:cubicBezTo>
                      <a:pt x="76772" y="41196"/>
                      <a:pt x="77962" y="41625"/>
                      <a:pt x="78724" y="42291"/>
                    </a:cubicBezTo>
                    <a:cubicBezTo>
                      <a:pt x="80344" y="44387"/>
                      <a:pt x="81153" y="46816"/>
                      <a:pt x="81153" y="49578"/>
                    </a:cubicBezTo>
                    <a:cubicBezTo>
                      <a:pt x="81153" y="50531"/>
                      <a:pt x="80820" y="51245"/>
                      <a:pt x="80153" y="51721"/>
                    </a:cubicBezTo>
                    <a:cubicBezTo>
                      <a:pt x="79486" y="52197"/>
                      <a:pt x="78581" y="52650"/>
                      <a:pt x="77438" y="53078"/>
                    </a:cubicBezTo>
                    <a:cubicBezTo>
                      <a:pt x="76295" y="53507"/>
                      <a:pt x="75486" y="53864"/>
                      <a:pt x="75010" y="54150"/>
                    </a:cubicBezTo>
                    <a:cubicBezTo>
                      <a:pt x="74628" y="54245"/>
                      <a:pt x="73866" y="54364"/>
                      <a:pt x="72724" y="54507"/>
                    </a:cubicBezTo>
                    <a:cubicBezTo>
                      <a:pt x="71580" y="54650"/>
                      <a:pt x="70533" y="54912"/>
                      <a:pt x="69580" y="55293"/>
                    </a:cubicBezTo>
                    <a:cubicBezTo>
                      <a:pt x="69104" y="55293"/>
                      <a:pt x="68485" y="55103"/>
                      <a:pt x="67723" y="54722"/>
                    </a:cubicBezTo>
                    <a:cubicBezTo>
                      <a:pt x="62960" y="55388"/>
                      <a:pt x="56293" y="56769"/>
                      <a:pt x="47720" y="58865"/>
                    </a:cubicBezTo>
                    <a:lnTo>
                      <a:pt x="47863" y="63866"/>
                    </a:lnTo>
                    <a:cubicBezTo>
                      <a:pt x="48530" y="63580"/>
                      <a:pt x="49816" y="62984"/>
                      <a:pt x="51721" y="62080"/>
                    </a:cubicBezTo>
                    <a:cubicBezTo>
                      <a:pt x="53626" y="61175"/>
                      <a:pt x="55436" y="60675"/>
                      <a:pt x="57150" y="60579"/>
                    </a:cubicBezTo>
                    <a:cubicBezTo>
                      <a:pt x="57436" y="60484"/>
                      <a:pt x="58103" y="60270"/>
                      <a:pt x="59150" y="59936"/>
                    </a:cubicBezTo>
                    <a:cubicBezTo>
                      <a:pt x="60198" y="59603"/>
                      <a:pt x="61055" y="59151"/>
                      <a:pt x="61722" y="58579"/>
                    </a:cubicBezTo>
                    <a:cubicBezTo>
                      <a:pt x="63246" y="58484"/>
                      <a:pt x="64532" y="58508"/>
                      <a:pt x="65580" y="58651"/>
                    </a:cubicBezTo>
                    <a:cubicBezTo>
                      <a:pt x="66628" y="58793"/>
                      <a:pt x="67580" y="59198"/>
                      <a:pt x="68437" y="59865"/>
                    </a:cubicBezTo>
                    <a:cubicBezTo>
                      <a:pt x="69390" y="60246"/>
                      <a:pt x="69961" y="60675"/>
                      <a:pt x="70152" y="61151"/>
                    </a:cubicBezTo>
                    <a:cubicBezTo>
                      <a:pt x="70533" y="61437"/>
                      <a:pt x="71057" y="61984"/>
                      <a:pt x="71723" y="62794"/>
                    </a:cubicBezTo>
                    <a:cubicBezTo>
                      <a:pt x="72390" y="63604"/>
                      <a:pt x="72962" y="64199"/>
                      <a:pt x="73438" y="64580"/>
                    </a:cubicBezTo>
                    <a:cubicBezTo>
                      <a:pt x="73914" y="64961"/>
                      <a:pt x="74486" y="65199"/>
                      <a:pt x="75152" y="65294"/>
                    </a:cubicBezTo>
                    <a:cubicBezTo>
                      <a:pt x="75914" y="66056"/>
                      <a:pt x="76295" y="67390"/>
                      <a:pt x="76295" y="69295"/>
                    </a:cubicBezTo>
                    <a:lnTo>
                      <a:pt x="74581" y="74295"/>
                    </a:lnTo>
                    <a:cubicBezTo>
                      <a:pt x="73438" y="77439"/>
                      <a:pt x="72581" y="80201"/>
                      <a:pt x="72009" y="82582"/>
                    </a:cubicBezTo>
                    <a:cubicBezTo>
                      <a:pt x="71438" y="84963"/>
                      <a:pt x="71200" y="87392"/>
                      <a:pt x="71295" y="89869"/>
                    </a:cubicBezTo>
                    <a:cubicBezTo>
                      <a:pt x="71390" y="90821"/>
                      <a:pt x="71580" y="92107"/>
                      <a:pt x="71866" y="93726"/>
                    </a:cubicBezTo>
                    <a:cubicBezTo>
                      <a:pt x="72152" y="95346"/>
                      <a:pt x="72247" y="96774"/>
                      <a:pt x="72152" y="98013"/>
                    </a:cubicBezTo>
                    <a:cubicBezTo>
                      <a:pt x="71962" y="99156"/>
                      <a:pt x="71580" y="100370"/>
                      <a:pt x="71009" y="101656"/>
                    </a:cubicBezTo>
                    <a:cubicBezTo>
                      <a:pt x="70438" y="102942"/>
                      <a:pt x="70057" y="103823"/>
                      <a:pt x="69866" y="104299"/>
                    </a:cubicBezTo>
                    <a:cubicBezTo>
                      <a:pt x="69294" y="104966"/>
                      <a:pt x="67913" y="106061"/>
                      <a:pt x="65723" y="107585"/>
                    </a:cubicBezTo>
                    <a:cubicBezTo>
                      <a:pt x="65532" y="107681"/>
                      <a:pt x="65151" y="107895"/>
                      <a:pt x="64580" y="108228"/>
                    </a:cubicBezTo>
                    <a:cubicBezTo>
                      <a:pt x="64008" y="108562"/>
                      <a:pt x="63484" y="108633"/>
                      <a:pt x="63008" y="108443"/>
                    </a:cubicBezTo>
                    <a:cubicBezTo>
                      <a:pt x="62532" y="108728"/>
                      <a:pt x="61984" y="109085"/>
                      <a:pt x="61365" y="109514"/>
                    </a:cubicBezTo>
                    <a:cubicBezTo>
                      <a:pt x="60746" y="109943"/>
                      <a:pt x="60293" y="110300"/>
                      <a:pt x="60008" y="110586"/>
                    </a:cubicBezTo>
                    <a:cubicBezTo>
                      <a:pt x="56102" y="111538"/>
                      <a:pt x="54769" y="111491"/>
                      <a:pt x="56007" y="110443"/>
                    </a:cubicBezTo>
                    <a:lnTo>
                      <a:pt x="55436" y="110300"/>
                    </a:lnTo>
                    <a:cubicBezTo>
                      <a:pt x="55055" y="110300"/>
                      <a:pt x="54721" y="110348"/>
                      <a:pt x="54436" y="110443"/>
                    </a:cubicBezTo>
                    <a:cubicBezTo>
                      <a:pt x="54150" y="110538"/>
                      <a:pt x="53912" y="110633"/>
                      <a:pt x="53721" y="110729"/>
                    </a:cubicBezTo>
                    <a:cubicBezTo>
                      <a:pt x="53435" y="111014"/>
                      <a:pt x="52864" y="111157"/>
                      <a:pt x="52007" y="111157"/>
                    </a:cubicBezTo>
                    <a:cubicBezTo>
                      <a:pt x="51245" y="111157"/>
                      <a:pt x="50673" y="111110"/>
                      <a:pt x="50292" y="111014"/>
                    </a:cubicBezTo>
                    <a:cubicBezTo>
                      <a:pt x="50102" y="111586"/>
                      <a:pt x="49792" y="111943"/>
                      <a:pt x="49363" y="112086"/>
                    </a:cubicBezTo>
                    <a:cubicBezTo>
                      <a:pt x="48935" y="112229"/>
                      <a:pt x="48482" y="112324"/>
                      <a:pt x="48006" y="112372"/>
                    </a:cubicBezTo>
                    <a:cubicBezTo>
                      <a:pt x="47530" y="112419"/>
                      <a:pt x="47196" y="112443"/>
                      <a:pt x="47006" y="112443"/>
                    </a:cubicBezTo>
                    <a:cubicBezTo>
                      <a:pt x="46244" y="111872"/>
                      <a:pt x="45292" y="111514"/>
                      <a:pt x="44148" y="111371"/>
                    </a:cubicBezTo>
                    <a:cubicBezTo>
                      <a:pt x="43006" y="111229"/>
                      <a:pt x="42148" y="111110"/>
                      <a:pt x="41577" y="111014"/>
                    </a:cubicBezTo>
                    <a:cubicBezTo>
                      <a:pt x="41005" y="110729"/>
                      <a:pt x="40243" y="110205"/>
                      <a:pt x="39291" y="109443"/>
                    </a:cubicBezTo>
                    <a:cubicBezTo>
                      <a:pt x="38529" y="109347"/>
                      <a:pt x="37600" y="109347"/>
                      <a:pt x="36505" y="109443"/>
                    </a:cubicBezTo>
                    <a:cubicBezTo>
                      <a:pt x="35409" y="109538"/>
                      <a:pt x="34528" y="109586"/>
                      <a:pt x="33862" y="109586"/>
                    </a:cubicBezTo>
                    <a:cubicBezTo>
                      <a:pt x="32242" y="109586"/>
                      <a:pt x="30909" y="109347"/>
                      <a:pt x="29861" y="108871"/>
                    </a:cubicBezTo>
                    <a:cubicBezTo>
                      <a:pt x="29670" y="107919"/>
                      <a:pt x="29456" y="107180"/>
                      <a:pt x="29218" y="106657"/>
                    </a:cubicBezTo>
                    <a:cubicBezTo>
                      <a:pt x="28980" y="106133"/>
                      <a:pt x="28575" y="105776"/>
                      <a:pt x="28004" y="105585"/>
                    </a:cubicBezTo>
                    <a:cubicBezTo>
                      <a:pt x="27623" y="105204"/>
                      <a:pt x="27194" y="104704"/>
                      <a:pt x="26718" y="104085"/>
                    </a:cubicBezTo>
                    <a:cubicBezTo>
                      <a:pt x="26242" y="103466"/>
                      <a:pt x="25765" y="102989"/>
                      <a:pt x="25289" y="102656"/>
                    </a:cubicBezTo>
                    <a:cubicBezTo>
                      <a:pt x="24813" y="102323"/>
                      <a:pt x="24289" y="102156"/>
                      <a:pt x="23717" y="102156"/>
                    </a:cubicBezTo>
                    <a:cubicBezTo>
                      <a:pt x="23336" y="103109"/>
                      <a:pt x="22527" y="103585"/>
                      <a:pt x="21288" y="103585"/>
                    </a:cubicBezTo>
                    <a:cubicBezTo>
                      <a:pt x="20907" y="103585"/>
                      <a:pt x="20336" y="103490"/>
                      <a:pt x="19574" y="103299"/>
                    </a:cubicBezTo>
                    <a:cubicBezTo>
                      <a:pt x="18050" y="102442"/>
                      <a:pt x="17098" y="101727"/>
                      <a:pt x="16716" y="101156"/>
                    </a:cubicBezTo>
                    <a:cubicBezTo>
                      <a:pt x="16050" y="100680"/>
                      <a:pt x="15050" y="99584"/>
                      <a:pt x="13716" y="97870"/>
                    </a:cubicBezTo>
                    <a:cubicBezTo>
                      <a:pt x="13907" y="97870"/>
                      <a:pt x="14216" y="97917"/>
                      <a:pt x="14645" y="98013"/>
                    </a:cubicBezTo>
                    <a:cubicBezTo>
                      <a:pt x="15073" y="98108"/>
                      <a:pt x="15335" y="97965"/>
                      <a:pt x="15431" y="97584"/>
                    </a:cubicBezTo>
                    <a:cubicBezTo>
                      <a:pt x="15335" y="97108"/>
                      <a:pt x="15026" y="96655"/>
                      <a:pt x="14502" y="96227"/>
                    </a:cubicBezTo>
                    <a:cubicBezTo>
                      <a:pt x="13978" y="95798"/>
                      <a:pt x="13573" y="95441"/>
                      <a:pt x="13288" y="95155"/>
                    </a:cubicBezTo>
                    <a:cubicBezTo>
                      <a:pt x="12716" y="94774"/>
                      <a:pt x="12002" y="94322"/>
                      <a:pt x="11144" y="93798"/>
                    </a:cubicBezTo>
                    <a:cubicBezTo>
                      <a:pt x="10287" y="93274"/>
                      <a:pt x="9644" y="92822"/>
                      <a:pt x="9216" y="92441"/>
                    </a:cubicBezTo>
                    <a:cubicBezTo>
                      <a:pt x="8787" y="92060"/>
                      <a:pt x="8620" y="91631"/>
                      <a:pt x="8716" y="91155"/>
                    </a:cubicBezTo>
                    <a:cubicBezTo>
                      <a:pt x="9096" y="91345"/>
                      <a:pt x="9620" y="91702"/>
                      <a:pt x="10287" y="92226"/>
                    </a:cubicBezTo>
                    <a:cubicBezTo>
                      <a:pt x="10954" y="92750"/>
                      <a:pt x="11573" y="92964"/>
                      <a:pt x="12144" y="92869"/>
                    </a:cubicBezTo>
                    <a:cubicBezTo>
                      <a:pt x="13764" y="93822"/>
                      <a:pt x="15407" y="94607"/>
                      <a:pt x="17074" y="95227"/>
                    </a:cubicBezTo>
                    <a:cubicBezTo>
                      <a:pt x="18741" y="95846"/>
                      <a:pt x="20860" y="96536"/>
                      <a:pt x="23432" y="97298"/>
                    </a:cubicBezTo>
                    <a:cubicBezTo>
                      <a:pt x="24098" y="97489"/>
                      <a:pt x="24979" y="97751"/>
                      <a:pt x="26075" y="98084"/>
                    </a:cubicBezTo>
                    <a:cubicBezTo>
                      <a:pt x="27170" y="98417"/>
                      <a:pt x="28432" y="98870"/>
                      <a:pt x="29861" y="99441"/>
                    </a:cubicBezTo>
                    <a:cubicBezTo>
                      <a:pt x="30147" y="99537"/>
                      <a:pt x="30623" y="99584"/>
                      <a:pt x="31290" y="99584"/>
                    </a:cubicBezTo>
                    <a:cubicBezTo>
                      <a:pt x="31861" y="99584"/>
                      <a:pt x="32290" y="99537"/>
                      <a:pt x="32576" y="99441"/>
                    </a:cubicBezTo>
                    <a:cubicBezTo>
                      <a:pt x="33433" y="99156"/>
                      <a:pt x="34766" y="98751"/>
                      <a:pt x="36576" y="98227"/>
                    </a:cubicBezTo>
                    <a:cubicBezTo>
                      <a:pt x="38386" y="97703"/>
                      <a:pt x="40005" y="97132"/>
                      <a:pt x="41434" y="96512"/>
                    </a:cubicBezTo>
                    <a:cubicBezTo>
                      <a:pt x="42863" y="95893"/>
                      <a:pt x="44196" y="95155"/>
                      <a:pt x="45434" y="94298"/>
                    </a:cubicBezTo>
                    <a:cubicBezTo>
                      <a:pt x="45530" y="94393"/>
                      <a:pt x="45530" y="94512"/>
                      <a:pt x="45434" y="94655"/>
                    </a:cubicBezTo>
                    <a:cubicBezTo>
                      <a:pt x="45339" y="94798"/>
                      <a:pt x="45244" y="94917"/>
                      <a:pt x="45149" y="95012"/>
                    </a:cubicBezTo>
                    <a:cubicBezTo>
                      <a:pt x="44672" y="95393"/>
                      <a:pt x="44077" y="95870"/>
                      <a:pt x="43363" y="96441"/>
                    </a:cubicBezTo>
                    <a:cubicBezTo>
                      <a:pt x="42648" y="97013"/>
                      <a:pt x="42077" y="97513"/>
                      <a:pt x="41648" y="97941"/>
                    </a:cubicBezTo>
                    <a:cubicBezTo>
                      <a:pt x="41220" y="98370"/>
                      <a:pt x="41053" y="98775"/>
                      <a:pt x="41148" y="99156"/>
                    </a:cubicBezTo>
                    <a:lnTo>
                      <a:pt x="44006" y="98441"/>
                    </a:lnTo>
                    <a:cubicBezTo>
                      <a:pt x="45244" y="97775"/>
                      <a:pt x="46387" y="96989"/>
                      <a:pt x="47435" y="96084"/>
                    </a:cubicBezTo>
                    <a:cubicBezTo>
                      <a:pt x="48482" y="95179"/>
                      <a:pt x="49768" y="93917"/>
                      <a:pt x="51292" y="92298"/>
                    </a:cubicBezTo>
                    <a:lnTo>
                      <a:pt x="53435" y="90012"/>
                    </a:lnTo>
                    <a:cubicBezTo>
                      <a:pt x="53531" y="88297"/>
                      <a:pt x="53459" y="86726"/>
                      <a:pt x="53221" y="85297"/>
                    </a:cubicBezTo>
                    <a:cubicBezTo>
                      <a:pt x="52983" y="83868"/>
                      <a:pt x="52530" y="83297"/>
                      <a:pt x="51864" y="83582"/>
                    </a:cubicBezTo>
                    <a:lnTo>
                      <a:pt x="52007" y="81582"/>
                    </a:lnTo>
                    <a:cubicBezTo>
                      <a:pt x="52007" y="81296"/>
                      <a:pt x="51911" y="80868"/>
                      <a:pt x="51721" y="80296"/>
                    </a:cubicBezTo>
                    <a:lnTo>
                      <a:pt x="48720" y="82439"/>
                    </a:lnTo>
                    <a:cubicBezTo>
                      <a:pt x="48816" y="82630"/>
                      <a:pt x="49006" y="82654"/>
                      <a:pt x="49292" y="82511"/>
                    </a:cubicBezTo>
                    <a:cubicBezTo>
                      <a:pt x="49578" y="82368"/>
                      <a:pt x="49768" y="82249"/>
                      <a:pt x="49864" y="82154"/>
                    </a:cubicBezTo>
                    <a:cubicBezTo>
                      <a:pt x="49864" y="82154"/>
                      <a:pt x="49887" y="82177"/>
                      <a:pt x="49935" y="82225"/>
                    </a:cubicBezTo>
                    <a:cubicBezTo>
                      <a:pt x="49983" y="82273"/>
                      <a:pt x="50006" y="82296"/>
                      <a:pt x="50006" y="82296"/>
                    </a:cubicBezTo>
                    <a:cubicBezTo>
                      <a:pt x="50006" y="82487"/>
                      <a:pt x="49816" y="82654"/>
                      <a:pt x="49435" y="82796"/>
                    </a:cubicBezTo>
                    <a:cubicBezTo>
                      <a:pt x="49054" y="82939"/>
                      <a:pt x="48768" y="83058"/>
                      <a:pt x="48578" y="83154"/>
                    </a:cubicBezTo>
                    <a:cubicBezTo>
                      <a:pt x="46482" y="83725"/>
                      <a:pt x="44958" y="84059"/>
                      <a:pt x="44006" y="84154"/>
                    </a:cubicBezTo>
                    <a:cubicBezTo>
                      <a:pt x="43244" y="83773"/>
                      <a:pt x="42339" y="83582"/>
                      <a:pt x="41291" y="83582"/>
                    </a:cubicBezTo>
                    <a:cubicBezTo>
                      <a:pt x="40338" y="83201"/>
                      <a:pt x="39600" y="82820"/>
                      <a:pt x="39076" y="82439"/>
                    </a:cubicBezTo>
                    <a:cubicBezTo>
                      <a:pt x="38553" y="82058"/>
                      <a:pt x="38148" y="81534"/>
                      <a:pt x="37862" y="80868"/>
                    </a:cubicBezTo>
                    <a:cubicBezTo>
                      <a:pt x="37481" y="80582"/>
                      <a:pt x="36838" y="80106"/>
                      <a:pt x="35933" y="79439"/>
                    </a:cubicBezTo>
                    <a:cubicBezTo>
                      <a:pt x="35028" y="78772"/>
                      <a:pt x="34481" y="78058"/>
                      <a:pt x="34290" y="77296"/>
                    </a:cubicBezTo>
                    <a:cubicBezTo>
                      <a:pt x="34004" y="75677"/>
                      <a:pt x="33862" y="74153"/>
                      <a:pt x="33862" y="72724"/>
                    </a:cubicBezTo>
                    <a:cubicBezTo>
                      <a:pt x="33862" y="70533"/>
                      <a:pt x="34242" y="67342"/>
                      <a:pt x="35004" y="63151"/>
                    </a:cubicBezTo>
                    <a:cubicBezTo>
                      <a:pt x="35004" y="62580"/>
                      <a:pt x="34814" y="62103"/>
                      <a:pt x="34433" y="61722"/>
                    </a:cubicBezTo>
                    <a:cubicBezTo>
                      <a:pt x="34052" y="61341"/>
                      <a:pt x="33623" y="61294"/>
                      <a:pt x="33147" y="61580"/>
                    </a:cubicBezTo>
                    <a:cubicBezTo>
                      <a:pt x="32957" y="61865"/>
                      <a:pt x="32385" y="62151"/>
                      <a:pt x="31433" y="62437"/>
                    </a:cubicBezTo>
                    <a:lnTo>
                      <a:pt x="27718" y="62865"/>
                    </a:lnTo>
                    <a:cubicBezTo>
                      <a:pt x="23908" y="63437"/>
                      <a:pt x="20955" y="63675"/>
                      <a:pt x="18860" y="63580"/>
                    </a:cubicBezTo>
                    <a:lnTo>
                      <a:pt x="16002" y="60865"/>
                    </a:lnTo>
                    <a:cubicBezTo>
                      <a:pt x="13621" y="58484"/>
                      <a:pt x="11716" y="56817"/>
                      <a:pt x="10287" y="55865"/>
                    </a:cubicBezTo>
                    <a:cubicBezTo>
                      <a:pt x="10097" y="55769"/>
                      <a:pt x="9739" y="55626"/>
                      <a:pt x="9216" y="55436"/>
                    </a:cubicBezTo>
                    <a:cubicBezTo>
                      <a:pt x="8692" y="55245"/>
                      <a:pt x="8192" y="55150"/>
                      <a:pt x="7715" y="55150"/>
                    </a:cubicBezTo>
                    <a:cubicBezTo>
                      <a:pt x="7049" y="54674"/>
                      <a:pt x="6525" y="54055"/>
                      <a:pt x="6144" y="53293"/>
                    </a:cubicBezTo>
                    <a:cubicBezTo>
                      <a:pt x="5763" y="52531"/>
                      <a:pt x="5477" y="52007"/>
                      <a:pt x="5286" y="51721"/>
                    </a:cubicBezTo>
                    <a:cubicBezTo>
                      <a:pt x="5763" y="50388"/>
                      <a:pt x="6334" y="49721"/>
                      <a:pt x="7001" y="49721"/>
                    </a:cubicBezTo>
                    <a:cubicBezTo>
                      <a:pt x="7382" y="49721"/>
                      <a:pt x="7763" y="49911"/>
                      <a:pt x="8144" y="50292"/>
                    </a:cubicBezTo>
                    <a:cubicBezTo>
                      <a:pt x="8716" y="50483"/>
                      <a:pt x="9144" y="50578"/>
                      <a:pt x="9430" y="50578"/>
                    </a:cubicBezTo>
                    <a:cubicBezTo>
                      <a:pt x="10573" y="50578"/>
                      <a:pt x="11097" y="49959"/>
                      <a:pt x="11002" y="48721"/>
                    </a:cubicBezTo>
                    <a:cubicBezTo>
                      <a:pt x="11573" y="48435"/>
                      <a:pt x="12526" y="48292"/>
                      <a:pt x="13859" y="48292"/>
                    </a:cubicBezTo>
                    <a:cubicBezTo>
                      <a:pt x="14526" y="48292"/>
                      <a:pt x="15335" y="48340"/>
                      <a:pt x="16288" y="48435"/>
                    </a:cubicBezTo>
                    <a:cubicBezTo>
                      <a:pt x="17240" y="48530"/>
                      <a:pt x="18050" y="48530"/>
                      <a:pt x="18717" y="48435"/>
                    </a:cubicBezTo>
                    <a:cubicBezTo>
                      <a:pt x="21574" y="48816"/>
                      <a:pt x="23717" y="49007"/>
                      <a:pt x="25146" y="49007"/>
                    </a:cubicBezTo>
                    <a:lnTo>
                      <a:pt x="27146" y="48864"/>
                    </a:lnTo>
                    <a:cubicBezTo>
                      <a:pt x="27623" y="48768"/>
                      <a:pt x="28361" y="48554"/>
                      <a:pt x="29361" y="48221"/>
                    </a:cubicBezTo>
                    <a:cubicBezTo>
                      <a:pt x="30361" y="47887"/>
                      <a:pt x="31290" y="47768"/>
                      <a:pt x="32147" y="47864"/>
                    </a:cubicBezTo>
                    <a:cubicBezTo>
                      <a:pt x="32719" y="48149"/>
                      <a:pt x="33338" y="48292"/>
                      <a:pt x="34004" y="48292"/>
                    </a:cubicBezTo>
                    <a:cubicBezTo>
                      <a:pt x="34671" y="48292"/>
                      <a:pt x="35100" y="48292"/>
                      <a:pt x="35290" y="48292"/>
                    </a:cubicBezTo>
                    <a:cubicBezTo>
                      <a:pt x="37290" y="47721"/>
                      <a:pt x="40291" y="46959"/>
                      <a:pt x="44291" y="46006"/>
                    </a:cubicBezTo>
                    <a:cubicBezTo>
                      <a:pt x="48959" y="44958"/>
                      <a:pt x="53340" y="43815"/>
                      <a:pt x="57436" y="42577"/>
                    </a:cubicBezTo>
                    <a:cubicBezTo>
                      <a:pt x="57817" y="42577"/>
                      <a:pt x="58269" y="42553"/>
                      <a:pt x="58793" y="42506"/>
                    </a:cubicBezTo>
                    <a:cubicBezTo>
                      <a:pt x="59317" y="42458"/>
                      <a:pt x="59960" y="42482"/>
                      <a:pt x="60722" y="42577"/>
                    </a:cubicBezTo>
                    <a:cubicBezTo>
                      <a:pt x="61198" y="42863"/>
                      <a:pt x="61532" y="43006"/>
                      <a:pt x="61722" y="43006"/>
                    </a:cubicBezTo>
                    <a:cubicBezTo>
                      <a:pt x="62198" y="43006"/>
                      <a:pt x="62841" y="42768"/>
                      <a:pt x="63651" y="42291"/>
                    </a:cubicBezTo>
                    <a:cubicBezTo>
                      <a:pt x="64461" y="41815"/>
                      <a:pt x="65056" y="41529"/>
                      <a:pt x="65437" y="41434"/>
                    </a:cubicBezTo>
                    <a:cubicBezTo>
                      <a:pt x="65532" y="41244"/>
                      <a:pt x="65723" y="41148"/>
                      <a:pt x="66008" y="41148"/>
                    </a:cubicBezTo>
                    <a:cubicBezTo>
                      <a:pt x="66104" y="41148"/>
                      <a:pt x="66580" y="41291"/>
                      <a:pt x="67437" y="41577"/>
                    </a:cubicBezTo>
                    <a:cubicBezTo>
                      <a:pt x="68390" y="41006"/>
                      <a:pt x="69152" y="40625"/>
                      <a:pt x="69723" y="40434"/>
                    </a:cubicBezTo>
                    <a:cubicBezTo>
                      <a:pt x="70104" y="40434"/>
                      <a:pt x="70699" y="40315"/>
                      <a:pt x="71509" y="40077"/>
                    </a:cubicBezTo>
                    <a:cubicBezTo>
                      <a:pt x="72319" y="39839"/>
                      <a:pt x="72962" y="39815"/>
                      <a:pt x="73438" y="40005"/>
                    </a:cubicBezTo>
                    <a:close/>
                    <a:moveTo>
                      <a:pt x="56579" y="28147"/>
                    </a:moveTo>
                    <a:lnTo>
                      <a:pt x="60293" y="28433"/>
                    </a:lnTo>
                    <a:cubicBezTo>
                      <a:pt x="62579" y="28433"/>
                      <a:pt x="64294" y="28528"/>
                      <a:pt x="65437" y="28718"/>
                    </a:cubicBezTo>
                    <a:cubicBezTo>
                      <a:pt x="66008" y="29861"/>
                      <a:pt x="66961" y="31100"/>
                      <a:pt x="68294" y="32433"/>
                    </a:cubicBezTo>
                    <a:cubicBezTo>
                      <a:pt x="68390" y="33576"/>
                      <a:pt x="68104" y="34648"/>
                      <a:pt x="67437" y="35648"/>
                    </a:cubicBezTo>
                    <a:cubicBezTo>
                      <a:pt x="66770" y="36648"/>
                      <a:pt x="65675" y="37958"/>
                      <a:pt x="64151" y="39577"/>
                    </a:cubicBezTo>
                    <a:cubicBezTo>
                      <a:pt x="63580" y="39863"/>
                      <a:pt x="63079" y="40053"/>
                      <a:pt x="62651" y="40148"/>
                    </a:cubicBezTo>
                    <a:cubicBezTo>
                      <a:pt x="62222" y="40244"/>
                      <a:pt x="61865" y="40339"/>
                      <a:pt x="61579" y="40434"/>
                    </a:cubicBezTo>
                    <a:cubicBezTo>
                      <a:pt x="56055" y="41291"/>
                      <a:pt x="51292" y="42244"/>
                      <a:pt x="47292" y="43292"/>
                    </a:cubicBezTo>
                    <a:cubicBezTo>
                      <a:pt x="46339" y="43387"/>
                      <a:pt x="45530" y="43411"/>
                      <a:pt x="44863" y="43363"/>
                    </a:cubicBezTo>
                    <a:cubicBezTo>
                      <a:pt x="44196" y="43315"/>
                      <a:pt x="43625" y="43292"/>
                      <a:pt x="43148" y="43292"/>
                    </a:cubicBezTo>
                    <a:cubicBezTo>
                      <a:pt x="41339" y="43101"/>
                      <a:pt x="39053" y="42387"/>
                      <a:pt x="36290" y="41148"/>
                    </a:cubicBezTo>
                    <a:lnTo>
                      <a:pt x="32861" y="39863"/>
                    </a:lnTo>
                    <a:cubicBezTo>
                      <a:pt x="31242" y="39577"/>
                      <a:pt x="29861" y="39124"/>
                      <a:pt x="28718" y="38505"/>
                    </a:cubicBezTo>
                    <a:cubicBezTo>
                      <a:pt x="27575" y="37886"/>
                      <a:pt x="27004" y="37005"/>
                      <a:pt x="27004" y="35862"/>
                    </a:cubicBezTo>
                    <a:lnTo>
                      <a:pt x="27289" y="34719"/>
                    </a:lnTo>
                    <a:lnTo>
                      <a:pt x="27718" y="34719"/>
                    </a:lnTo>
                    <a:cubicBezTo>
                      <a:pt x="28194" y="34719"/>
                      <a:pt x="28885" y="34838"/>
                      <a:pt x="29790" y="35076"/>
                    </a:cubicBezTo>
                    <a:cubicBezTo>
                      <a:pt x="30694" y="35314"/>
                      <a:pt x="31385" y="35433"/>
                      <a:pt x="31861" y="35433"/>
                    </a:cubicBezTo>
                    <a:cubicBezTo>
                      <a:pt x="32052" y="35433"/>
                      <a:pt x="32480" y="35386"/>
                      <a:pt x="33147" y="35291"/>
                    </a:cubicBezTo>
                    <a:cubicBezTo>
                      <a:pt x="33814" y="35195"/>
                      <a:pt x="34433" y="35005"/>
                      <a:pt x="35004" y="34719"/>
                    </a:cubicBezTo>
                    <a:cubicBezTo>
                      <a:pt x="35100" y="34529"/>
                      <a:pt x="35004" y="34409"/>
                      <a:pt x="34719" y="34362"/>
                    </a:cubicBezTo>
                    <a:cubicBezTo>
                      <a:pt x="34433" y="34314"/>
                      <a:pt x="34242" y="34290"/>
                      <a:pt x="34147" y="34290"/>
                    </a:cubicBezTo>
                    <a:lnTo>
                      <a:pt x="33147" y="34148"/>
                    </a:lnTo>
                    <a:lnTo>
                      <a:pt x="32433" y="34148"/>
                    </a:lnTo>
                    <a:cubicBezTo>
                      <a:pt x="31194" y="34148"/>
                      <a:pt x="30623" y="33814"/>
                      <a:pt x="30718" y="33147"/>
                    </a:cubicBezTo>
                    <a:cubicBezTo>
                      <a:pt x="31290" y="32957"/>
                      <a:pt x="32242" y="32862"/>
                      <a:pt x="33576" y="32862"/>
                    </a:cubicBezTo>
                    <a:cubicBezTo>
                      <a:pt x="34528" y="32862"/>
                      <a:pt x="36052" y="32957"/>
                      <a:pt x="38148" y="33147"/>
                    </a:cubicBezTo>
                    <a:cubicBezTo>
                      <a:pt x="45101" y="30671"/>
                      <a:pt x="51245" y="29004"/>
                      <a:pt x="56579" y="28147"/>
                    </a:cubicBezTo>
                    <a:close/>
                    <a:moveTo>
                      <a:pt x="64008" y="11002"/>
                    </a:moveTo>
                    <a:lnTo>
                      <a:pt x="63865" y="11288"/>
                    </a:lnTo>
                    <a:lnTo>
                      <a:pt x="64008" y="12288"/>
                    </a:lnTo>
                    <a:cubicBezTo>
                      <a:pt x="64103" y="12573"/>
                      <a:pt x="64294" y="13193"/>
                      <a:pt x="64580" y="14145"/>
                    </a:cubicBezTo>
                    <a:cubicBezTo>
                      <a:pt x="64865" y="15098"/>
                      <a:pt x="65175" y="15740"/>
                      <a:pt x="65508" y="16074"/>
                    </a:cubicBezTo>
                    <a:cubicBezTo>
                      <a:pt x="65842" y="16407"/>
                      <a:pt x="66246" y="16288"/>
                      <a:pt x="66723" y="15717"/>
                    </a:cubicBezTo>
                    <a:cubicBezTo>
                      <a:pt x="67104" y="14859"/>
                      <a:pt x="67485" y="13478"/>
                      <a:pt x="67866" y="11573"/>
                    </a:cubicBezTo>
                    <a:cubicBezTo>
                      <a:pt x="66151" y="11192"/>
                      <a:pt x="64865" y="11002"/>
                      <a:pt x="64008" y="11002"/>
                    </a:cubicBezTo>
                    <a:close/>
                    <a:moveTo>
                      <a:pt x="25789" y="10645"/>
                    </a:moveTo>
                    <a:cubicBezTo>
                      <a:pt x="25360" y="10502"/>
                      <a:pt x="25003" y="10573"/>
                      <a:pt x="24718" y="10859"/>
                    </a:cubicBezTo>
                    <a:lnTo>
                      <a:pt x="25289" y="12573"/>
                    </a:lnTo>
                    <a:cubicBezTo>
                      <a:pt x="25575" y="13145"/>
                      <a:pt x="26003" y="14050"/>
                      <a:pt x="26575" y="15288"/>
                    </a:cubicBezTo>
                    <a:cubicBezTo>
                      <a:pt x="27146" y="16526"/>
                      <a:pt x="27766" y="17503"/>
                      <a:pt x="28432" y="18217"/>
                    </a:cubicBezTo>
                    <a:cubicBezTo>
                      <a:pt x="29099" y="18931"/>
                      <a:pt x="29861" y="19289"/>
                      <a:pt x="30718" y="19289"/>
                    </a:cubicBezTo>
                    <a:cubicBezTo>
                      <a:pt x="30909" y="19289"/>
                      <a:pt x="31385" y="19193"/>
                      <a:pt x="32147" y="19003"/>
                    </a:cubicBezTo>
                    <a:lnTo>
                      <a:pt x="35004" y="12431"/>
                    </a:lnTo>
                    <a:cubicBezTo>
                      <a:pt x="31576" y="12050"/>
                      <a:pt x="29051" y="11573"/>
                      <a:pt x="27432" y="11002"/>
                    </a:cubicBezTo>
                    <a:lnTo>
                      <a:pt x="26575" y="10859"/>
                    </a:lnTo>
                    <a:cubicBezTo>
                      <a:pt x="26480" y="10859"/>
                      <a:pt x="26218" y="10787"/>
                      <a:pt x="25789" y="10645"/>
                    </a:cubicBezTo>
                    <a:close/>
                    <a:moveTo>
                      <a:pt x="116015" y="8573"/>
                    </a:moveTo>
                    <a:lnTo>
                      <a:pt x="116157" y="9002"/>
                    </a:lnTo>
                    <a:cubicBezTo>
                      <a:pt x="116919" y="9573"/>
                      <a:pt x="117920" y="10073"/>
                      <a:pt x="119158" y="10502"/>
                    </a:cubicBezTo>
                    <a:cubicBezTo>
                      <a:pt x="120396" y="10930"/>
                      <a:pt x="121349" y="11288"/>
                      <a:pt x="122015" y="11573"/>
                    </a:cubicBezTo>
                    <a:cubicBezTo>
                      <a:pt x="122587" y="12050"/>
                      <a:pt x="123730" y="12716"/>
                      <a:pt x="125444" y="13574"/>
                    </a:cubicBezTo>
                    <a:cubicBezTo>
                      <a:pt x="125730" y="13955"/>
                      <a:pt x="126254" y="14526"/>
                      <a:pt x="127016" y="15288"/>
                    </a:cubicBezTo>
                    <a:cubicBezTo>
                      <a:pt x="127778" y="16050"/>
                      <a:pt x="128302" y="16669"/>
                      <a:pt x="128588" y="17145"/>
                    </a:cubicBezTo>
                    <a:lnTo>
                      <a:pt x="128159" y="20003"/>
                    </a:lnTo>
                    <a:cubicBezTo>
                      <a:pt x="127778" y="21336"/>
                      <a:pt x="127254" y="22765"/>
                      <a:pt x="126587" y="24289"/>
                    </a:cubicBezTo>
                    <a:cubicBezTo>
                      <a:pt x="125921" y="25813"/>
                      <a:pt x="125492" y="26861"/>
                      <a:pt x="125301" y="27432"/>
                    </a:cubicBezTo>
                    <a:cubicBezTo>
                      <a:pt x="125111" y="27813"/>
                      <a:pt x="124754" y="28575"/>
                      <a:pt x="124230" y="29718"/>
                    </a:cubicBezTo>
                    <a:cubicBezTo>
                      <a:pt x="123706" y="30861"/>
                      <a:pt x="123063" y="31719"/>
                      <a:pt x="122301" y="32290"/>
                    </a:cubicBezTo>
                    <a:cubicBezTo>
                      <a:pt x="121349" y="34005"/>
                      <a:pt x="120587" y="35267"/>
                      <a:pt x="120015" y="36076"/>
                    </a:cubicBezTo>
                    <a:cubicBezTo>
                      <a:pt x="119444" y="36886"/>
                      <a:pt x="118682" y="37624"/>
                      <a:pt x="117729" y="38291"/>
                    </a:cubicBezTo>
                    <a:cubicBezTo>
                      <a:pt x="117920" y="38577"/>
                      <a:pt x="118324" y="39220"/>
                      <a:pt x="118944" y="40220"/>
                    </a:cubicBezTo>
                    <a:cubicBezTo>
                      <a:pt x="119563" y="41220"/>
                      <a:pt x="120301" y="42053"/>
                      <a:pt x="121158" y="42720"/>
                    </a:cubicBezTo>
                    <a:cubicBezTo>
                      <a:pt x="121539" y="43387"/>
                      <a:pt x="122111" y="44482"/>
                      <a:pt x="122873" y="46006"/>
                    </a:cubicBezTo>
                    <a:cubicBezTo>
                      <a:pt x="123635" y="47530"/>
                      <a:pt x="124397" y="48864"/>
                      <a:pt x="125159" y="50007"/>
                    </a:cubicBezTo>
                    <a:cubicBezTo>
                      <a:pt x="125635" y="50483"/>
                      <a:pt x="126302" y="51316"/>
                      <a:pt x="127159" y="52507"/>
                    </a:cubicBezTo>
                    <a:cubicBezTo>
                      <a:pt x="128016" y="53698"/>
                      <a:pt x="128969" y="54483"/>
                      <a:pt x="130016" y="54864"/>
                    </a:cubicBezTo>
                    <a:cubicBezTo>
                      <a:pt x="130112" y="55341"/>
                      <a:pt x="130445" y="55960"/>
                      <a:pt x="131016" y="56722"/>
                    </a:cubicBezTo>
                    <a:cubicBezTo>
                      <a:pt x="131588" y="57484"/>
                      <a:pt x="131921" y="58103"/>
                      <a:pt x="132017" y="58579"/>
                    </a:cubicBezTo>
                    <a:cubicBezTo>
                      <a:pt x="131921" y="59341"/>
                      <a:pt x="131731" y="60127"/>
                      <a:pt x="131445" y="60937"/>
                    </a:cubicBezTo>
                    <a:cubicBezTo>
                      <a:pt x="131159" y="61746"/>
                      <a:pt x="130969" y="62294"/>
                      <a:pt x="130874" y="62580"/>
                    </a:cubicBezTo>
                    <a:cubicBezTo>
                      <a:pt x="129731" y="64485"/>
                      <a:pt x="127445" y="67676"/>
                      <a:pt x="124016" y="72152"/>
                    </a:cubicBezTo>
                    <a:cubicBezTo>
                      <a:pt x="123349" y="72819"/>
                      <a:pt x="122539" y="73819"/>
                      <a:pt x="121587" y="75153"/>
                    </a:cubicBezTo>
                    <a:cubicBezTo>
                      <a:pt x="120539" y="76677"/>
                      <a:pt x="119634" y="77796"/>
                      <a:pt x="118872" y="78510"/>
                    </a:cubicBezTo>
                    <a:cubicBezTo>
                      <a:pt x="118110" y="79225"/>
                      <a:pt x="117110" y="79629"/>
                      <a:pt x="115872" y="79725"/>
                    </a:cubicBezTo>
                    <a:cubicBezTo>
                      <a:pt x="115110" y="80106"/>
                      <a:pt x="114538" y="80296"/>
                      <a:pt x="114157" y="80296"/>
                    </a:cubicBezTo>
                    <a:cubicBezTo>
                      <a:pt x="113681" y="80296"/>
                      <a:pt x="113205" y="80058"/>
                      <a:pt x="112728" y="79582"/>
                    </a:cubicBezTo>
                    <a:cubicBezTo>
                      <a:pt x="112538" y="79677"/>
                      <a:pt x="112252" y="79820"/>
                      <a:pt x="111871" y="80010"/>
                    </a:cubicBezTo>
                    <a:cubicBezTo>
                      <a:pt x="111490" y="80201"/>
                      <a:pt x="111109" y="80296"/>
                      <a:pt x="110728" y="80296"/>
                    </a:cubicBezTo>
                    <a:cubicBezTo>
                      <a:pt x="109966" y="80201"/>
                      <a:pt x="109347" y="79820"/>
                      <a:pt x="108871" y="79153"/>
                    </a:cubicBezTo>
                    <a:cubicBezTo>
                      <a:pt x="108395" y="78486"/>
                      <a:pt x="108014" y="78010"/>
                      <a:pt x="107728" y="77724"/>
                    </a:cubicBezTo>
                    <a:cubicBezTo>
                      <a:pt x="105823" y="76962"/>
                      <a:pt x="104061" y="76439"/>
                      <a:pt x="102441" y="76153"/>
                    </a:cubicBezTo>
                    <a:cubicBezTo>
                      <a:pt x="102346" y="77963"/>
                      <a:pt x="102489" y="80677"/>
                      <a:pt x="102870" y="84297"/>
                    </a:cubicBezTo>
                    <a:cubicBezTo>
                      <a:pt x="103251" y="87345"/>
                      <a:pt x="103442" y="89535"/>
                      <a:pt x="103442" y="90869"/>
                    </a:cubicBezTo>
                    <a:cubicBezTo>
                      <a:pt x="103442" y="94393"/>
                      <a:pt x="102727" y="97155"/>
                      <a:pt x="101298" y="99156"/>
                    </a:cubicBezTo>
                    <a:cubicBezTo>
                      <a:pt x="100918" y="100203"/>
                      <a:pt x="100584" y="101489"/>
                      <a:pt x="100298" y="103013"/>
                    </a:cubicBezTo>
                    <a:cubicBezTo>
                      <a:pt x="100013" y="104537"/>
                      <a:pt x="99774" y="105728"/>
                      <a:pt x="99584" y="106585"/>
                    </a:cubicBezTo>
                    <a:lnTo>
                      <a:pt x="99584" y="107442"/>
                    </a:lnTo>
                    <a:cubicBezTo>
                      <a:pt x="99584" y="108490"/>
                      <a:pt x="99298" y="109347"/>
                      <a:pt x="98727" y="110014"/>
                    </a:cubicBezTo>
                    <a:cubicBezTo>
                      <a:pt x="98536" y="110776"/>
                      <a:pt x="98203" y="111300"/>
                      <a:pt x="97727" y="111586"/>
                    </a:cubicBezTo>
                    <a:cubicBezTo>
                      <a:pt x="97250" y="111872"/>
                      <a:pt x="96679" y="111872"/>
                      <a:pt x="96012" y="111586"/>
                    </a:cubicBezTo>
                    <a:cubicBezTo>
                      <a:pt x="95726" y="112538"/>
                      <a:pt x="95298" y="113348"/>
                      <a:pt x="94726" y="114015"/>
                    </a:cubicBezTo>
                    <a:cubicBezTo>
                      <a:pt x="94631" y="114300"/>
                      <a:pt x="94417" y="114848"/>
                      <a:pt x="94083" y="115658"/>
                    </a:cubicBezTo>
                    <a:cubicBezTo>
                      <a:pt x="93750" y="116467"/>
                      <a:pt x="93417" y="117039"/>
                      <a:pt x="93083" y="117372"/>
                    </a:cubicBezTo>
                    <a:cubicBezTo>
                      <a:pt x="92750" y="117706"/>
                      <a:pt x="92393" y="117634"/>
                      <a:pt x="92012" y="117158"/>
                    </a:cubicBezTo>
                    <a:lnTo>
                      <a:pt x="91869" y="117158"/>
                    </a:lnTo>
                    <a:cubicBezTo>
                      <a:pt x="91583" y="117158"/>
                      <a:pt x="91297" y="117325"/>
                      <a:pt x="91012" y="117658"/>
                    </a:cubicBezTo>
                    <a:cubicBezTo>
                      <a:pt x="90726" y="117991"/>
                      <a:pt x="90488" y="118253"/>
                      <a:pt x="90297" y="118444"/>
                    </a:cubicBezTo>
                    <a:lnTo>
                      <a:pt x="89868" y="118444"/>
                    </a:lnTo>
                    <a:lnTo>
                      <a:pt x="88725" y="118444"/>
                    </a:lnTo>
                    <a:cubicBezTo>
                      <a:pt x="87868" y="118444"/>
                      <a:pt x="87392" y="118158"/>
                      <a:pt x="87297" y="117587"/>
                    </a:cubicBezTo>
                    <a:cubicBezTo>
                      <a:pt x="87202" y="116825"/>
                      <a:pt x="87154" y="115682"/>
                      <a:pt x="87154" y="114158"/>
                    </a:cubicBezTo>
                    <a:cubicBezTo>
                      <a:pt x="87154" y="111872"/>
                      <a:pt x="86963" y="109919"/>
                      <a:pt x="86582" y="108300"/>
                    </a:cubicBezTo>
                    <a:cubicBezTo>
                      <a:pt x="86106" y="107633"/>
                      <a:pt x="85678" y="106442"/>
                      <a:pt x="85296" y="104728"/>
                    </a:cubicBezTo>
                    <a:lnTo>
                      <a:pt x="85296" y="103871"/>
                    </a:lnTo>
                    <a:cubicBezTo>
                      <a:pt x="85296" y="102728"/>
                      <a:pt x="85201" y="101918"/>
                      <a:pt x="85011" y="101442"/>
                    </a:cubicBezTo>
                    <a:lnTo>
                      <a:pt x="84154" y="54722"/>
                    </a:lnTo>
                    <a:cubicBezTo>
                      <a:pt x="83963" y="51674"/>
                      <a:pt x="83868" y="47054"/>
                      <a:pt x="83868" y="40863"/>
                    </a:cubicBezTo>
                    <a:cubicBezTo>
                      <a:pt x="84058" y="40577"/>
                      <a:pt x="84177" y="40196"/>
                      <a:pt x="84225" y="39720"/>
                    </a:cubicBezTo>
                    <a:cubicBezTo>
                      <a:pt x="84273" y="39243"/>
                      <a:pt x="84296" y="38862"/>
                      <a:pt x="84296" y="38577"/>
                    </a:cubicBezTo>
                    <a:cubicBezTo>
                      <a:pt x="84773" y="37815"/>
                      <a:pt x="85011" y="36862"/>
                      <a:pt x="85011" y="35719"/>
                    </a:cubicBezTo>
                    <a:cubicBezTo>
                      <a:pt x="85392" y="35529"/>
                      <a:pt x="85820" y="35267"/>
                      <a:pt x="86297" y="34933"/>
                    </a:cubicBezTo>
                    <a:cubicBezTo>
                      <a:pt x="86773" y="34600"/>
                      <a:pt x="87106" y="34409"/>
                      <a:pt x="87297" y="34362"/>
                    </a:cubicBezTo>
                    <a:cubicBezTo>
                      <a:pt x="87487" y="34314"/>
                      <a:pt x="87582" y="34624"/>
                      <a:pt x="87582" y="35291"/>
                    </a:cubicBezTo>
                    <a:cubicBezTo>
                      <a:pt x="88630" y="34814"/>
                      <a:pt x="89249" y="34005"/>
                      <a:pt x="89440" y="32862"/>
                    </a:cubicBezTo>
                    <a:cubicBezTo>
                      <a:pt x="90011" y="33147"/>
                      <a:pt x="90916" y="33386"/>
                      <a:pt x="92154" y="33576"/>
                    </a:cubicBezTo>
                    <a:cubicBezTo>
                      <a:pt x="92536" y="33862"/>
                      <a:pt x="93083" y="34124"/>
                      <a:pt x="93798" y="34362"/>
                    </a:cubicBezTo>
                    <a:cubicBezTo>
                      <a:pt x="94512" y="34600"/>
                      <a:pt x="95131" y="34886"/>
                      <a:pt x="95655" y="35219"/>
                    </a:cubicBezTo>
                    <a:cubicBezTo>
                      <a:pt x="96179" y="35552"/>
                      <a:pt x="96488" y="36005"/>
                      <a:pt x="96584" y="36576"/>
                    </a:cubicBezTo>
                    <a:cubicBezTo>
                      <a:pt x="97346" y="37338"/>
                      <a:pt x="98108" y="37910"/>
                      <a:pt x="98870" y="38291"/>
                    </a:cubicBezTo>
                    <a:cubicBezTo>
                      <a:pt x="99060" y="38577"/>
                      <a:pt x="99417" y="39101"/>
                      <a:pt x="99941" y="39863"/>
                    </a:cubicBezTo>
                    <a:cubicBezTo>
                      <a:pt x="100465" y="40625"/>
                      <a:pt x="100822" y="41387"/>
                      <a:pt x="101013" y="42149"/>
                    </a:cubicBezTo>
                    <a:cubicBezTo>
                      <a:pt x="101108" y="42720"/>
                      <a:pt x="101156" y="43625"/>
                      <a:pt x="101156" y="44863"/>
                    </a:cubicBezTo>
                    <a:lnTo>
                      <a:pt x="101013" y="50721"/>
                    </a:lnTo>
                    <a:cubicBezTo>
                      <a:pt x="101013" y="53388"/>
                      <a:pt x="101394" y="55531"/>
                      <a:pt x="102156" y="57150"/>
                    </a:cubicBezTo>
                    <a:cubicBezTo>
                      <a:pt x="102918" y="58770"/>
                      <a:pt x="104394" y="59770"/>
                      <a:pt x="106585" y="60151"/>
                    </a:cubicBezTo>
                    <a:cubicBezTo>
                      <a:pt x="107537" y="59675"/>
                      <a:pt x="108442" y="58889"/>
                      <a:pt x="109300" y="57793"/>
                    </a:cubicBezTo>
                    <a:cubicBezTo>
                      <a:pt x="110157" y="56698"/>
                      <a:pt x="110824" y="55865"/>
                      <a:pt x="111300" y="55293"/>
                    </a:cubicBezTo>
                    <a:cubicBezTo>
                      <a:pt x="109014" y="51769"/>
                      <a:pt x="107156" y="47959"/>
                      <a:pt x="105728" y="43863"/>
                    </a:cubicBezTo>
                    <a:cubicBezTo>
                      <a:pt x="105537" y="43196"/>
                      <a:pt x="105561" y="42268"/>
                      <a:pt x="105799" y="41077"/>
                    </a:cubicBezTo>
                    <a:cubicBezTo>
                      <a:pt x="106037" y="39886"/>
                      <a:pt x="106156" y="39005"/>
                      <a:pt x="106156" y="38434"/>
                    </a:cubicBezTo>
                    <a:lnTo>
                      <a:pt x="106871" y="40434"/>
                    </a:lnTo>
                    <a:cubicBezTo>
                      <a:pt x="107061" y="40053"/>
                      <a:pt x="107156" y="39767"/>
                      <a:pt x="107156" y="39577"/>
                    </a:cubicBezTo>
                    <a:cubicBezTo>
                      <a:pt x="107156" y="39196"/>
                      <a:pt x="107085" y="38791"/>
                      <a:pt x="106942" y="38362"/>
                    </a:cubicBezTo>
                    <a:cubicBezTo>
                      <a:pt x="106799" y="37934"/>
                      <a:pt x="106680" y="37577"/>
                      <a:pt x="106585" y="37291"/>
                    </a:cubicBezTo>
                    <a:cubicBezTo>
                      <a:pt x="106394" y="37291"/>
                      <a:pt x="106323" y="37457"/>
                      <a:pt x="106371" y="37791"/>
                    </a:cubicBezTo>
                    <a:cubicBezTo>
                      <a:pt x="106418" y="38124"/>
                      <a:pt x="106442" y="38339"/>
                      <a:pt x="106442" y="38434"/>
                    </a:cubicBezTo>
                    <a:cubicBezTo>
                      <a:pt x="106061" y="37862"/>
                      <a:pt x="105585" y="36672"/>
                      <a:pt x="105013" y="34862"/>
                    </a:cubicBezTo>
                    <a:cubicBezTo>
                      <a:pt x="104823" y="33909"/>
                      <a:pt x="104727" y="33147"/>
                      <a:pt x="104727" y="32576"/>
                    </a:cubicBezTo>
                    <a:cubicBezTo>
                      <a:pt x="104727" y="31242"/>
                      <a:pt x="104918" y="29790"/>
                      <a:pt x="105299" y="28218"/>
                    </a:cubicBezTo>
                    <a:cubicBezTo>
                      <a:pt x="105680" y="26647"/>
                      <a:pt x="105918" y="25670"/>
                      <a:pt x="106013" y="25289"/>
                    </a:cubicBezTo>
                    <a:lnTo>
                      <a:pt x="101727" y="27718"/>
                    </a:lnTo>
                    <a:cubicBezTo>
                      <a:pt x="101060" y="28575"/>
                      <a:pt x="100489" y="29099"/>
                      <a:pt x="100013" y="29290"/>
                    </a:cubicBezTo>
                    <a:cubicBezTo>
                      <a:pt x="99822" y="29099"/>
                      <a:pt x="99751" y="29075"/>
                      <a:pt x="99798" y="29218"/>
                    </a:cubicBezTo>
                    <a:cubicBezTo>
                      <a:pt x="99846" y="29361"/>
                      <a:pt x="99774" y="29576"/>
                      <a:pt x="99584" y="29861"/>
                    </a:cubicBezTo>
                    <a:cubicBezTo>
                      <a:pt x="97584" y="30147"/>
                      <a:pt x="95726" y="30719"/>
                      <a:pt x="94012" y="31576"/>
                    </a:cubicBezTo>
                    <a:lnTo>
                      <a:pt x="93440" y="31576"/>
                    </a:lnTo>
                    <a:cubicBezTo>
                      <a:pt x="93059" y="31576"/>
                      <a:pt x="92607" y="31504"/>
                      <a:pt x="92083" y="31361"/>
                    </a:cubicBezTo>
                    <a:cubicBezTo>
                      <a:pt x="91559" y="31219"/>
                      <a:pt x="91059" y="31242"/>
                      <a:pt x="90583" y="31433"/>
                    </a:cubicBezTo>
                    <a:cubicBezTo>
                      <a:pt x="90392" y="31338"/>
                      <a:pt x="90369" y="31219"/>
                      <a:pt x="90511" y="31076"/>
                    </a:cubicBezTo>
                    <a:cubicBezTo>
                      <a:pt x="90654" y="30933"/>
                      <a:pt x="90726" y="30814"/>
                      <a:pt x="90726" y="30719"/>
                    </a:cubicBezTo>
                    <a:lnTo>
                      <a:pt x="88725" y="30576"/>
                    </a:lnTo>
                    <a:lnTo>
                      <a:pt x="88297" y="29147"/>
                    </a:lnTo>
                    <a:cubicBezTo>
                      <a:pt x="88011" y="29052"/>
                      <a:pt x="87511" y="28980"/>
                      <a:pt x="86797" y="28933"/>
                    </a:cubicBezTo>
                    <a:cubicBezTo>
                      <a:pt x="86082" y="28885"/>
                      <a:pt x="85630" y="28623"/>
                      <a:pt x="85439" y="28147"/>
                    </a:cubicBezTo>
                    <a:cubicBezTo>
                      <a:pt x="85535" y="27385"/>
                      <a:pt x="85654" y="26361"/>
                      <a:pt x="85797" y="25075"/>
                    </a:cubicBezTo>
                    <a:cubicBezTo>
                      <a:pt x="85939" y="23789"/>
                      <a:pt x="86201" y="22718"/>
                      <a:pt x="86582" y="21860"/>
                    </a:cubicBezTo>
                    <a:cubicBezTo>
                      <a:pt x="86392" y="21670"/>
                      <a:pt x="86297" y="21527"/>
                      <a:pt x="86297" y="21432"/>
                    </a:cubicBezTo>
                    <a:cubicBezTo>
                      <a:pt x="86297" y="21241"/>
                      <a:pt x="86368" y="21027"/>
                      <a:pt x="86511" y="20789"/>
                    </a:cubicBezTo>
                    <a:cubicBezTo>
                      <a:pt x="86654" y="20551"/>
                      <a:pt x="86678" y="20336"/>
                      <a:pt x="86582" y="20146"/>
                    </a:cubicBezTo>
                    <a:cubicBezTo>
                      <a:pt x="92297" y="17098"/>
                      <a:pt x="96965" y="14812"/>
                      <a:pt x="100584" y="13288"/>
                    </a:cubicBezTo>
                    <a:cubicBezTo>
                      <a:pt x="101537" y="13002"/>
                      <a:pt x="102965" y="12478"/>
                      <a:pt x="104870" y="11716"/>
                    </a:cubicBezTo>
                    <a:cubicBezTo>
                      <a:pt x="105442" y="11526"/>
                      <a:pt x="106680" y="11097"/>
                      <a:pt x="108585" y="10430"/>
                    </a:cubicBezTo>
                    <a:cubicBezTo>
                      <a:pt x="110490" y="9764"/>
                      <a:pt x="112300" y="9287"/>
                      <a:pt x="114014" y="9002"/>
                    </a:cubicBezTo>
                    <a:cubicBezTo>
                      <a:pt x="114300" y="8906"/>
                      <a:pt x="114633" y="8787"/>
                      <a:pt x="115014" y="8644"/>
                    </a:cubicBezTo>
                    <a:cubicBezTo>
                      <a:pt x="115396" y="8501"/>
                      <a:pt x="115729" y="8478"/>
                      <a:pt x="116015" y="8573"/>
                    </a:cubicBezTo>
                    <a:close/>
                    <a:moveTo>
                      <a:pt x="41005" y="2001"/>
                    </a:moveTo>
                    <a:lnTo>
                      <a:pt x="44434" y="2286"/>
                    </a:lnTo>
                    <a:lnTo>
                      <a:pt x="45292" y="2429"/>
                    </a:lnTo>
                    <a:cubicBezTo>
                      <a:pt x="45577" y="2620"/>
                      <a:pt x="46006" y="2834"/>
                      <a:pt x="46577" y="3072"/>
                    </a:cubicBezTo>
                    <a:cubicBezTo>
                      <a:pt x="47149" y="3310"/>
                      <a:pt x="47578" y="3620"/>
                      <a:pt x="47863" y="4001"/>
                    </a:cubicBezTo>
                    <a:cubicBezTo>
                      <a:pt x="48244" y="4096"/>
                      <a:pt x="48554" y="4334"/>
                      <a:pt x="48792" y="4715"/>
                    </a:cubicBezTo>
                    <a:cubicBezTo>
                      <a:pt x="49030" y="5096"/>
                      <a:pt x="49197" y="5334"/>
                      <a:pt x="49292" y="5430"/>
                    </a:cubicBezTo>
                    <a:cubicBezTo>
                      <a:pt x="49482" y="5715"/>
                      <a:pt x="49792" y="6311"/>
                      <a:pt x="50221" y="7216"/>
                    </a:cubicBezTo>
                    <a:cubicBezTo>
                      <a:pt x="50649" y="8120"/>
                      <a:pt x="50959" y="8978"/>
                      <a:pt x="51149" y="9787"/>
                    </a:cubicBezTo>
                    <a:cubicBezTo>
                      <a:pt x="51340" y="10597"/>
                      <a:pt x="51388" y="11383"/>
                      <a:pt x="51292" y="12145"/>
                    </a:cubicBezTo>
                    <a:cubicBezTo>
                      <a:pt x="51197" y="12716"/>
                      <a:pt x="51030" y="13859"/>
                      <a:pt x="50792" y="15574"/>
                    </a:cubicBezTo>
                    <a:cubicBezTo>
                      <a:pt x="50554" y="17288"/>
                      <a:pt x="50197" y="18860"/>
                      <a:pt x="49721" y="20289"/>
                    </a:cubicBezTo>
                    <a:cubicBezTo>
                      <a:pt x="49435" y="20860"/>
                      <a:pt x="49125" y="21670"/>
                      <a:pt x="48792" y="22718"/>
                    </a:cubicBezTo>
                    <a:cubicBezTo>
                      <a:pt x="48459" y="23765"/>
                      <a:pt x="48078" y="24575"/>
                      <a:pt x="47649" y="25146"/>
                    </a:cubicBezTo>
                    <a:cubicBezTo>
                      <a:pt x="47220" y="25718"/>
                      <a:pt x="46577" y="25861"/>
                      <a:pt x="45720" y="25575"/>
                    </a:cubicBezTo>
                    <a:cubicBezTo>
                      <a:pt x="43720" y="27385"/>
                      <a:pt x="42101" y="28718"/>
                      <a:pt x="40862" y="29576"/>
                    </a:cubicBezTo>
                    <a:cubicBezTo>
                      <a:pt x="39624" y="30433"/>
                      <a:pt x="38195" y="30909"/>
                      <a:pt x="36576" y="31004"/>
                    </a:cubicBezTo>
                    <a:cubicBezTo>
                      <a:pt x="35909" y="30909"/>
                      <a:pt x="35338" y="30885"/>
                      <a:pt x="34862" y="30933"/>
                    </a:cubicBezTo>
                    <a:cubicBezTo>
                      <a:pt x="34385" y="30980"/>
                      <a:pt x="33957" y="31004"/>
                      <a:pt x="33576" y="31004"/>
                    </a:cubicBezTo>
                    <a:cubicBezTo>
                      <a:pt x="32814" y="31004"/>
                      <a:pt x="31766" y="30909"/>
                      <a:pt x="30432" y="30719"/>
                    </a:cubicBezTo>
                    <a:cubicBezTo>
                      <a:pt x="30052" y="30528"/>
                      <a:pt x="29480" y="30171"/>
                      <a:pt x="28718" y="29647"/>
                    </a:cubicBezTo>
                    <a:cubicBezTo>
                      <a:pt x="27956" y="29123"/>
                      <a:pt x="27242" y="28814"/>
                      <a:pt x="26575" y="28718"/>
                    </a:cubicBezTo>
                    <a:lnTo>
                      <a:pt x="25718" y="30290"/>
                    </a:lnTo>
                    <a:lnTo>
                      <a:pt x="24860" y="30433"/>
                    </a:lnTo>
                    <a:cubicBezTo>
                      <a:pt x="24479" y="30433"/>
                      <a:pt x="23432" y="30195"/>
                      <a:pt x="21717" y="29718"/>
                    </a:cubicBezTo>
                    <a:cubicBezTo>
                      <a:pt x="18669" y="27432"/>
                      <a:pt x="16336" y="25813"/>
                      <a:pt x="14716" y="24861"/>
                    </a:cubicBezTo>
                    <a:cubicBezTo>
                      <a:pt x="13954" y="23908"/>
                      <a:pt x="13264" y="22765"/>
                      <a:pt x="12645" y="21432"/>
                    </a:cubicBezTo>
                    <a:cubicBezTo>
                      <a:pt x="12025" y="20098"/>
                      <a:pt x="11621" y="19241"/>
                      <a:pt x="11430" y="18860"/>
                    </a:cubicBezTo>
                    <a:cubicBezTo>
                      <a:pt x="11335" y="18003"/>
                      <a:pt x="11121" y="16955"/>
                      <a:pt x="10787" y="15717"/>
                    </a:cubicBezTo>
                    <a:cubicBezTo>
                      <a:pt x="10454" y="14478"/>
                      <a:pt x="10287" y="13431"/>
                      <a:pt x="10287" y="12573"/>
                    </a:cubicBezTo>
                    <a:cubicBezTo>
                      <a:pt x="10287" y="11907"/>
                      <a:pt x="10335" y="11430"/>
                      <a:pt x="10430" y="11145"/>
                    </a:cubicBezTo>
                    <a:cubicBezTo>
                      <a:pt x="10620" y="10668"/>
                      <a:pt x="11287" y="9859"/>
                      <a:pt x="12430" y="8716"/>
                    </a:cubicBezTo>
                    <a:cubicBezTo>
                      <a:pt x="12526" y="8430"/>
                      <a:pt x="12645" y="7954"/>
                      <a:pt x="12787" y="7287"/>
                    </a:cubicBezTo>
                    <a:cubicBezTo>
                      <a:pt x="12930" y="6620"/>
                      <a:pt x="13145" y="6096"/>
                      <a:pt x="13430" y="5715"/>
                    </a:cubicBezTo>
                    <a:cubicBezTo>
                      <a:pt x="13716" y="5334"/>
                      <a:pt x="14097" y="5096"/>
                      <a:pt x="14573" y="5001"/>
                    </a:cubicBezTo>
                    <a:cubicBezTo>
                      <a:pt x="17145" y="4811"/>
                      <a:pt x="19526" y="5382"/>
                      <a:pt x="21717" y="6716"/>
                    </a:cubicBezTo>
                    <a:cubicBezTo>
                      <a:pt x="21812" y="6335"/>
                      <a:pt x="21860" y="5930"/>
                      <a:pt x="21860" y="5501"/>
                    </a:cubicBezTo>
                    <a:cubicBezTo>
                      <a:pt x="21860" y="5072"/>
                      <a:pt x="21908" y="4644"/>
                      <a:pt x="22003" y="4215"/>
                    </a:cubicBezTo>
                    <a:cubicBezTo>
                      <a:pt x="22098" y="3787"/>
                      <a:pt x="22336" y="3572"/>
                      <a:pt x="22717" y="3572"/>
                    </a:cubicBezTo>
                    <a:cubicBezTo>
                      <a:pt x="23003" y="4334"/>
                      <a:pt x="23432" y="4977"/>
                      <a:pt x="24003" y="5501"/>
                    </a:cubicBezTo>
                    <a:cubicBezTo>
                      <a:pt x="24575" y="6025"/>
                      <a:pt x="25098" y="6049"/>
                      <a:pt x="25575" y="5573"/>
                    </a:cubicBezTo>
                    <a:lnTo>
                      <a:pt x="25575" y="5430"/>
                    </a:lnTo>
                    <a:cubicBezTo>
                      <a:pt x="25575" y="5144"/>
                      <a:pt x="25456" y="4834"/>
                      <a:pt x="25218" y="4501"/>
                    </a:cubicBezTo>
                    <a:cubicBezTo>
                      <a:pt x="24979" y="4168"/>
                      <a:pt x="24813" y="3858"/>
                      <a:pt x="24718" y="3572"/>
                    </a:cubicBezTo>
                    <a:lnTo>
                      <a:pt x="26289" y="4144"/>
                    </a:lnTo>
                    <a:cubicBezTo>
                      <a:pt x="26861" y="4239"/>
                      <a:pt x="27575" y="4334"/>
                      <a:pt x="28432" y="4430"/>
                    </a:cubicBezTo>
                    <a:cubicBezTo>
                      <a:pt x="29290" y="4525"/>
                      <a:pt x="30290" y="4572"/>
                      <a:pt x="31433" y="4572"/>
                    </a:cubicBezTo>
                    <a:cubicBezTo>
                      <a:pt x="32576" y="4572"/>
                      <a:pt x="33719" y="4430"/>
                      <a:pt x="34862" y="4144"/>
                    </a:cubicBezTo>
                    <a:cubicBezTo>
                      <a:pt x="35243" y="3953"/>
                      <a:pt x="36076" y="3572"/>
                      <a:pt x="37362" y="3001"/>
                    </a:cubicBezTo>
                    <a:cubicBezTo>
                      <a:pt x="38648" y="2429"/>
                      <a:pt x="39862" y="2096"/>
                      <a:pt x="41005" y="2001"/>
                    </a:cubicBezTo>
                    <a:close/>
                    <a:moveTo>
                      <a:pt x="75724" y="0"/>
                    </a:moveTo>
                    <a:cubicBezTo>
                      <a:pt x="76010" y="96"/>
                      <a:pt x="76700" y="262"/>
                      <a:pt x="77796" y="500"/>
                    </a:cubicBezTo>
                    <a:cubicBezTo>
                      <a:pt x="78891" y="739"/>
                      <a:pt x="79820" y="1096"/>
                      <a:pt x="80582" y="1572"/>
                    </a:cubicBezTo>
                    <a:cubicBezTo>
                      <a:pt x="81248" y="1667"/>
                      <a:pt x="82106" y="2144"/>
                      <a:pt x="83153" y="3001"/>
                    </a:cubicBezTo>
                    <a:cubicBezTo>
                      <a:pt x="84582" y="3477"/>
                      <a:pt x="85820" y="4668"/>
                      <a:pt x="86868" y="6573"/>
                    </a:cubicBezTo>
                    <a:cubicBezTo>
                      <a:pt x="86963" y="6858"/>
                      <a:pt x="87011" y="7287"/>
                      <a:pt x="87011" y="7859"/>
                    </a:cubicBezTo>
                    <a:cubicBezTo>
                      <a:pt x="87011" y="8906"/>
                      <a:pt x="86820" y="9811"/>
                      <a:pt x="86440" y="10573"/>
                    </a:cubicBezTo>
                    <a:cubicBezTo>
                      <a:pt x="86154" y="12192"/>
                      <a:pt x="85654" y="13859"/>
                      <a:pt x="84939" y="15574"/>
                    </a:cubicBezTo>
                    <a:cubicBezTo>
                      <a:pt x="84225" y="17288"/>
                      <a:pt x="83487" y="18955"/>
                      <a:pt x="82725" y="20574"/>
                    </a:cubicBezTo>
                    <a:cubicBezTo>
                      <a:pt x="82630" y="20765"/>
                      <a:pt x="82463" y="21051"/>
                      <a:pt x="82225" y="21432"/>
                    </a:cubicBezTo>
                    <a:cubicBezTo>
                      <a:pt x="81987" y="21813"/>
                      <a:pt x="81725" y="22075"/>
                      <a:pt x="81439" y="22217"/>
                    </a:cubicBezTo>
                    <a:cubicBezTo>
                      <a:pt x="81153" y="22360"/>
                      <a:pt x="80867" y="22337"/>
                      <a:pt x="80582" y="22146"/>
                    </a:cubicBezTo>
                    <a:cubicBezTo>
                      <a:pt x="80391" y="22241"/>
                      <a:pt x="79867" y="22575"/>
                      <a:pt x="79010" y="23146"/>
                    </a:cubicBezTo>
                    <a:lnTo>
                      <a:pt x="78010" y="23146"/>
                    </a:lnTo>
                    <a:cubicBezTo>
                      <a:pt x="77438" y="23146"/>
                      <a:pt x="77010" y="23051"/>
                      <a:pt x="76724" y="22860"/>
                    </a:cubicBezTo>
                    <a:lnTo>
                      <a:pt x="70438" y="25146"/>
                    </a:lnTo>
                    <a:cubicBezTo>
                      <a:pt x="69294" y="25337"/>
                      <a:pt x="68390" y="25432"/>
                      <a:pt x="67723" y="25432"/>
                    </a:cubicBezTo>
                    <a:lnTo>
                      <a:pt x="67151" y="25432"/>
                    </a:lnTo>
                    <a:cubicBezTo>
                      <a:pt x="66580" y="25432"/>
                      <a:pt x="66032" y="25504"/>
                      <a:pt x="65508" y="25646"/>
                    </a:cubicBezTo>
                    <a:cubicBezTo>
                      <a:pt x="64984" y="25789"/>
                      <a:pt x="64484" y="25861"/>
                      <a:pt x="64008" y="25861"/>
                    </a:cubicBezTo>
                    <a:cubicBezTo>
                      <a:pt x="62484" y="26432"/>
                      <a:pt x="61246" y="26623"/>
                      <a:pt x="60293" y="26432"/>
                    </a:cubicBezTo>
                    <a:cubicBezTo>
                      <a:pt x="58960" y="25289"/>
                      <a:pt x="57864" y="24623"/>
                      <a:pt x="57007" y="24432"/>
                    </a:cubicBezTo>
                    <a:cubicBezTo>
                      <a:pt x="56531" y="23956"/>
                      <a:pt x="55960" y="23575"/>
                      <a:pt x="55293" y="23289"/>
                    </a:cubicBezTo>
                    <a:cubicBezTo>
                      <a:pt x="54626" y="23003"/>
                      <a:pt x="54102" y="22718"/>
                      <a:pt x="53721" y="22432"/>
                    </a:cubicBezTo>
                    <a:cubicBezTo>
                      <a:pt x="52959" y="21003"/>
                      <a:pt x="52483" y="20003"/>
                      <a:pt x="52292" y="19431"/>
                    </a:cubicBezTo>
                    <a:cubicBezTo>
                      <a:pt x="52007" y="17145"/>
                      <a:pt x="51864" y="14812"/>
                      <a:pt x="51864" y="12431"/>
                    </a:cubicBezTo>
                    <a:lnTo>
                      <a:pt x="52007" y="4001"/>
                    </a:lnTo>
                    <a:cubicBezTo>
                      <a:pt x="52007" y="3239"/>
                      <a:pt x="52173" y="2429"/>
                      <a:pt x="52507" y="1572"/>
                    </a:cubicBezTo>
                    <a:cubicBezTo>
                      <a:pt x="52840" y="715"/>
                      <a:pt x="53102" y="715"/>
                      <a:pt x="53292" y="1572"/>
                    </a:cubicBezTo>
                    <a:cubicBezTo>
                      <a:pt x="53292" y="1763"/>
                      <a:pt x="53316" y="2239"/>
                      <a:pt x="53364" y="3001"/>
                    </a:cubicBezTo>
                    <a:cubicBezTo>
                      <a:pt x="53412" y="3763"/>
                      <a:pt x="53721" y="4382"/>
                      <a:pt x="54293" y="4858"/>
                    </a:cubicBezTo>
                    <a:cubicBezTo>
                      <a:pt x="54674" y="4287"/>
                      <a:pt x="54864" y="3525"/>
                      <a:pt x="54864" y="2572"/>
                    </a:cubicBezTo>
                    <a:cubicBezTo>
                      <a:pt x="54864" y="1524"/>
                      <a:pt x="54912" y="715"/>
                      <a:pt x="55007" y="143"/>
                    </a:cubicBezTo>
                    <a:cubicBezTo>
                      <a:pt x="55960" y="620"/>
                      <a:pt x="56769" y="1524"/>
                      <a:pt x="57436" y="2858"/>
                    </a:cubicBezTo>
                    <a:cubicBezTo>
                      <a:pt x="57722" y="3144"/>
                      <a:pt x="58031" y="3406"/>
                      <a:pt x="58365" y="3644"/>
                    </a:cubicBezTo>
                    <a:cubicBezTo>
                      <a:pt x="58698" y="3882"/>
                      <a:pt x="58674" y="3810"/>
                      <a:pt x="58293" y="3429"/>
                    </a:cubicBezTo>
                    <a:lnTo>
                      <a:pt x="58436" y="3287"/>
                    </a:lnTo>
                    <a:lnTo>
                      <a:pt x="60008" y="3429"/>
                    </a:lnTo>
                    <a:cubicBezTo>
                      <a:pt x="60865" y="3429"/>
                      <a:pt x="61817" y="3334"/>
                      <a:pt x="62865" y="3144"/>
                    </a:cubicBezTo>
                    <a:cubicBezTo>
                      <a:pt x="63913" y="2953"/>
                      <a:pt x="64675" y="2810"/>
                      <a:pt x="65151" y="2715"/>
                    </a:cubicBezTo>
                    <a:cubicBezTo>
                      <a:pt x="65246" y="2715"/>
                      <a:pt x="65294" y="2810"/>
                      <a:pt x="65294" y="3001"/>
                    </a:cubicBezTo>
                    <a:cubicBezTo>
                      <a:pt x="66342" y="2715"/>
                      <a:pt x="67532" y="2334"/>
                      <a:pt x="68866" y="1858"/>
                    </a:cubicBezTo>
                    <a:cubicBezTo>
                      <a:pt x="69342" y="1763"/>
                      <a:pt x="70152" y="1524"/>
                      <a:pt x="71295" y="1143"/>
                    </a:cubicBezTo>
                    <a:cubicBezTo>
                      <a:pt x="72438" y="762"/>
                      <a:pt x="73533" y="477"/>
                      <a:pt x="74581" y="28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  <p:sp>
          <p:nvSpPr>
            <p:cNvPr id="6" name="AutoShape 6"/>
            <p:cNvSpPr/>
            <p:nvPr/>
          </p:nvSpPr>
          <p:spPr>
            <a:xfrm>
              <a:off x="3045902" y="544295"/>
              <a:ext cx="6100196" cy="5769410"/>
            </a:xfrm>
            <a:custGeom>
              <a:avLst/>
              <a:gdLst/>
              <a:ahLst/>
              <a:cxnLst/>
              <a:rect l="l" t="t" r="r" b="b"/>
              <a:pathLst>
                <a:path w="2194663" h="2075658">
                  <a:moveTo>
                    <a:pt x="1097379" y="981075"/>
                  </a:moveTo>
                  <a:lnTo>
                    <a:pt x="1349506" y="1375410"/>
                  </a:lnTo>
                  <a:lnTo>
                    <a:pt x="845157" y="1375410"/>
                  </a:lnTo>
                  <a:close/>
                  <a:moveTo>
                    <a:pt x="1839903" y="899094"/>
                  </a:moveTo>
                  <a:cubicBezTo>
                    <a:pt x="1898329" y="901881"/>
                    <a:pt x="1960154" y="925710"/>
                    <a:pt x="2024162" y="973931"/>
                  </a:cubicBezTo>
                  <a:cubicBezTo>
                    <a:pt x="2194945" y="1102518"/>
                    <a:pt x="2226758" y="1328737"/>
                    <a:pt x="2166656" y="1519904"/>
                  </a:cubicBezTo>
                  <a:cubicBezTo>
                    <a:pt x="2106648" y="1711071"/>
                    <a:pt x="2176181" y="1886426"/>
                    <a:pt x="2176181" y="1886426"/>
                  </a:cubicBezTo>
                  <a:cubicBezTo>
                    <a:pt x="2176181" y="1886426"/>
                    <a:pt x="1988443" y="1867947"/>
                    <a:pt x="1821184" y="1978342"/>
                  </a:cubicBezTo>
                  <a:cubicBezTo>
                    <a:pt x="1653925" y="2088832"/>
                    <a:pt x="1427801" y="2120646"/>
                    <a:pt x="1257113" y="1992058"/>
                  </a:cubicBezTo>
                  <a:cubicBezTo>
                    <a:pt x="1086425" y="1863471"/>
                    <a:pt x="1086806" y="1701927"/>
                    <a:pt x="1203392" y="1547145"/>
                  </a:cubicBezTo>
                  <a:cubicBezTo>
                    <a:pt x="1309596" y="1406271"/>
                    <a:pt x="1453233" y="1380744"/>
                    <a:pt x="1570295" y="1468945"/>
                  </a:cubicBezTo>
                  <a:cubicBezTo>
                    <a:pt x="1671546" y="1545240"/>
                    <a:pt x="1670308" y="1650015"/>
                    <a:pt x="1607443" y="1733454"/>
                  </a:cubicBezTo>
                  <a:cubicBezTo>
                    <a:pt x="1544673" y="1816798"/>
                    <a:pt x="1443518" y="1802320"/>
                    <a:pt x="1395893" y="1766411"/>
                  </a:cubicBezTo>
                  <a:cubicBezTo>
                    <a:pt x="1364174" y="1742503"/>
                    <a:pt x="1353030" y="1715928"/>
                    <a:pt x="1372461" y="1690211"/>
                  </a:cubicBezTo>
                  <a:cubicBezTo>
                    <a:pt x="1391892" y="1664398"/>
                    <a:pt x="1441136" y="1661064"/>
                    <a:pt x="1456948" y="1672971"/>
                  </a:cubicBezTo>
                  <a:cubicBezTo>
                    <a:pt x="1472855" y="1684972"/>
                    <a:pt x="1514574" y="1691449"/>
                    <a:pt x="1536958" y="1661731"/>
                  </a:cubicBezTo>
                  <a:cubicBezTo>
                    <a:pt x="1559342" y="1631918"/>
                    <a:pt x="1549817" y="1580102"/>
                    <a:pt x="1498191" y="1541240"/>
                  </a:cubicBezTo>
                  <a:cubicBezTo>
                    <a:pt x="1438279" y="1496092"/>
                    <a:pt x="1346934" y="1538287"/>
                    <a:pt x="1285593" y="1619631"/>
                  </a:cubicBezTo>
                  <a:cubicBezTo>
                    <a:pt x="1224252" y="1700974"/>
                    <a:pt x="1236444" y="1826704"/>
                    <a:pt x="1321788" y="1890998"/>
                  </a:cubicBezTo>
                  <a:cubicBezTo>
                    <a:pt x="1407132" y="1955292"/>
                    <a:pt x="1547054" y="1987486"/>
                    <a:pt x="1739840" y="1879854"/>
                  </a:cubicBezTo>
                  <a:cubicBezTo>
                    <a:pt x="1922435" y="1777841"/>
                    <a:pt x="2020923" y="1769554"/>
                    <a:pt x="2020923" y="1769554"/>
                  </a:cubicBezTo>
                  <a:cubicBezTo>
                    <a:pt x="2020923" y="1769554"/>
                    <a:pt x="2001683" y="1672590"/>
                    <a:pt x="2049403" y="1468945"/>
                  </a:cubicBezTo>
                  <a:cubicBezTo>
                    <a:pt x="2099695" y="1253966"/>
                    <a:pt x="2030162" y="1128331"/>
                    <a:pt x="1944914" y="1064037"/>
                  </a:cubicBezTo>
                  <a:cubicBezTo>
                    <a:pt x="1859570" y="999744"/>
                    <a:pt x="1735364" y="1022794"/>
                    <a:pt x="1674023" y="1104138"/>
                  </a:cubicBezTo>
                  <a:cubicBezTo>
                    <a:pt x="1612682" y="1185481"/>
                    <a:pt x="1597442" y="1285017"/>
                    <a:pt x="1657259" y="1330166"/>
                  </a:cubicBezTo>
                  <a:cubicBezTo>
                    <a:pt x="1708884" y="1369028"/>
                    <a:pt x="1761367" y="1363980"/>
                    <a:pt x="1783846" y="1334167"/>
                  </a:cubicBezTo>
                  <a:cubicBezTo>
                    <a:pt x="1806230" y="1304353"/>
                    <a:pt x="1788513" y="1266063"/>
                    <a:pt x="1772606" y="1254156"/>
                  </a:cubicBezTo>
                  <a:cubicBezTo>
                    <a:pt x="1756700" y="1242155"/>
                    <a:pt x="1746413" y="1193958"/>
                    <a:pt x="1765844" y="1168146"/>
                  </a:cubicBezTo>
                  <a:cubicBezTo>
                    <a:pt x="1785275" y="1142333"/>
                    <a:pt x="1813850" y="1145762"/>
                    <a:pt x="1845568" y="1169670"/>
                  </a:cubicBezTo>
                  <a:cubicBezTo>
                    <a:pt x="1893193" y="1205579"/>
                    <a:pt x="1935008" y="1298733"/>
                    <a:pt x="1872238" y="1382077"/>
                  </a:cubicBezTo>
                  <a:cubicBezTo>
                    <a:pt x="1809468" y="1465421"/>
                    <a:pt x="1708979" y="1495520"/>
                    <a:pt x="1607729" y="1419225"/>
                  </a:cubicBezTo>
                  <a:cubicBezTo>
                    <a:pt x="1490666" y="1331023"/>
                    <a:pt x="1475522" y="1185862"/>
                    <a:pt x="1581725" y="1044987"/>
                  </a:cubicBezTo>
                  <a:cubicBezTo>
                    <a:pt x="1654591" y="948249"/>
                    <a:pt x="1742527" y="894447"/>
                    <a:pt x="1839903" y="899094"/>
                  </a:cubicBezTo>
                  <a:close/>
                  <a:moveTo>
                    <a:pt x="354760" y="899094"/>
                  </a:moveTo>
                  <a:cubicBezTo>
                    <a:pt x="452136" y="894447"/>
                    <a:pt x="540072" y="948249"/>
                    <a:pt x="612938" y="1044987"/>
                  </a:cubicBezTo>
                  <a:cubicBezTo>
                    <a:pt x="719141" y="1185862"/>
                    <a:pt x="703997" y="1331023"/>
                    <a:pt x="586934" y="1419225"/>
                  </a:cubicBezTo>
                  <a:cubicBezTo>
                    <a:pt x="485684" y="1495520"/>
                    <a:pt x="385195" y="1465421"/>
                    <a:pt x="322425" y="1382077"/>
                  </a:cubicBezTo>
                  <a:cubicBezTo>
                    <a:pt x="259655" y="1298733"/>
                    <a:pt x="301470" y="1205579"/>
                    <a:pt x="349095" y="1169670"/>
                  </a:cubicBezTo>
                  <a:cubicBezTo>
                    <a:pt x="380813" y="1145762"/>
                    <a:pt x="409388" y="1142333"/>
                    <a:pt x="428819" y="1168146"/>
                  </a:cubicBezTo>
                  <a:cubicBezTo>
                    <a:pt x="448250" y="1193958"/>
                    <a:pt x="437963" y="1242155"/>
                    <a:pt x="422057" y="1254156"/>
                  </a:cubicBezTo>
                  <a:cubicBezTo>
                    <a:pt x="406150" y="1266063"/>
                    <a:pt x="388433" y="1304353"/>
                    <a:pt x="410817" y="1334167"/>
                  </a:cubicBezTo>
                  <a:cubicBezTo>
                    <a:pt x="433296" y="1363980"/>
                    <a:pt x="485779" y="1369028"/>
                    <a:pt x="537404" y="1330166"/>
                  </a:cubicBezTo>
                  <a:cubicBezTo>
                    <a:pt x="597221" y="1285017"/>
                    <a:pt x="581981" y="1185481"/>
                    <a:pt x="520640" y="1104138"/>
                  </a:cubicBezTo>
                  <a:cubicBezTo>
                    <a:pt x="459299" y="1022794"/>
                    <a:pt x="335093" y="999744"/>
                    <a:pt x="249749" y="1064037"/>
                  </a:cubicBezTo>
                  <a:cubicBezTo>
                    <a:pt x="164501" y="1128331"/>
                    <a:pt x="94968" y="1253966"/>
                    <a:pt x="145260" y="1468945"/>
                  </a:cubicBezTo>
                  <a:cubicBezTo>
                    <a:pt x="192980" y="1672590"/>
                    <a:pt x="173740" y="1769554"/>
                    <a:pt x="173740" y="1769554"/>
                  </a:cubicBezTo>
                  <a:cubicBezTo>
                    <a:pt x="173740" y="1769554"/>
                    <a:pt x="272228" y="1777841"/>
                    <a:pt x="454823" y="1879854"/>
                  </a:cubicBezTo>
                  <a:cubicBezTo>
                    <a:pt x="647609" y="1987486"/>
                    <a:pt x="787531" y="1955292"/>
                    <a:pt x="872875" y="1890998"/>
                  </a:cubicBezTo>
                  <a:cubicBezTo>
                    <a:pt x="958219" y="1826704"/>
                    <a:pt x="970411" y="1700974"/>
                    <a:pt x="909070" y="1619631"/>
                  </a:cubicBezTo>
                  <a:cubicBezTo>
                    <a:pt x="847729" y="1538287"/>
                    <a:pt x="756384" y="1496092"/>
                    <a:pt x="696472" y="1541240"/>
                  </a:cubicBezTo>
                  <a:cubicBezTo>
                    <a:pt x="644846" y="1580102"/>
                    <a:pt x="635321" y="1631918"/>
                    <a:pt x="657705" y="1661731"/>
                  </a:cubicBezTo>
                  <a:cubicBezTo>
                    <a:pt x="680089" y="1691449"/>
                    <a:pt x="721808" y="1684972"/>
                    <a:pt x="737715" y="1672971"/>
                  </a:cubicBezTo>
                  <a:cubicBezTo>
                    <a:pt x="753527" y="1661064"/>
                    <a:pt x="802771" y="1664398"/>
                    <a:pt x="822202" y="1690211"/>
                  </a:cubicBezTo>
                  <a:cubicBezTo>
                    <a:pt x="841633" y="1715928"/>
                    <a:pt x="830489" y="1742503"/>
                    <a:pt x="798770" y="1766411"/>
                  </a:cubicBezTo>
                  <a:cubicBezTo>
                    <a:pt x="751145" y="1802320"/>
                    <a:pt x="649990" y="1816798"/>
                    <a:pt x="587220" y="1733454"/>
                  </a:cubicBezTo>
                  <a:cubicBezTo>
                    <a:pt x="524355" y="1650015"/>
                    <a:pt x="523117" y="1545240"/>
                    <a:pt x="624368" y="1468945"/>
                  </a:cubicBezTo>
                  <a:cubicBezTo>
                    <a:pt x="741430" y="1380744"/>
                    <a:pt x="885067" y="1406271"/>
                    <a:pt x="991271" y="1547145"/>
                  </a:cubicBezTo>
                  <a:cubicBezTo>
                    <a:pt x="1107857" y="1701927"/>
                    <a:pt x="1108238" y="1863471"/>
                    <a:pt x="937550" y="1992058"/>
                  </a:cubicBezTo>
                  <a:cubicBezTo>
                    <a:pt x="766862" y="2120646"/>
                    <a:pt x="540738" y="2088832"/>
                    <a:pt x="373479" y="1978342"/>
                  </a:cubicBezTo>
                  <a:cubicBezTo>
                    <a:pt x="206220" y="1867947"/>
                    <a:pt x="18482" y="1886426"/>
                    <a:pt x="18482" y="1886426"/>
                  </a:cubicBezTo>
                  <a:cubicBezTo>
                    <a:pt x="18482" y="1886426"/>
                    <a:pt x="88015" y="1711071"/>
                    <a:pt x="28007" y="1519904"/>
                  </a:cubicBezTo>
                  <a:cubicBezTo>
                    <a:pt x="-32095" y="1328737"/>
                    <a:pt x="-282" y="1102518"/>
                    <a:pt x="170501" y="973931"/>
                  </a:cubicBezTo>
                  <a:cubicBezTo>
                    <a:pt x="234509" y="925710"/>
                    <a:pt x="296334" y="901881"/>
                    <a:pt x="354760" y="899094"/>
                  </a:cubicBezTo>
                  <a:close/>
                  <a:moveTo>
                    <a:pt x="1097379" y="0"/>
                  </a:moveTo>
                  <a:cubicBezTo>
                    <a:pt x="1097379" y="0"/>
                    <a:pt x="1195487" y="161068"/>
                    <a:pt x="1384367" y="228124"/>
                  </a:cubicBezTo>
                  <a:cubicBezTo>
                    <a:pt x="1573248" y="295275"/>
                    <a:pt x="1734697" y="456724"/>
                    <a:pt x="1734792" y="670560"/>
                  </a:cubicBezTo>
                  <a:cubicBezTo>
                    <a:pt x="1734792" y="884301"/>
                    <a:pt x="1605633" y="981170"/>
                    <a:pt x="1411799" y="981170"/>
                  </a:cubicBezTo>
                  <a:cubicBezTo>
                    <a:pt x="1235396" y="981170"/>
                    <a:pt x="1128526" y="881729"/>
                    <a:pt x="1128526" y="735140"/>
                  </a:cubicBezTo>
                  <a:cubicBezTo>
                    <a:pt x="1128526" y="608362"/>
                    <a:pt x="1213013" y="546259"/>
                    <a:pt x="1317406" y="546259"/>
                  </a:cubicBezTo>
                  <a:cubicBezTo>
                    <a:pt x="1421801" y="546259"/>
                    <a:pt x="1471045" y="635699"/>
                    <a:pt x="1471045" y="695325"/>
                  </a:cubicBezTo>
                  <a:cubicBezTo>
                    <a:pt x="1471045" y="735044"/>
                    <a:pt x="1456567" y="759905"/>
                    <a:pt x="1424277" y="759905"/>
                  </a:cubicBezTo>
                  <a:cubicBezTo>
                    <a:pt x="1391987" y="759905"/>
                    <a:pt x="1359698" y="722662"/>
                    <a:pt x="1359698" y="702755"/>
                  </a:cubicBezTo>
                  <a:cubicBezTo>
                    <a:pt x="1359698" y="682847"/>
                    <a:pt x="1339886" y="645605"/>
                    <a:pt x="1302548" y="645605"/>
                  </a:cubicBezTo>
                  <a:cubicBezTo>
                    <a:pt x="1265210" y="645605"/>
                    <a:pt x="1229586" y="684562"/>
                    <a:pt x="1229586" y="749141"/>
                  </a:cubicBezTo>
                  <a:cubicBezTo>
                    <a:pt x="1229586" y="824103"/>
                    <a:pt x="1318264" y="871728"/>
                    <a:pt x="1420181" y="871728"/>
                  </a:cubicBezTo>
                  <a:cubicBezTo>
                    <a:pt x="1522003" y="871728"/>
                    <a:pt x="1615158" y="786289"/>
                    <a:pt x="1615158" y="679513"/>
                  </a:cubicBezTo>
                  <a:cubicBezTo>
                    <a:pt x="1615158" y="572738"/>
                    <a:pt x="1556674" y="441579"/>
                    <a:pt x="1354649" y="352425"/>
                  </a:cubicBezTo>
                  <a:cubicBezTo>
                    <a:pt x="1163292" y="267938"/>
                    <a:pt x="1097379" y="194215"/>
                    <a:pt x="1097379" y="194215"/>
                  </a:cubicBezTo>
                  <a:cubicBezTo>
                    <a:pt x="1097379" y="194215"/>
                    <a:pt x="1031466" y="267938"/>
                    <a:pt x="840109" y="352425"/>
                  </a:cubicBezTo>
                  <a:cubicBezTo>
                    <a:pt x="638083" y="441579"/>
                    <a:pt x="579600" y="572643"/>
                    <a:pt x="579600" y="679513"/>
                  </a:cubicBezTo>
                  <a:cubicBezTo>
                    <a:pt x="579600" y="786384"/>
                    <a:pt x="672659" y="871728"/>
                    <a:pt x="774577" y="871728"/>
                  </a:cubicBezTo>
                  <a:cubicBezTo>
                    <a:pt x="876494" y="871728"/>
                    <a:pt x="965172" y="824103"/>
                    <a:pt x="965172" y="749141"/>
                  </a:cubicBezTo>
                  <a:cubicBezTo>
                    <a:pt x="965172" y="684467"/>
                    <a:pt x="929453" y="645605"/>
                    <a:pt x="892210" y="645605"/>
                  </a:cubicBezTo>
                  <a:cubicBezTo>
                    <a:pt x="854968" y="645605"/>
                    <a:pt x="835060" y="682847"/>
                    <a:pt x="835060" y="702755"/>
                  </a:cubicBezTo>
                  <a:cubicBezTo>
                    <a:pt x="835060" y="722662"/>
                    <a:pt x="802771" y="759905"/>
                    <a:pt x="770481" y="759905"/>
                  </a:cubicBezTo>
                  <a:cubicBezTo>
                    <a:pt x="738191" y="759905"/>
                    <a:pt x="723713" y="735044"/>
                    <a:pt x="723713" y="695325"/>
                  </a:cubicBezTo>
                  <a:cubicBezTo>
                    <a:pt x="723713" y="635699"/>
                    <a:pt x="772958" y="546164"/>
                    <a:pt x="877352" y="546164"/>
                  </a:cubicBezTo>
                  <a:cubicBezTo>
                    <a:pt x="981746" y="546164"/>
                    <a:pt x="1066232" y="608362"/>
                    <a:pt x="1066232" y="735044"/>
                  </a:cubicBezTo>
                  <a:cubicBezTo>
                    <a:pt x="1066232" y="881729"/>
                    <a:pt x="959362" y="981075"/>
                    <a:pt x="782959" y="981075"/>
                  </a:cubicBezTo>
                  <a:cubicBezTo>
                    <a:pt x="589125" y="981075"/>
                    <a:pt x="459966" y="884111"/>
                    <a:pt x="459966" y="670370"/>
                  </a:cubicBezTo>
                  <a:cubicBezTo>
                    <a:pt x="459966" y="456724"/>
                    <a:pt x="621415" y="295180"/>
                    <a:pt x="810296" y="228124"/>
                  </a:cubicBezTo>
                  <a:cubicBezTo>
                    <a:pt x="999176" y="161068"/>
                    <a:pt x="1097379" y="0"/>
                    <a:pt x="1097379" y="0"/>
                  </a:cubicBezTo>
                  <a:close/>
                </a:path>
              </a:pathLst>
            </a:custGeom>
            <a:gradFill>
              <a:gsLst>
                <a:gs pos="20000">
                  <a:srgbClr val="DCA050">
                    <a:alpha val="14901"/>
                  </a:srgbClr>
                </a:gs>
                <a:gs pos="100000">
                  <a:srgbClr val="DCA050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357292" y="262810"/>
              <a:ext cx="809802" cy="765890"/>
            </a:xfrm>
            <a:custGeom>
              <a:avLst/>
              <a:gdLst/>
              <a:ahLst/>
              <a:cxnLst/>
              <a:rect l="l" t="t" r="r" b="b"/>
              <a:pathLst>
                <a:path w="2194663" h="2075658">
                  <a:moveTo>
                    <a:pt x="1097379" y="981075"/>
                  </a:moveTo>
                  <a:lnTo>
                    <a:pt x="1349506" y="1375410"/>
                  </a:lnTo>
                  <a:lnTo>
                    <a:pt x="845157" y="1375410"/>
                  </a:lnTo>
                  <a:close/>
                  <a:moveTo>
                    <a:pt x="1839903" y="899094"/>
                  </a:moveTo>
                  <a:cubicBezTo>
                    <a:pt x="1898329" y="901881"/>
                    <a:pt x="1960154" y="925710"/>
                    <a:pt x="2024162" y="973931"/>
                  </a:cubicBezTo>
                  <a:cubicBezTo>
                    <a:pt x="2194945" y="1102518"/>
                    <a:pt x="2226758" y="1328737"/>
                    <a:pt x="2166656" y="1519904"/>
                  </a:cubicBezTo>
                  <a:cubicBezTo>
                    <a:pt x="2106648" y="1711071"/>
                    <a:pt x="2176181" y="1886426"/>
                    <a:pt x="2176181" y="1886426"/>
                  </a:cubicBezTo>
                  <a:cubicBezTo>
                    <a:pt x="2176181" y="1886426"/>
                    <a:pt x="1988443" y="1867947"/>
                    <a:pt x="1821184" y="1978342"/>
                  </a:cubicBezTo>
                  <a:cubicBezTo>
                    <a:pt x="1653925" y="2088832"/>
                    <a:pt x="1427801" y="2120646"/>
                    <a:pt x="1257113" y="1992058"/>
                  </a:cubicBezTo>
                  <a:cubicBezTo>
                    <a:pt x="1086425" y="1863471"/>
                    <a:pt x="1086806" y="1701927"/>
                    <a:pt x="1203392" y="1547145"/>
                  </a:cubicBezTo>
                  <a:cubicBezTo>
                    <a:pt x="1309596" y="1406271"/>
                    <a:pt x="1453233" y="1380744"/>
                    <a:pt x="1570295" y="1468945"/>
                  </a:cubicBezTo>
                  <a:cubicBezTo>
                    <a:pt x="1671546" y="1545240"/>
                    <a:pt x="1670308" y="1650015"/>
                    <a:pt x="1607443" y="1733454"/>
                  </a:cubicBezTo>
                  <a:cubicBezTo>
                    <a:pt x="1544673" y="1816798"/>
                    <a:pt x="1443518" y="1802320"/>
                    <a:pt x="1395893" y="1766411"/>
                  </a:cubicBezTo>
                  <a:cubicBezTo>
                    <a:pt x="1364174" y="1742503"/>
                    <a:pt x="1353030" y="1715928"/>
                    <a:pt x="1372461" y="1690211"/>
                  </a:cubicBezTo>
                  <a:cubicBezTo>
                    <a:pt x="1391892" y="1664398"/>
                    <a:pt x="1441136" y="1661064"/>
                    <a:pt x="1456948" y="1672971"/>
                  </a:cubicBezTo>
                  <a:cubicBezTo>
                    <a:pt x="1472855" y="1684972"/>
                    <a:pt x="1514574" y="1691449"/>
                    <a:pt x="1536958" y="1661731"/>
                  </a:cubicBezTo>
                  <a:cubicBezTo>
                    <a:pt x="1559342" y="1631918"/>
                    <a:pt x="1549817" y="1580102"/>
                    <a:pt x="1498191" y="1541240"/>
                  </a:cubicBezTo>
                  <a:cubicBezTo>
                    <a:pt x="1438279" y="1496092"/>
                    <a:pt x="1346934" y="1538287"/>
                    <a:pt x="1285593" y="1619631"/>
                  </a:cubicBezTo>
                  <a:cubicBezTo>
                    <a:pt x="1224252" y="1700974"/>
                    <a:pt x="1236444" y="1826704"/>
                    <a:pt x="1321788" y="1890998"/>
                  </a:cubicBezTo>
                  <a:cubicBezTo>
                    <a:pt x="1407132" y="1955292"/>
                    <a:pt x="1547054" y="1987486"/>
                    <a:pt x="1739840" y="1879854"/>
                  </a:cubicBezTo>
                  <a:cubicBezTo>
                    <a:pt x="1922435" y="1777841"/>
                    <a:pt x="2020923" y="1769554"/>
                    <a:pt x="2020923" y="1769554"/>
                  </a:cubicBezTo>
                  <a:cubicBezTo>
                    <a:pt x="2020923" y="1769554"/>
                    <a:pt x="2001683" y="1672590"/>
                    <a:pt x="2049403" y="1468945"/>
                  </a:cubicBezTo>
                  <a:cubicBezTo>
                    <a:pt x="2099695" y="1253966"/>
                    <a:pt x="2030162" y="1128331"/>
                    <a:pt x="1944914" y="1064037"/>
                  </a:cubicBezTo>
                  <a:cubicBezTo>
                    <a:pt x="1859570" y="999744"/>
                    <a:pt x="1735364" y="1022794"/>
                    <a:pt x="1674023" y="1104138"/>
                  </a:cubicBezTo>
                  <a:cubicBezTo>
                    <a:pt x="1612682" y="1185481"/>
                    <a:pt x="1597442" y="1285017"/>
                    <a:pt x="1657259" y="1330166"/>
                  </a:cubicBezTo>
                  <a:cubicBezTo>
                    <a:pt x="1708884" y="1369028"/>
                    <a:pt x="1761367" y="1363980"/>
                    <a:pt x="1783846" y="1334167"/>
                  </a:cubicBezTo>
                  <a:cubicBezTo>
                    <a:pt x="1806230" y="1304353"/>
                    <a:pt x="1788513" y="1266063"/>
                    <a:pt x="1772606" y="1254156"/>
                  </a:cubicBezTo>
                  <a:cubicBezTo>
                    <a:pt x="1756700" y="1242155"/>
                    <a:pt x="1746413" y="1193958"/>
                    <a:pt x="1765844" y="1168146"/>
                  </a:cubicBezTo>
                  <a:cubicBezTo>
                    <a:pt x="1785275" y="1142333"/>
                    <a:pt x="1813850" y="1145762"/>
                    <a:pt x="1845568" y="1169670"/>
                  </a:cubicBezTo>
                  <a:cubicBezTo>
                    <a:pt x="1893193" y="1205579"/>
                    <a:pt x="1935008" y="1298733"/>
                    <a:pt x="1872238" y="1382077"/>
                  </a:cubicBezTo>
                  <a:cubicBezTo>
                    <a:pt x="1809468" y="1465421"/>
                    <a:pt x="1708979" y="1495520"/>
                    <a:pt x="1607729" y="1419225"/>
                  </a:cubicBezTo>
                  <a:cubicBezTo>
                    <a:pt x="1490666" y="1331023"/>
                    <a:pt x="1475522" y="1185862"/>
                    <a:pt x="1581725" y="1044987"/>
                  </a:cubicBezTo>
                  <a:cubicBezTo>
                    <a:pt x="1654591" y="948249"/>
                    <a:pt x="1742527" y="894447"/>
                    <a:pt x="1839903" y="899094"/>
                  </a:cubicBezTo>
                  <a:close/>
                  <a:moveTo>
                    <a:pt x="354760" y="899094"/>
                  </a:moveTo>
                  <a:cubicBezTo>
                    <a:pt x="452136" y="894447"/>
                    <a:pt x="540072" y="948249"/>
                    <a:pt x="612938" y="1044987"/>
                  </a:cubicBezTo>
                  <a:cubicBezTo>
                    <a:pt x="719141" y="1185862"/>
                    <a:pt x="703997" y="1331023"/>
                    <a:pt x="586934" y="1419225"/>
                  </a:cubicBezTo>
                  <a:cubicBezTo>
                    <a:pt x="485684" y="1495520"/>
                    <a:pt x="385195" y="1465421"/>
                    <a:pt x="322425" y="1382077"/>
                  </a:cubicBezTo>
                  <a:cubicBezTo>
                    <a:pt x="259655" y="1298733"/>
                    <a:pt x="301470" y="1205579"/>
                    <a:pt x="349095" y="1169670"/>
                  </a:cubicBezTo>
                  <a:cubicBezTo>
                    <a:pt x="380813" y="1145762"/>
                    <a:pt x="409388" y="1142333"/>
                    <a:pt x="428819" y="1168146"/>
                  </a:cubicBezTo>
                  <a:cubicBezTo>
                    <a:pt x="448250" y="1193958"/>
                    <a:pt x="437963" y="1242155"/>
                    <a:pt x="422057" y="1254156"/>
                  </a:cubicBezTo>
                  <a:cubicBezTo>
                    <a:pt x="406150" y="1266063"/>
                    <a:pt x="388433" y="1304353"/>
                    <a:pt x="410817" y="1334167"/>
                  </a:cubicBezTo>
                  <a:cubicBezTo>
                    <a:pt x="433296" y="1363980"/>
                    <a:pt x="485779" y="1369028"/>
                    <a:pt x="537404" y="1330166"/>
                  </a:cubicBezTo>
                  <a:cubicBezTo>
                    <a:pt x="597221" y="1285017"/>
                    <a:pt x="581981" y="1185481"/>
                    <a:pt x="520640" y="1104138"/>
                  </a:cubicBezTo>
                  <a:cubicBezTo>
                    <a:pt x="459299" y="1022794"/>
                    <a:pt x="335093" y="999744"/>
                    <a:pt x="249749" y="1064037"/>
                  </a:cubicBezTo>
                  <a:cubicBezTo>
                    <a:pt x="164501" y="1128331"/>
                    <a:pt x="94968" y="1253966"/>
                    <a:pt x="145260" y="1468945"/>
                  </a:cubicBezTo>
                  <a:cubicBezTo>
                    <a:pt x="192980" y="1672590"/>
                    <a:pt x="173740" y="1769554"/>
                    <a:pt x="173740" y="1769554"/>
                  </a:cubicBezTo>
                  <a:cubicBezTo>
                    <a:pt x="173740" y="1769554"/>
                    <a:pt x="272228" y="1777841"/>
                    <a:pt x="454823" y="1879854"/>
                  </a:cubicBezTo>
                  <a:cubicBezTo>
                    <a:pt x="647609" y="1987486"/>
                    <a:pt x="787531" y="1955292"/>
                    <a:pt x="872875" y="1890998"/>
                  </a:cubicBezTo>
                  <a:cubicBezTo>
                    <a:pt x="958219" y="1826704"/>
                    <a:pt x="970411" y="1700974"/>
                    <a:pt x="909070" y="1619631"/>
                  </a:cubicBezTo>
                  <a:cubicBezTo>
                    <a:pt x="847729" y="1538287"/>
                    <a:pt x="756384" y="1496092"/>
                    <a:pt x="696472" y="1541240"/>
                  </a:cubicBezTo>
                  <a:cubicBezTo>
                    <a:pt x="644846" y="1580102"/>
                    <a:pt x="635321" y="1631918"/>
                    <a:pt x="657705" y="1661731"/>
                  </a:cubicBezTo>
                  <a:cubicBezTo>
                    <a:pt x="680089" y="1691449"/>
                    <a:pt x="721808" y="1684972"/>
                    <a:pt x="737715" y="1672971"/>
                  </a:cubicBezTo>
                  <a:cubicBezTo>
                    <a:pt x="753527" y="1661064"/>
                    <a:pt x="802771" y="1664398"/>
                    <a:pt x="822202" y="1690211"/>
                  </a:cubicBezTo>
                  <a:cubicBezTo>
                    <a:pt x="841633" y="1715928"/>
                    <a:pt x="830489" y="1742503"/>
                    <a:pt x="798770" y="1766411"/>
                  </a:cubicBezTo>
                  <a:cubicBezTo>
                    <a:pt x="751145" y="1802320"/>
                    <a:pt x="649990" y="1816798"/>
                    <a:pt x="587220" y="1733454"/>
                  </a:cubicBezTo>
                  <a:cubicBezTo>
                    <a:pt x="524355" y="1650015"/>
                    <a:pt x="523117" y="1545240"/>
                    <a:pt x="624368" y="1468945"/>
                  </a:cubicBezTo>
                  <a:cubicBezTo>
                    <a:pt x="741430" y="1380744"/>
                    <a:pt x="885067" y="1406271"/>
                    <a:pt x="991271" y="1547145"/>
                  </a:cubicBezTo>
                  <a:cubicBezTo>
                    <a:pt x="1107857" y="1701927"/>
                    <a:pt x="1108238" y="1863471"/>
                    <a:pt x="937550" y="1992058"/>
                  </a:cubicBezTo>
                  <a:cubicBezTo>
                    <a:pt x="766862" y="2120646"/>
                    <a:pt x="540738" y="2088832"/>
                    <a:pt x="373479" y="1978342"/>
                  </a:cubicBezTo>
                  <a:cubicBezTo>
                    <a:pt x="206220" y="1867947"/>
                    <a:pt x="18482" y="1886426"/>
                    <a:pt x="18482" y="1886426"/>
                  </a:cubicBezTo>
                  <a:cubicBezTo>
                    <a:pt x="18482" y="1886426"/>
                    <a:pt x="88015" y="1711071"/>
                    <a:pt x="28007" y="1519904"/>
                  </a:cubicBezTo>
                  <a:cubicBezTo>
                    <a:pt x="-32095" y="1328737"/>
                    <a:pt x="-282" y="1102518"/>
                    <a:pt x="170501" y="973931"/>
                  </a:cubicBezTo>
                  <a:cubicBezTo>
                    <a:pt x="234509" y="925710"/>
                    <a:pt x="296334" y="901881"/>
                    <a:pt x="354760" y="899094"/>
                  </a:cubicBezTo>
                  <a:close/>
                  <a:moveTo>
                    <a:pt x="1097379" y="0"/>
                  </a:moveTo>
                  <a:cubicBezTo>
                    <a:pt x="1097379" y="0"/>
                    <a:pt x="1195487" y="161068"/>
                    <a:pt x="1384367" y="228124"/>
                  </a:cubicBezTo>
                  <a:cubicBezTo>
                    <a:pt x="1573248" y="295275"/>
                    <a:pt x="1734697" y="456724"/>
                    <a:pt x="1734792" y="670560"/>
                  </a:cubicBezTo>
                  <a:cubicBezTo>
                    <a:pt x="1734792" y="884301"/>
                    <a:pt x="1605633" y="981170"/>
                    <a:pt x="1411799" y="981170"/>
                  </a:cubicBezTo>
                  <a:cubicBezTo>
                    <a:pt x="1235396" y="981170"/>
                    <a:pt x="1128526" y="881729"/>
                    <a:pt x="1128526" y="735140"/>
                  </a:cubicBezTo>
                  <a:cubicBezTo>
                    <a:pt x="1128526" y="608362"/>
                    <a:pt x="1213013" y="546259"/>
                    <a:pt x="1317406" y="546259"/>
                  </a:cubicBezTo>
                  <a:cubicBezTo>
                    <a:pt x="1421801" y="546259"/>
                    <a:pt x="1471045" y="635699"/>
                    <a:pt x="1471045" y="695325"/>
                  </a:cubicBezTo>
                  <a:cubicBezTo>
                    <a:pt x="1471045" y="735044"/>
                    <a:pt x="1456567" y="759905"/>
                    <a:pt x="1424277" y="759905"/>
                  </a:cubicBezTo>
                  <a:cubicBezTo>
                    <a:pt x="1391987" y="759905"/>
                    <a:pt x="1359698" y="722662"/>
                    <a:pt x="1359698" y="702755"/>
                  </a:cubicBezTo>
                  <a:cubicBezTo>
                    <a:pt x="1359698" y="682847"/>
                    <a:pt x="1339886" y="645605"/>
                    <a:pt x="1302548" y="645605"/>
                  </a:cubicBezTo>
                  <a:cubicBezTo>
                    <a:pt x="1265210" y="645605"/>
                    <a:pt x="1229586" y="684562"/>
                    <a:pt x="1229586" y="749141"/>
                  </a:cubicBezTo>
                  <a:cubicBezTo>
                    <a:pt x="1229586" y="824103"/>
                    <a:pt x="1318264" y="871728"/>
                    <a:pt x="1420181" y="871728"/>
                  </a:cubicBezTo>
                  <a:cubicBezTo>
                    <a:pt x="1522003" y="871728"/>
                    <a:pt x="1615158" y="786289"/>
                    <a:pt x="1615158" y="679513"/>
                  </a:cubicBezTo>
                  <a:cubicBezTo>
                    <a:pt x="1615158" y="572738"/>
                    <a:pt x="1556674" y="441579"/>
                    <a:pt x="1354649" y="352425"/>
                  </a:cubicBezTo>
                  <a:cubicBezTo>
                    <a:pt x="1163292" y="267938"/>
                    <a:pt x="1097379" y="194215"/>
                    <a:pt x="1097379" y="194215"/>
                  </a:cubicBezTo>
                  <a:cubicBezTo>
                    <a:pt x="1097379" y="194215"/>
                    <a:pt x="1031466" y="267938"/>
                    <a:pt x="840109" y="352425"/>
                  </a:cubicBezTo>
                  <a:cubicBezTo>
                    <a:pt x="638083" y="441579"/>
                    <a:pt x="579600" y="572643"/>
                    <a:pt x="579600" y="679513"/>
                  </a:cubicBezTo>
                  <a:cubicBezTo>
                    <a:pt x="579600" y="786384"/>
                    <a:pt x="672659" y="871728"/>
                    <a:pt x="774577" y="871728"/>
                  </a:cubicBezTo>
                  <a:cubicBezTo>
                    <a:pt x="876494" y="871728"/>
                    <a:pt x="965172" y="824103"/>
                    <a:pt x="965172" y="749141"/>
                  </a:cubicBezTo>
                  <a:cubicBezTo>
                    <a:pt x="965172" y="684467"/>
                    <a:pt x="929453" y="645605"/>
                    <a:pt x="892210" y="645605"/>
                  </a:cubicBezTo>
                  <a:cubicBezTo>
                    <a:pt x="854968" y="645605"/>
                    <a:pt x="835060" y="682847"/>
                    <a:pt x="835060" y="702755"/>
                  </a:cubicBezTo>
                  <a:cubicBezTo>
                    <a:pt x="835060" y="722662"/>
                    <a:pt x="802771" y="759905"/>
                    <a:pt x="770481" y="759905"/>
                  </a:cubicBezTo>
                  <a:cubicBezTo>
                    <a:pt x="738191" y="759905"/>
                    <a:pt x="723713" y="735044"/>
                    <a:pt x="723713" y="695325"/>
                  </a:cubicBezTo>
                  <a:cubicBezTo>
                    <a:pt x="723713" y="635699"/>
                    <a:pt x="772958" y="546164"/>
                    <a:pt x="877352" y="546164"/>
                  </a:cubicBezTo>
                  <a:cubicBezTo>
                    <a:pt x="981746" y="546164"/>
                    <a:pt x="1066232" y="608362"/>
                    <a:pt x="1066232" y="735044"/>
                  </a:cubicBezTo>
                  <a:cubicBezTo>
                    <a:pt x="1066232" y="881729"/>
                    <a:pt x="959362" y="981075"/>
                    <a:pt x="782959" y="981075"/>
                  </a:cubicBezTo>
                  <a:cubicBezTo>
                    <a:pt x="589125" y="981075"/>
                    <a:pt x="459966" y="884111"/>
                    <a:pt x="459966" y="670370"/>
                  </a:cubicBezTo>
                  <a:cubicBezTo>
                    <a:pt x="459966" y="456724"/>
                    <a:pt x="621415" y="295180"/>
                    <a:pt x="810296" y="228124"/>
                  </a:cubicBezTo>
                  <a:cubicBezTo>
                    <a:pt x="999176" y="161068"/>
                    <a:pt x="1097379" y="0"/>
                    <a:pt x="1097379" y="0"/>
                  </a:cubicBezTo>
                  <a:close/>
                </a:path>
              </a:pathLst>
            </a:custGeom>
            <a:gradFill>
              <a:gsLst>
                <a:gs pos="20000">
                  <a:srgbClr val="DCA050">
                    <a:alpha val="50196"/>
                  </a:srgbClr>
                </a:gs>
                <a:gs pos="100000">
                  <a:srgbClr val="DCA050">
                    <a:alpha val="10196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DCA050">
                <a:alpha val="100000"/>
                <a:lumMod val="20000"/>
                <a:lumOff val="80000"/>
              </a:srgbClr>
            </a:gs>
            <a:gs pos="89999">
              <a:srgbClr val="DCA050">
                <a:alpha val="10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DCA050">
                <a:alpha val="100000"/>
                <a:lumMod val="20000"/>
                <a:lumOff val="80000"/>
              </a:srgbClr>
            </a:gs>
            <a:gs pos="89999">
              <a:srgbClr val="DCA050">
                <a:alpha val="100000"/>
                <a:lumMod val="40000"/>
                <a:lumOff val="6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3958900" y="1130300"/>
              <a:ext cx="7560000" cy="4320000"/>
            </a:xfrm>
            <a:prstGeom prst="plaque">
              <a:avLst>
                <a:gd name="adj" fmla="val 5860"/>
              </a:avLst>
            </a:prstGeom>
            <a:gradFill>
              <a:gsLst>
                <a:gs pos="0">
                  <a:srgbClr val="DCA050">
                    <a:alpha val="100000"/>
                    <a:lumMod val="60000"/>
                    <a:lumOff val="40000"/>
                  </a:srgbClr>
                </a:gs>
                <a:gs pos="60000">
                  <a:srgbClr val="DCA05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525570"/>
              <a:ext cx="12192000" cy="332430"/>
            </a:xfrm>
            <a:custGeom>
              <a:avLst/>
              <a:gdLst/>
              <a:ahLst/>
              <a:cxnLst/>
              <a:rect l="l" t="t" r="r" b="b"/>
              <a:pathLst>
                <a:path w="12192000" h="332430">
                  <a:moveTo>
                    <a:pt x="0" y="0"/>
                  </a:moveTo>
                  <a:lnTo>
                    <a:pt x="12192000" y="0"/>
                  </a:lnTo>
                  <a:lnTo>
                    <a:pt x="12192000" y="332430"/>
                  </a:lnTo>
                  <a:lnTo>
                    <a:pt x="0" y="332430"/>
                  </a:lnTo>
                  <a:close/>
                </a:path>
              </a:pathLst>
            </a:custGeom>
            <a:solidFill>
              <a:srgbClr val="B4471C">
                <a:alpha val="100000"/>
                <a:lumMod val="75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98726" y="1593700"/>
              <a:ext cx="2252260" cy="2130130"/>
            </a:xfrm>
            <a:custGeom>
              <a:avLst/>
              <a:gdLst/>
              <a:ahLst/>
              <a:cxnLst/>
              <a:rect l="l" t="t" r="r" b="b"/>
              <a:pathLst>
                <a:path w="2194663" h="2075658">
                  <a:moveTo>
                    <a:pt x="1097379" y="981075"/>
                  </a:moveTo>
                  <a:lnTo>
                    <a:pt x="1349506" y="1375410"/>
                  </a:lnTo>
                  <a:lnTo>
                    <a:pt x="845157" y="1375410"/>
                  </a:lnTo>
                  <a:close/>
                  <a:moveTo>
                    <a:pt x="1839903" y="899094"/>
                  </a:moveTo>
                  <a:cubicBezTo>
                    <a:pt x="1898329" y="901881"/>
                    <a:pt x="1960154" y="925710"/>
                    <a:pt x="2024162" y="973931"/>
                  </a:cubicBezTo>
                  <a:cubicBezTo>
                    <a:pt x="2194945" y="1102518"/>
                    <a:pt x="2226758" y="1328737"/>
                    <a:pt x="2166656" y="1519904"/>
                  </a:cubicBezTo>
                  <a:cubicBezTo>
                    <a:pt x="2106648" y="1711071"/>
                    <a:pt x="2176181" y="1886426"/>
                    <a:pt x="2176181" y="1886426"/>
                  </a:cubicBezTo>
                  <a:cubicBezTo>
                    <a:pt x="2176181" y="1886426"/>
                    <a:pt x="1988443" y="1867947"/>
                    <a:pt x="1821184" y="1978342"/>
                  </a:cubicBezTo>
                  <a:cubicBezTo>
                    <a:pt x="1653925" y="2088832"/>
                    <a:pt x="1427801" y="2120646"/>
                    <a:pt x="1257113" y="1992058"/>
                  </a:cubicBezTo>
                  <a:cubicBezTo>
                    <a:pt x="1086425" y="1863471"/>
                    <a:pt x="1086806" y="1701927"/>
                    <a:pt x="1203392" y="1547145"/>
                  </a:cubicBezTo>
                  <a:cubicBezTo>
                    <a:pt x="1309596" y="1406271"/>
                    <a:pt x="1453233" y="1380744"/>
                    <a:pt x="1570295" y="1468945"/>
                  </a:cubicBezTo>
                  <a:cubicBezTo>
                    <a:pt x="1671546" y="1545240"/>
                    <a:pt x="1670308" y="1650015"/>
                    <a:pt x="1607443" y="1733454"/>
                  </a:cubicBezTo>
                  <a:cubicBezTo>
                    <a:pt x="1544673" y="1816798"/>
                    <a:pt x="1443518" y="1802320"/>
                    <a:pt x="1395893" y="1766411"/>
                  </a:cubicBezTo>
                  <a:cubicBezTo>
                    <a:pt x="1364174" y="1742503"/>
                    <a:pt x="1353030" y="1715928"/>
                    <a:pt x="1372461" y="1690211"/>
                  </a:cubicBezTo>
                  <a:cubicBezTo>
                    <a:pt x="1391892" y="1664398"/>
                    <a:pt x="1441136" y="1661064"/>
                    <a:pt x="1456948" y="1672971"/>
                  </a:cubicBezTo>
                  <a:cubicBezTo>
                    <a:pt x="1472855" y="1684972"/>
                    <a:pt x="1514574" y="1691449"/>
                    <a:pt x="1536958" y="1661731"/>
                  </a:cubicBezTo>
                  <a:cubicBezTo>
                    <a:pt x="1559342" y="1631918"/>
                    <a:pt x="1549817" y="1580102"/>
                    <a:pt x="1498191" y="1541240"/>
                  </a:cubicBezTo>
                  <a:cubicBezTo>
                    <a:pt x="1438279" y="1496092"/>
                    <a:pt x="1346934" y="1538287"/>
                    <a:pt x="1285593" y="1619631"/>
                  </a:cubicBezTo>
                  <a:cubicBezTo>
                    <a:pt x="1224252" y="1700974"/>
                    <a:pt x="1236444" y="1826704"/>
                    <a:pt x="1321788" y="1890998"/>
                  </a:cubicBezTo>
                  <a:cubicBezTo>
                    <a:pt x="1407132" y="1955292"/>
                    <a:pt x="1547054" y="1987486"/>
                    <a:pt x="1739840" y="1879854"/>
                  </a:cubicBezTo>
                  <a:cubicBezTo>
                    <a:pt x="1922435" y="1777841"/>
                    <a:pt x="2020923" y="1769554"/>
                    <a:pt x="2020923" y="1769554"/>
                  </a:cubicBezTo>
                  <a:cubicBezTo>
                    <a:pt x="2020923" y="1769554"/>
                    <a:pt x="2001683" y="1672590"/>
                    <a:pt x="2049403" y="1468945"/>
                  </a:cubicBezTo>
                  <a:cubicBezTo>
                    <a:pt x="2099695" y="1253966"/>
                    <a:pt x="2030162" y="1128331"/>
                    <a:pt x="1944914" y="1064037"/>
                  </a:cubicBezTo>
                  <a:cubicBezTo>
                    <a:pt x="1859570" y="999744"/>
                    <a:pt x="1735364" y="1022794"/>
                    <a:pt x="1674023" y="1104138"/>
                  </a:cubicBezTo>
                  <a:cubicBezTo>
                    <a:pt x="1612682" y="1185481"/>
                    <a:pt x="1597442" y="1285017"/>
                    <a:pt x="1657259" y="1330166"/>
                  </a:cubicBezTo>
                  <a:cubicBezTo>
                    <a:pt x="1708884" y="1369028"/>
                    <a:pt x="1761367" y="1363980"/>
                    <a:pt x="1783846" y="1334167"/>
                  </a:cubicBezTo>
                  <a:cubicBezTo>
                    <a:pt x="1806230" y="1304353"/>
                    <a:pt x="1788513" y="1266063"/>
                    <a:pt x="1772606" y="1254156"/>
                  </a:cubicBezTo>
                  <a:cubicBezTo>
                    <a:pt x="1756700" y="1242155"/>
                    <a:pt x="1746413" y="1193958"/>
                    <a:pt x="1765844" y="1168146"/>
                  </a:cubicBezTo>
                  <a:cubicBezTo>
                    <a:pt x="1785275" y="1142333"/>
                    <a:pt x="1813850" y="1145762"/>
                    <a:pt x="1845568" y="1169670"/>
                  </a:cubicBezTo>
                  <a:cubicBezTo>
                    <a:pt x="1893193" y="1205579"/>
                    <a:pt x="1935008" y="1298733"/>
                    <a:pt x="1872238" y="1382077"/>
                  </a:cubicBezTo>
                  <a:cubicBezTo>
                    <a:pt x="1809468" y="1465421"/>
                    <a:pt x="1708979" y="1495520"/>
                    <a:pt x="1607729" y="1419225"/>
                  </a:cubicBezTo>
                  <a:cubicBezTo>
                    <a:pt x="1490666" y="1331023"/>
                    <a:pt x="1475522" y="1185862"/>
                    <a:pt x="1581725" y="1044987"/>
                  </a:cubicBezTo>
                  <a:cubicBezTo>
                    <a:pt x="1654591" y="948249"/>
                    <a:pt x="1742527" y="894447"/>
                    <a:pt x="1839903" y="899094"/>
                  </a:cubicBezTo>
                  <a:close/>
                  <a:moveTo>
                    <a:pt x="354760" y="899094"/>
                  </a:moveTo>
                  <a:cubicBezTo>
                    <a:pt x="452136" y="894447"/>
                    <a:pt x="540072" y="948249"/>
                    <a:pt x="612938" y="1044987"/>
                  </a:cubicBezTo>
                  <a:cubicBezTo>
                    <a:pt x="719141" y="1185862"/>
                    <a:pt x="703997" y="1331023"/>
                    <a:pt x="586934" y="1419225"/>
                  </a:cubicBezTo>
                  <a:cubicBezTo>
                    <a:pt x="485684" y="1495520"/>
                    <a:pt x="385195" y="1465421"/>
                    <a:pt x="322425" y="1382077"/>
                  </a:cubicBezTo>
                  <a:cubicBezTo>
                    <a:pt x="259655" y="1298733"/>
                    <a:pt x="301470" y="1205579"/>
                    <a:pt x="349095" y="1169670"/>
                  </a:cubicBezTo>
                  <a:cubicBezTo>
                    <a:pt x="380813" y="1145762"/>
                    <a:pt x="409388" y="1142333"/>
                    <a:pt x="428819" y="1168146"/>
                  </a:cubicBezTo>
                  <a:cubicBezTo>
                    <a:pt x="448250" y="1193958"/>
                    <a:pt x="437963" y="1242155"/>
                    <a:pt x="422057" y="1254156"/>
                  </a:cubicBezTo>
                  <a:cubicBezTo>
                    <a:pt x="406150" y="1266063"/>
                    <a:pt x="388433" y="1304353"/>
                    <a:pt x="410817" y="1334167"/>
                  </a:cubicBezTo>
                  <a:cubicBezTo>
                    <a:pt x="433296" y="1363980"/>
                    <a:pt x="485779" y="1369028"/>
                    <a:pt x="537404" y="1330166"/>
                  </a:cubicBezTo>
                  <a:cubicBezTo>
                    <a:pt x="597221" y="1285017"/>
                    <a:pt x="581981" y="1185481"/>
                    <a:pt x="520640" y="1104138"/>
                  </a:cubicBezTo>
                  <a:cubicBezTo>
                    <a:pt x="459299" y="1022794"/>
                    <a:pt x="335093" y="999744"/>
                    <a:pt x="249749" y="1064037"/>
                  </a:cubicBezTo>
                  <a:cubicBezTo>
                    <a:pt x="164501" y="1128331"/>
                    <a:pt x="94968" y="1253966"/>
                    <a:pt x="145260" y="1468945"/>
                  </a:cubicBezTo>
                  <a:cubicBezTo>
                    <a:pt x="192980" y="1672590"/>
                    <a:pt x="173740" y="1769554"/>
                    <a:pt x="173740" y="1769554"/>
                  </a:cubicBezTo>
                  <a:cubicBezTo>
                    <a:pt x="173740" y="1769554"/>
                    <a:pt x="272228" y="1777841"/>
                    <a:pt x="454823" y="1879854"/>
                  </a:cubicBezTo>
                  <a:cubicBezTo>
                    <a:pt x="647609" y="1987486"/>
                    <a:pt x="787531" y="1955292"/>
                    <a:pt x="872875" y="1890998"/>
                  </a:cubicBezTo>
                  <a:cubicBezTo>
                    <a:pt x="958219" y="1826704"/>
                    <a:pt x="970411" y="1700974"/>
                    <a:pt x="909070" y="1619631"/>
                  </a:cubicBezTo>
                  <a:cubicBezTo>
                    <a:pt x="847729" y="1538287"/>
                    <a:pt x="756384" y="1496092"/>
                    <a:pt x="696472" y="1541240"/>
                  </a:cubicBezTo>
                  <a:cubicBezTo>
                    <a:pt x="644846" y="1580102"/>
                    <a:pt x="635321" y="1631918"/>
                    <a:pt x="657705" y="1661731"/>
                  </a:cubicBezTo>
                  <a:cubicBezTo>
                    <a:pt x="680089" y="1691449"/>
                    <a:pt x="721808" y="1684972"/>
                    <a:pt x="737715" y="1672971"/>
                  </a:cubicBezTo>
                  <a:cubicBezTo>
                    <a:pt x="753527" y="1661064"/>
                    <a:pt x="802771" y="1664398"/>
                    <a:pt x="822202" y="1690211"/>
                  </a:cubicBezTo>
                  <a:cubicBezTo>
                    <a:pt x="841633" y="1715928"/>
                    <a:pt x="830489" y="1742503"/>
                    <a:pt x="798770" y="1766411"/>
                  </a:cubicBezTo>
                  <a:cubicBezTo>
                    <a:pt x="751145" y="1802320"/>
                    <a:pt x="649990" y="1816798"/>
                    <a:pt x="587220" y="1733454"/>
                  </a:cubicBezTo>
                  <a:cubicBezTo>
                    <a:pt x="524355" y="1650015"/>
                    <a:pt x="523117" y="1545240"/>
                    <a:pt x="624368" y="1468945"/>
                  </a:cubicBezTo>
                  <a:cubicBezTo>
                    <a:pt x="741430" y="1380744"/>
                    <a:pt x="885067" y="1406271"/>
                    <a:pt x="991271" y="1547145"/>
                  </a:cubicBezTo>
                  <a:cubicBezTo>
                    <a:pt x="1107857" y="1701927"/>
                    <a:pt x="1108238" y="1863471"/>
                    <a:pt x="937550" y="1992058"/>
                  </a:cubicBezTo>
                  <a:cubicBezTo>
                    <a:pt x="766862" y="2120646"/>
                    <a:pt x="540738" y="2088832"/>
                    <a:pt x="373479" y="1978342"/>
                  </a:cubicBezTo>
                  <a:cubicBezTo>
                    <a:pt x="206220" y="1867947"/>
                    <a:pt x="18482" y="1886426"/>
                    <a:pt x="18482" y="1886426"/>
                  </a:cubicBezTo>
                  <a:cubicBezTo>
                    <a:pt x="18482" y="1886426"/>
                    <a:pt x="88015" y="1711071"/>
                    <a:pt x="28007" y="1519904"/>
                  </a:cubicBezTo>
                  <a:cubicBezTo>
                    <a:pt x="-32095" y="1328737"/>
                    <a:pt x="-282" y="1102518"/>
                    <a:pt x="170501" y="973931"/>
                  </a:cubicBezTo>
                  <a:cubicBezTo>
                    <a:pt x="234509" y="925710"/>
                    <a:pt x="296334" y="901881"/>
                    <a:pt x="354760" y="899094"/>
                  </a:cubicBezTo>
                  <a:close/>
                  <a:moveTo>
                    <a:pt x="1097379" y="0"/>
                  </a:moveTo>
                  <a:cubicBezTo>
                    <a:pt x="1097379" y="0"/>
                    <a:pt x="1195487" y="161068"/>
                    <a:pt x="1384367" y="228124"/>
                  </a:cubicBezTo>
                  <a:cubicBezTo>
                    <a:pt x="1573248" y="295275"/>
                    <a:pt x="1734697" y="456724"/>
                    <a:pt x="1734792" y="670560"/>
                  </a:cubicBezTo>
                  <a:cubicBezTo>
                    <a:pt x="1734792" y="884301"/>
                    <a:pt x="1605633" y="981170"/>
                    <a:pt x="1411799" y="981170"/>
                  </a:cubicBezTo>
                  <a:cubicBezTo>
                    <a:pt x="1235396" y="981170"/>
                    <a:pt x="1128526" y="881729"/>
                    <a:pt x="1128526" y="735140"/>
                  </a:cubicBezTo>
                  <a:cubicBezTo>
                    <a:pt x="1128526" y="608362"/>
                    <a:pt x="1213013" y="546259"/>
                    <a:pt x="1317406" y="546259"/>
                  </a:cubicBezTo>
                  <a:cubicBezTo>
                    <a:pt x="1421801" y="546259"/>
                    <a:pt x="1471045" y="635699"/>
                    <a:pt x="1471045" y="695325"/>
                  </a:cubicBezTo>
                  <a:cubicBezTo>
                    <a:pt x="1471045" y="735044"/>
                    <a:pt x="1456567" y="759905"/>
                    <a:pt x="1424277" y="759905"/>
                  </a:cubicBezTo>
                  <a:cubicBezTo>
                    <a:pt x="1391987" y="759905"/>
                    <a:pt x="1359698" y="722662"/>
                    <a:pt x="1359698" y="702755"/>
                  </a:cubicBezTo>
                  <a:cubicBezTo>
                    <a:pt x="1359698" y="682847"/>
                    <a:pt x="1339886" y="645605"/>
                    <a:pt x="1302548" y="645605"/>
                  </a:cubicBezTo>
                  <a:cubicBezTo>
                    <a:pt x="1265210" y="645605"/>
                    <a:pt x="1229586" y="684562"/>
                    <a:pt x="1229586" y="749141"/>
                  </a:cubicBezTo>
                  <a:cubicBezTo>
                    <a:pt x="1229586" y="824103"/>
                    <a:pt x="1318264" y="871728"/>
                    <a:pt x="1420181" y="871728"/>
                  </a:cubicBezTo>
                  <a:cubicBezTo>
                    <a:pt x="1522003" y="871728"/>
                    <a:pt x="1615158" y="786289"/>
                    <a:pt x="1615158" y="679513"/>
                  </a:cubicBezTo>
                  <a:cubicBezTo>
                    <a:pt x="1615158" y="572738"/>
                    <a:pt x="1556674" y="441579"/>
                    <a:pt x="1354649" y="352425"/>
                  </a:cubicBezTo>
                  <a:cubicBezTo>
                    <a:pt x="1163292" y="267938"/>
                    <a:pt x="1097379" y="194215"/>
                    <a:pt x="1097379" y="194215"/>
                  </a:cubicBezTo>
                  <a:cubicBezTo>
                    <a:pt x="1097379" y="194215"/>
                    <a:pt x="1031466" y="267938"/>
                    <a:pt x="840109" y="352425"/>
                  </a:cubicBezTo>
                  <a:cubicBezTo>
                    <a:pt x="638083" y="441579"/>
                    <a:pt x="579600" y="572643"/>
                    <a:pt x="579600" y="679513"/>
                  </a:cubicBezTo>
                  <a:cubicBezTo>
                    <a:pt x="579600" y="786384"/>
                    <a:pt x="672659" y="871728"/>
                    <a:pt x="774577" y="871728"/>
                  </a:cubicBezTo>
                  <a:cubicBezTo>
                    <a:pt x="876494" y="871728"/>
                    <a:pt x="965172" y="824103"/>
                    <a:pt x="965172" y="749141"/>
                  </a:cubicBezTo>
                  <a:cubicBezTo>
                    <a:pt x="965172" y="684467"/>
                    <a:pt x="929453" y="645605"/>
                    <a:pt x="892210" y="645605"/>
                  </a:cubicBezTo>
                  <a:cubicBezTo>
                    <a:pt x="854968" y="645605"/>
                    <a:pt x="835060" y="682847"/>
                    <a:pt x="835060" y="702755"/>
                  </a:cubicBezTo>
                  <a:cubicBezTo>
                    <a:pt x="835060" y="722662"/>
                    <a:pt x="802771" y="759905"/>
                    <a:pt x="770481" y="759905"/>
                  </a:cubicBezTo>
                  <a:cubicBezTo>
                    <a:pt x="738191" y="759905"/>
                    <a:pt x="723713" y="735044"/>
                    <a:pt x="723713" y="695325"/>
                  </a:cubicBezTo>
                  <a:cubicBezTo>
                    <a:pt x="723713" y="635699"/>
                    <a:pt x="772958" y="546164"/>
                    <a:pt x="877352" y="546164"/>
                  </a:cubicBezTo>
                  <a:cubicBezTo>
                    <a:pt x="981746" y="546164"/>
                    <a:pt x="1066232" y="608362"/>
                    <a:pt x="1066232" y="735044"/>
                  </a:cubicBezTo>
                  <a:cubicBezTo>
                    <a:pt x="1066232" y="881729"/>
                    <a:pt x="959362" y="981075"/>
                    <a:pt x="782959" y="981075"/>
                  </a:cubicBezTo>
                  <a:cubicBezTo>
                    <a:pt x="589125" y="981075"/>
                    <a:pt x="459966" y="884111"/>
                    <a:pt x="459966" y="670370"/>
                  </a:cubicBezTo>
                  <a:cubicBezTo>
                    <a:pt x="459966" y="456724"/>
                    <a:pt x="621415" y="295180"/>
                    <a:pt x="810296" y="228124"/>
                  </a:cubicBezTo>
                  <a:cubicBezTo>
                    <a:pt x="999176" y="161068"/>
                    <a:pt x="1097379" y="0"/>
                    <a:pt x="1097379" y="0"/>
                  </a:cubicBezTo>
                  <a:close/>
                </a:path>
              </a:pathLst>
            </a:custGeom>
            <a:gradFill>
              <a:gsLst>
                <a:gs pos="20000">
                  <a:srgbClr val="DCA050">
                    <a:alpha val="40000"/>
                  </a:srgbClr>
                </a:gs>
                <a:gs pos="94999">
                  <a:srgbClr val="DCA050">
                    <a:alpha val="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</p:grpSp>
      <p:cxnSp>
        <p:nvCxnSpPr>
          <p:cNvPr id="6" name="Connector 6"/>
          <p:cNvCxnSpPr/>
          <p:nvPr/>
        </p:nvCxnSpPr>
        <p:spPr>
          <a:xfrm>
            <a:off x="4463041" y="1582902"/>
            <a:ext cx="0" cy="3414796"/>
          </a:xfrm>
          <a:prstGeom prst="line">
            <a:avLst/>
          </a:prstGeom>
          <a:ln w="127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gradFill>
          <a:gsLst>
            <a:gs pos="0">
              <a:srgbClr val="DCA050">
                <a:alpha val="100000"/>
              </a:srgbClr>
            </a:gs>
            <a:gs pos="89999">
              <a:srgbClr val="DCA050">
                <a:alpha val="100000"/>
                <a:lumMod val="75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286552"/>
            <a:ext cx="12192000" cy="6571448"/>
            <a:chOff x="0" y="286552"/>
            <a:chExt cx="12192000" cy="6571448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286552"/>
              <a:ext cx="12192000" cy="6571448"/>
              <a:chOff x="0" y="286552"/>
              <a:chExt cx="12192000" cy="6571448"/>
            </a:xfrm>
          </p:grpSpPr>
          <p:grpSp>
            <p:nvGrpSpPr>
              <p:cNvPr id="4" name="Group 4"/>
              <p:cNvGrpSpPr/>
              <p:nvPr/>
            </p:nvGrpSpPr>
            <p:grpSpPr>
              <a:xfrm rot="0">
                <a:off x="321526" y="286552"/>
                <a:ext cx="11536248" cy="6086861"/>
                <a:chOff x="321526" y="286552"/>
                <a:chExt cx="11536248" cy="6086861"/>
              </a:xfrm>
            </p:grpSpPr>
            <p:sp>
              <p:nvSpPr>
                <p:cNvPr id="5" name="AutoShape 5"/>
                <p:cNvSpPr/>
                <p:nvPr/>
              </p:nvSpPr>
              <p:spPr>
                <a:xfrm>
                  <a:off x="3154990" y="286552"/>
                  <a:ext cx="5869320" cy="555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663" h="2075658">
                      <a:moveTo>
                        <a:pt x="1097379" y="981075"/>
                      </a:moveTo>
                      <a:lnTo>
                        <a:pt x="1349506" y="1375410"/>
                      </a:lnTo>
                      <a:lnTo>
                        <a:pt x="845157" y="1375410"/>
                      </a:lnTo>
                      <a:close/>
                      <a:moveTo>
                        <a:pt x="1839903" y="899094"/>
                      </a:moveTo>
                      <a:cubicBezTo>
                        <a:pt x="1898329" y="901881"/>
                        <a:pt x="1960154" y="925710"/>
                        <a:pt x="2024162" y="973931"/>
                      </a:cubicBezTo>
                      <a:cubicBezTo>
                        <a:pt x="2194945" y="1102518"/>
                        <a:pt x="2226758" y="1328737"/>
                        <a:pt x="2166656" y="1519904"/>
                      </a:cubicBezTo>
                      <a:cubicBezTo>
                        <a:pt x="2106648" y="1711071"/>
                        <a:pt x="2176181" y="1886426"/>
                        <a:pt x="2176181" y="1886426"/>
                      </a:cubicBezTo>
                      <a:cubicBezTo>
                        <a:pt x="2176181" y="1886426"/>
                        <a:pt x="1988443" y="1867947"/>
                        <a:pt x="1821184" y="1978342"/>
                      </a:cubicBezTo>
                      <a:cubicBezTo>
                        <a:pt x="1653925" y="2088832"/>
                        <a:pt x="1427801" y="2120646"/>
                        <a:pt x="1257113" y="1992058"/>
                      </a:cubicBezTo>
                      <a:cubicBezTo>
                        <a:pt x="1086425" y="1863471"/>
                        <a:pt x="1086806" y="1701927"/>
                        <a:pt x="1203392" y="1547145"/>
                      </a:cubicBezTo>
                      <a:cubicBezTo>
                        <a:pt x="1309596" y="1406271"/>
                        <a:pt x="1453233" y="1380744"/>
                        <a:pt x="1570295" y="1468945"/>
                      </a:cubicBezTo>
                      <a:cubicBezTo>
                        <a:pt x="1671546" y="1545240"/>
                        <a:pt x="1670308" y="1650015"/>
                        <a:pt x="1607443" y="1733454"/>
                      </a:cubicBezTo>
                      <a:cubicBezTo>
                        <a:pt x="1544673" y="1816798"/>
                        <a:pt x="1443518" y="1802320"/>
                        <a:pt x="1395893" y="1766411"/>
                      </a:cubicBezTo>
                      <a:cubicBezTo>
                        <a:pt x="1364174" y="1742503"/>
                        <a:pt x="1353030" y="1715928"/>
                        <a:pt x="1372461" y="1690211"/>
                      </a:cubicBezTo>
                      <a:cubicBezTo>
                        <a:pt x="1391892" y="1664398"/>
                        <a:pt x="1441136" y="1661064"/>
                        <a:pt x="1456948" y="1672971"/>
                      </a:cubicBezTo>
                      <a:cubicBezTo>
                        <a:pt x="1472855" y="1684972"/>
                        <a:pt x="1514574" y="1691449"/>
                        <a:pt x="1536958" y="1661731"/>
                      </a:cubicBezTo>
                      <a:cubicBezTo>
                        <a:pt x="1559342" y="1631918"/>
                        <a:pt x="1549817" y="1580102"/>
                        <a:pt x="1498191" y="1541240"/>
                      </a:cubicBezTo>
                      <a:cubicBezTo>
                        <a:pt x="1438279" y="1496092"/>
                        <a:pt x="1346934" y="1538287"/>
                        <a:pt x="1285593" y="1619631"/>
                      </a:cubicBezTo>
                      <a:cubicBezTo>
                        <a:pt x="1224252" y="1700974"/>
                        <a:pt x="1236444" y="1826704"/>
                        <a:pt x="1321788" y="1890998"/>
                      </a:cubicBezTo>
                      <a:cubicBezTo>
                        <a:pt x="1407132" y="1955292"/>
                        <a:pt x="1547054" y="1987486"/>
                        <a:pt x="1739840" y="1879854"/>
                      </a:cubicBezTo>
                      <a:cubicBezTo>
                        <a:pt x="1922435" y="1777841"/>
                        <a:pt x="2020923" y="1769554"/>
                        <a:pt x="2020923" y="1769554"/>
                      </a:cubicBezTo>
                      <a:cubicBezTo>
                        <a:pt x="2020923" y="1769554"/>
                        <a:pt x="2001683" y="1672590"/>
                        <a:pt x="2049403" y="1468945"/>
                      </a:cubicBezTo>
                      <a:cubicBezTo>
                        <a:pt x="2099695" y="1253966"/>
                        <a:pt x="2030162" y="1128331"/>
                        <a:pt x="1944914" y="1064037"/>
                      </a:cubicBezTo>
                      <a:cubicBezTo>
                        <a:pt x="1859570" y="999744"/>
                        <a:pt x="1735364" y="1022794"/>
                        <a:pt x="1674023" y="1104138"/>
                      </a:cubicBezTo>
                      <a:cubicBezTo>
                        <a:pt x="1612682" y="1185481"/>
                        <a:pt x="1597442" y="1285017"/>
                        <a:pt x="1657259" y="1330166"/>
                      </a:cubicBezTo>
                      <a:cubicBezTo>
                        <a:pt x="1708884" y="1369028"/>
                        <a:pt x="1761367" y="1363980"/>
                        <a:pt x="1783846" y="1334167"/>
                      </a:cubicBezTo>
                      <a:cubicBezTo>
                        <a:pt x="1806230" y="1304353"/>
                        <a:pt x="1788513" y="1266063"/>
                        <a:pt x="1772606" y="1254156"/>
                      </a:cubicBezTo>
                      <a:cubicBezTo>
                        <a:pt x="1756700" y="1242155"/>
                        <a:pt x="1746413" y="1193958"/>
                        <a:pt x="1765844" y="1168146"/>
                      </a:cubicBezTo>
                      <a:cubicBezTo>
                        <a:pt x="1785275" y="1142333"/>
                        <a:pt x="1813850" y="1145762"/>
                        <a:pt x="1845568" y="1169670"/>
                      </a:cubicBezTo>
                      <a:cubicBezTo>
                        <a:pt x="1893193" y="1205579"/>
                        <a:pt x="1935008" y="1298733"/>
                        <a:pt x="1872238" y="1382077"/>
                      </a:cubicBezTo>
                      <a:cubicBezTo>
                        <a:pt x="1809468" y="1465421"/>
                        <a:pt x="1708979" y="1495520"/>
                        <a:pt x="1607729" y="1419225"/>
                      </a:cubicBezTo>
                      <a:cubicBezTo>
                        <a:pt x="1490666" y="1331023"/>
                        <a:pt x="1475522" y="1185862"/>
                        <a:pt x="1581725" y="1044987"/>
                      </a:cubicBezTo>
                      <a:cubicBezTo>
                        <a:pt x="1654591" y="948249"/>
                        <a:pt x="1742527" y="894447"/>
                        <a:pt x="1839903" y="899094"/>
                      </a:cubicBezTo>
                      <a:close/>
                      <a:moveTo>
                        <a:pt x="354760" y="899094"/>
                      </a:moveTo>
                      <a:cubicBezTo>
                        <a:pt x="452136" y="894447"/>
                        <a:pt x="540072" y="948249"/>
                        <a:pt x="612938" y="1044987"/>
                      </a:cubicBezTo>
                      <a:cubicBezTo>
                        <a:pt x="719141" y="1185862"/>
                        <a:pt x="703997" y="1331023"/>
                        <a:pt x="586934" y="1419225"/>
                      </a:cubicBezTo>
                      <a:cubicBezTo>
                        <a:pt x="485684" y="1495520"/>
                        <a:pt x="385195" y="1465421"/>
                        <a:pt x="322425" y="1382077"/>
                      </a:cubicBezTo>
                      <a:cubicBezTo>
                        <a:pt x="259655" y="1298733"/>
                        <a:pt x="301470" y="1205579"/>
                        <a:pt x="349095" y="1169670"/>
                      </a:cubicBezTo>
                      <a:cubicBezTo>
                        <a:pt x="380813" y="1145762"/>
                        <a:pt x="409388" y="1142333"/>
                        <a:pt x="428819" y="1168146"/>
                      </a:cubicBezTo>
                      <a:cubicBezTo>
                        <a:pt x="448250" y="1193958"/>
                        <a:pt x="437963" y="1242155"/>
                        <a:pt x="422057" y="1254156"/>
                      </a:cubicBezTo>
                      <a:cubicBezTo>
                        <a:pt x="406150" y="1266063"/>
                        <a:pt x="388433" y="1304353"/>
                        <a:pt x="410817" y="1334167"/>
                      </a:cubicBezTo>
                      <a:cubicBezTo>
                        <a:pt x="433296" y="1363980"/>
                        <a:pt x="485779" y="1369028"/>
                        <a:pt x="537404" y="1330166"/>
                      </a:cubicBezTo>
                      <a:cubicBezTo>
                        <a:pt x="597221" y="1285017"/>
                        <a:pt x="581981" y="1185481"/>
                        <a:pt x="520640" y="1104138"/>
                      </a:cubicBezTo>
                      <a:cubicBezTo>
                        <a:pt x="459299" y="1022794"/>
                        <a:pt x="335093" y="999744"/>
                        <a:pt x="249749" y="1064037"/>
                      </a:cubicBezTo>
                      <a:cubicBezTo>
                        <a:pt x="164501" y="1128331"/>
                        <a:pt x="94968" y="1253966"/>
                        <a:pt x="145260" y="1468945"/>
                      </a:cubicBezTo>
                      <a:cubicBezTo>
                        <a:pt x="192980" y="1672590"/>
                        <a:pt x="173740" y="1769554"/>
                        <a:pt x="173740" y="1769554"/>
                      </a:cubicBezTo>
                      <a:cubicBezTo>
                        <a:pt x="173740" y="1769554"/>
                        <a:pt x="272228" y="1777841"/>
                        <a:pt x="454823" y="1879854"/>
                      </a:cubicBezTo>
                      <a:cubicBezTo>
                        <a:pt x="647609" y="1987486"/>
                        <a:pt x="787531" y="1955292"/>
                        <a:pt x="872875" y="1890998"/>
                      </a:cubicBezTo>
                      <a:cubicBezTo>
                        <a:pt x="958219" y="1826704"/>
                        <a:pt x="970411" y="1700974"/>
                        <a:pt x="909070" y="1619631"/>
                      </a:cubicBezTo>
                      <a:cubicBezTo>
                        <a:pt x="847729" y="1538287"/>
                        <a:pt x="756384" y="1496092"/>
                        <a:pt x="696472" y="1541240"/>
                      </a:cubicBezTo>
                      <a:cubicBezTo>
                        <a:pt x="644846" y="1580102"/>
                        <a:pt x="635321" y="1631918"/>
                        <a:pt x="657705" y="1661731"/>
                      </a:cubicBezTo>
                      <a:cubicBezTo>
                        <a:pt x="680089" y="1691449"/>
                        <a:pt x="721808" y="1684972"/>
                        <a:pt x="737715" y="1672971"/>
                      </a:cubicBezTo>
                      <a:cubicBezTo>
                        <a:pt x="753527" y="1661064"/>
                        <a:pt x="802771" y="1664398"/>
                        <a:pt x="822202" y="1690211"/>
                      </a:cubicBezTo>
                      <a:cubicBezTo>
                        <a:pt x="841633" y="1715928"/>
                        <a:pt x="830489" y="1742503"/>
                        <a:pt x="798770" y="1766411"/>
                      </a:cubicBezTo>
                      <a:cubicBezTo>
                        <a:pt x="751145" y="1802320"/>
                        <a:pt x="649990" y="1816798"/>
                        <a:pt x="587220" y="1733454"/>
                      </a:cubicBezTo>
                      <a:cubicBezTo>
                        <a:pt x="524355" y="1650015"/>
                        <a:pt x="523117" y="1545240"/>
                        <a:pt x="624368" y="1468945"/>
                      </a:cubicBezTo>
                      <a:cubicBezTo>
                        <a:pt x="741430" y="1380744"/>
                        <a:pt x="885067" y="1406271"/>
                        <a:pt x="991271" y="1547145"/>
                      </a:cubicBezTo>
                      <a:cubicBezTo>
                        <a:pt x="1107857" y="1701927"/>
                        <a:pt x="1108238" y="1863471"/>
                        <a:pt x="937550" y="1992058"/>
                      </a:cubicBezTo>
                      <a:cubicBezTo>
                        <a:pt x="766862" y="2120646"/>
                        <a:pt x="540738" y="2088832"/>
                        <a:pt x="373479" y="1978342"/>
                      </a:cubicBezTo>
                      <a:cubicBezTo>
                        <a:pt x="206220" y="1867947"/>
                        <a:pt x="18482" y="1886426"/>
                        <a:pt x="18482" y="1886426"/>
                      </a:cubicBezTo>
                      <a:cubicBezTo>
                        <a:pt x="18482" y="1886426"/>
                        <a:pt x="88015" y="1711071"/>
                        <a:pt x="28007" y="1519904"/>
                      </a:cubicBezTo>
                      <a:cubicBezTo>
                        <a:pt x="-32095" y="1328737"/>
                        <a:pt x="-282" y="1102518"/>
                        <a:pt x="170501" y="973931"/>
                      </a:cubicBezTo>
                      <a:cubicBezTo>
                        <a:pt x="234509" y="925710"/>
                        <a:pt x="296334" y="901881"/>
                        <a:pt x="354760" y="899094"/>
                      </a:cubicBezTo>
                      <a:close/>
                      <a:moveTo>
                        <a:pt x="1097379" y="0"/>
                      </a:moveTo>
                      <a:cubicBezTo>
                        <a:pt x="1097379" y="0"/>
                        <a:pt x="1195487" y="161068"/>
                        <a:pt x="1384367" y="228124"/>
                      </a:cubicBezTo>
                      <a:cubicBezTo>
                        <a:pt x="1573248" y="295275"/>
                        <a:pt x="1734697" y="456724"/>
                        <a:pt x="1734792" y="670560"/>
                      </a:cubicBezTo>
                      <a:cubicBezTo>
                        <a:pt x="1734792" y="884301"/>
                        <a:pt x="1605633" y="981170"/>
                        <a:pt x="1411799" y="981170"/>
                      </a:cubicBezTo>
                      <a:cubicBezTo>
                        <a:pt x="1235396" y="981170"/>
                        <a:pt x="1128526" y="881729"/>
                        <a:pt x="1128526" y="735140"/>
                      </a:cubicBezTo>
                      <a:cubicBezTo>
                        <a:pt x="1128526" y="608362"/>
                        <a:pt x="1213013" y="546259"/>
                        <a:pt x="1317406" y="546259"/>
                      </a:cubicBezTo>
                      <a:cubicBezTo>
                        <a:pt x="1421801" y="546259"/>
                        <a:pt x="1471045" y="635699"/>
                        <a:pt x="1471045" y="695325"/>
                      </a:cubicBezTo>
                      <a:cubicBezTo>
                        <a:pt x="1471045" y="735044"/>
                        <a:pt x="1456567" y="759905"/>
                        <a:pt x="1424277" y="759905"/>
                      </a:cubicBezTo>
                      <a:cubicBezTo>
                        <a:pt x="1391987" y="759905"/>
                        <a:pt x="1359698" y="722662"/>
                        <a:pt x="1359698" y="702755"/>
                      </a:cubicBezTo>
                      <a:cubicBezTo>
                        <a:pt x="1359698" y="682847"/>
                        <a:pt x="1339886" y="645605"/>
                        <a:pt x="1302548" y="645605"/>
                      </a:cubicBezTo>
                      <a:cubicBezTo>
                        <a:pt x="1265210" y="645605"/>
                        <a:pt x="1229586" y="684562"/>
                        <a:pt x="1229586" y="749141"/>
                      </a:cubicBezTo>
                      <a:cubicBezTo>
                        <a:pt x="1229586" y="824103"/>
                        <a:pt x="1318264" y="871728"/>
                        <a:pt x="1420181" y="871728"/>
                      </a:cubicBezTo>
                      <a:cubicBezTo>
                        <a:pt x="1522003" y="871728"/>
                        <a:pt x="1615158" y="786289"/>
                        <a:pt x="1615158" y="679513"/>
                      </a:cubicBezTo>
                      <a:cubicBezTo>
                        <a:pt x="1615158" y="572738"/>
                        <a:pt x="1556674" y="441579"/>
                        <a:pt x="1354649" y="352425"/>
                      </a:cubicBezTo>
                      <a:cubicBezTo>
                        <a:pt x="1163292" y="267938"/>
                        <a:pt x="1097379" y="194215"/>
                        <a:pt x="1097379" y="194215"/>
                      </a:cubicBezTo>
                      <a:cubicBezTo>
                        <a:pt x="1097379" y="194215"/>
                        <a:pt x="1031466" y="267938"/>
                        <a:pt x="840109" y="352425"/>
                      </a:cubicBezTo>
                      <a:cubicBezTo>
                        <a:pt x="638083" y="441579"/>
                        <a:pt x="579600" y="572643"/>
                        <a:pt x="579600" y="679513"/>
                      </a:cubicBezTo>
                      <a:cubicBezTo>
                        <a:pt x="579600" y="786384"/>
                        <a:pt x="672659" y="871728"/>
                        <a:pt x="774577" y="871728"/>
                      </a:cubicBezTo>
                      <a:cubicBezTo>
                        <a:pt x="876494" y="871728"/>
                        <a:pt x="965172" y="824103"/>
                        <a:pt x="965172" y="749141"/>
                      </a:cubicBezTo>
                      <a:cubicBezTo>
                        <a:pt x="965172" y="684467"/>
                        <a:pt x="929453" y="645605"/>
                        <a:pt x="892210" y="645605"/>
                      </a:cubicBezTo>
                      <a:cubicBezTo>
                        <a:pt x="854968" y="645605"/>
                        <a:pt x="835060" y="682847"/>
                        <a:pt x="835060" y="702755"/>
                      </a:cubicBezTo>
                      <a:cubicBezTo>
                        <a:pt x="835060" y="722662"/>
                        <a:pt x="802771" y="759905"/>
                        <a:pt x="770481" y="759905"/>
                      </a:cubicBezTo>
                      <a:cubicBezTo>
                        <a:pt x="738191" y="759905"/>
                        <a:pt x="723713" y="735044"/>
                        <a:pt x="723713" y="695325"/>
                      </a:cubicBezTo>
                      <a:cubicBezTo>
                        <a:pt x="723713" y="635699"/>
                        <a:pt x="772958" y="546164"/>
                        <a:pt x="877352" y="546164"/>
                      </a:cubicBezTo>
                      <a:cubicBezTo>
                        <a:pt x="981746" y="546164"/>
                        <a:pt x="1066232" y="608362"/>
                        <a:pt x="1066232" y="735044"/>
                      </a:cubicBezTo>
                      <a:cubicBezTo>
                        <a:pt x="1066232" y="881729"/>
                        <a:pt x="959362" y="981075"/>
                        <a:pt x="782959" y="981075"/>
                      </a:cubicBezTo>
                      <a:cubicBezTo>
                        <a:pt x="589125" y="981075"/>
                        <a:pt x="459966" y="884111"/>
                        <a:pt x="459966" y="670370"/>
                      </a:cubicBezTo>
                      <a:cubicBezTo>
                        <a:pt x="459966" y="456724"/>
                        <a:pt x="621415" y="295180"/>
                        <a:pt x="810296" y="228124"/>
                      </a:cubicBezTo>
                      <a:cubicBezTo>
                        <a:pt x="999176" y="161068"/>
                        <a:pt x="1097379" y="0"/>
                        <a:pt x="1097379" y="0"/>
                      </a:cubicBezTo>
                      <a:close/>
                    </a:path>
                  </a:pathLst>
                </a:custGeom>
                <a:gradFill>
                  <a:gsLst>
                    <a:gs pos="1000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6" name="AutoShape 6"/>
                <p:cNvSpPr/>
                <p:nvPr/>
              </p:nvSpPr>
              <p:spPr>
                <a:xfrm>
                  <a:off x="10019412" y="4634735"/>
                  <a:ext cx="1838362" cy="1738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663" h="2075658">
                      <a:moveTo>
                        <a:pt x="1097379" y="981075"/>
                      </a:moveTo>
                      <a:lnTo>
                        <a:pt x="1349506" y="1375410"/>
                      </a:lnTo>
                      <a:lnTo>
                        <a:pt x="845157" y="1375410"/>
                      </a:lnTo>
                      <a:close/>
                      <a:moveTo>
                        <a:pt x="1839903" y="899094"/>
                      </a:moveTo>
                      <a:cubicBezTo>
                        <a:pt x="1898329" y="901881"/>
                        <a:pt x="1960154" y="925710"/>
                        <a:pt x="2024162" y="973931"/>
                      </a:cubicBezTo>
                      <a:cubicBezTo>
                        <a:pt x="2194945" y="1102518"/>
                        <a:pt x="2226758" y="1328737"/>
                        <a:pt x="2166656" y="1519904"/>
                      </a:cubicBezTo>
                      <a:cubicBezTo>
                        <a:pt x="2106648" y="1711071"/>
                        <a:pt x="2176181" y="1886426"/>
                        <a:pt x="2176181" y="1886426"/>
                      </a:cubicBezTo>
                      <a:cubicBezTo>
                        <a:pt x="2176181" y="1886426"/>
                        <a:pt x="1988443" y="1867947"/>
                        <a:pt x="1821184" y="1978342"/>
                      </a:cubicBezTo>
                      <a:cubicBezTo>
                        <a:pt x="1653925" y="2088832"/>
                        <a:pt x="1427801" y="2120646"/>
                        <a:pt x="1257113" y="1992058"/>
                      </a:cubicBezTo>
                      <a:cubicBezTo>
                        <a:pt x="1086425" y="1863471"/>
                        <a:pt x="1086806" y="1701927"/>
                        <a:pt x="1203392" y="1547145"/>
                      </a:cubicBezTo>
                      <a:cubicBezTo>
                        <a:pt x="1309596" y="1406271"/>
                        <a:pt x="1453233" y="1380744"/>
                        <a:pt x="1570295" y="1468945"/>
                      </a:cubicBezTo>
                      <a:cubicBezTo>
                        <a:pt x="1671546" y="1545240"/>
                        <a:pt x="1670308" y="1650015"/>
                        <a:pt x="1607443" y="1733454"/>
                      </a:cubicBezTo>
                      <a:cubicBezTo>
                        <a:pt x="1544673" y="1816798"/>
                        <a:pt x="1443518" y="1802320"/>
                        <a:pt x="1395893" y="1766411"/>
                      </a:cubicBezTo>
                      <a:cubicBezTo>
                        <a:pt x="1364174" y="1742503"/>
                        <a:pt x="1353030" y="1715928"/>
                        <a:pt x="1372461" y="1690211"/>
                      </a:cubicBezTo>
                      <a:cubicBezTo>
                        <a:pt x="1391892" y="1664398"/>
                        <a:pt x="1441136" y="1661064"/>
                        <a:pt x="1456948" y="1672971"/>
                      </a:cubicBezTo>
                      <a:cubicBezTo>
                        <a:pt x="1472855" y="1684972"/>
                        <a:pt x="1514574" y="1691449"/>
                        <a:pt x="1536958" y="1661731"/>
                      </a:cubicBezTo>
                      <a:cubicBezTo>
                        <a:pt x="1559342" y="1631918"/>
                        <a:pt x="1549817" y="1580102"/>
                        <a:pt x="1498191" y="1541240"/>
                      </a:cubicBezTo>
                      <a:cubicBezTo>
                        <a:pt x="1438279" y="1496092"/>
                        <a:pt x="1346934" y="1538287"/>
                        <a:pt x="1285593" y="1619631"/>
                      </a:cubicBezTo>
                      <a:cubicBezTo>
                        <a:pt x="1224252" y="1700974"/>
                        <a:pt x="1236444" y="1826704"/>
                        <a:pt x="1321788" y="1890998"/>
                      </a:cubicBezTo>
                      <a:cubicBezTo>
                        <a:pt x="1407132" y="1955292"/>
                        <a:pt x="1547054" y="1987486"/>
                        <a:pt x="1739840" y="1879854"/>
                      </a:cubicBezTo>
                      <a:cubicBezTo>
                        <a:pt x="1922435" y="1777841"/>
                        <a:pt x="2020923" y="1769554"/>
                        <a:pt x="2020923" y="1769554"/>
                      </a:cubicBezTo>
                      <a:cubicBezTo>
                        <a:pt x="2020923" y="1769554"/>
                        <a:pt x="2001683" y="1672590"/>
                        <a:pt x="2049403" y="1468945"/>
                      </a:cubicBezTo>
                      <a:cubicBezTo>
                        <a:pt x="2099695" y="1253966"/>
                        <a:pt x="2030162" y="1128331"/>
                        <a:pt x="1944914" y="1064037"/>
                      </a:cubicBezTo>
                      <a:cubicBezTo>
                        <a:pt x="1859570" y="999744"/>
                        <a:pt x="1735364" y="1022794"/>
                        <a:pt x="1674023" y="1104138"/>
                      </a:cubicBezTo>
                      <a:cubicBezTo>
                        <a:pt x="1612682" y="1185481"/>
                        <a:pt x="1597442" y="1285017"/>
                        <a:pt x="1657259" y="1330166"/>
                      </a:cubicBezTo>
                      <a:cubicBezTo>
                        <a:pt x="1708884" y="1369028"/>
                        <a:pt x="1761367" y="1363980"/>
                        <a:pt x="1783846" y="1334167"/>
                      </a:cubicBezTo>
                      <a:cubicBezTo>
                        <a:pt x="1806230" y="1304353"/>
                        <a:pt x="1788513" y="1266063"/>
                        <a:pt x="1772606" y="1254156"/>
                      </a:cubicBezTo>
                      <a:cubicBezTo>
                        <a:pt x="1756700" y="1242155"/>
                        <a:pt x="1746413" y="1193958"/>
                        <a:pt x="1765844" y="1168146"/>
                      </a:cubicBezTo>
                      <a:cubicBezTo>
                        <a:pt x="1785275" y="1142333"/>
                        <a:pt x="1813850" y="1145762"/>
                        <a:pt x="1845568" y="1169670"/>
                      </a:cubicBezTo>
                      <a:cubicBezTo>
                        <a:pt x="1893193" y="1205579"/>
                        <a:pt x="1935008" y="1298733"/>
                        <a:pt x="1872238" y="1382077"/>
                      </a:cubicBezTo>
                      <a:cubicBezTo>
                        <a:pt x="1809468" y="1465421"/>
                        <a:pt x="1708979" y="1495520"/>
                        <a:pt x="1607729" y="1419225"/>
                      </a:cubicBezTo>
                      <a:cubicBezTo>
                        <a:pt x="1490666" y="1331023"/>
                        <a:pt x="1475522" y="1185862"/>
                        <a:pt x="1581725" y="1044987"/>
                      </a:cubicBezTo>
                      <a:cubicBezTo>
                        <a:pt x="1654591" y="948249"/>
                        <a:pt x="1742527" y="894447"/>
                        <a:pt x="1839903" y="899094"/>
                      </a:cubicBezTo>
                      <a:close/>
                      <a:moveTo>
                        <a:pt x="354760" y="899094"/>
                      </a:moveTo>
                      <a:cubicBezTo>
                        <a:pt x="452136" y="894447"/>
                        <a:pt x="540072" y="948249"/>
                        <a:pt x="612938" y="1044987"/>
                      </a:cubicBezTo>
                      <a:cubicBezTo>
                        <a:pt x="719141" y="1185862"/>
                        <a:pt x="703997" y="1331023"/>
                        <a:pt x="586934" y="1419225"/>
                      </a:cubicBezTo>
                      <a:cubicBezTo>
                        <a:pt x="485684" y="1495520"/>
                        <a:pt x="385195" y="1465421"/>
                        <a:pt x="322425" y="1382077"/>
                      </a:cubicBezTo>
                      <a:cubicBezTo>
                        <a:pt x="259655" y="1298733"/>
                        <a:pt x="301470" y="1205579"/>
                        <a:pt x="349095" y="1169670"/>
                      </a:cubicBezTo>
                      <a:cubicBezTo>
                        <a:pt x="380813" y="1145762"/>
                        <a:pt x="409388" y="1142333"/>
                        <a:pt x="428819" y="1168146"/>
                      </a:cubicBezTo>
                      <a:cubicBezTo>
                        <a:pt x="448250" y="1193958"/>
                        <a:pt x="437963" y="1242155"/>
                        <a:pt x="422057" y="1254156"/>
                      </a:cubicBezTo>
                      <a:cubicBezTo>
                        <a:pt x="406150" y="1266063"/>
                        <a:pt x="388433" y="1304353"/>
                        <a:pt x="410817" y="1334167"/>
                      </a:cubicBezTo>
                      <a:cubicBezTo>
                        <a:pt x="433296" y="1363980"/>
                        <a:pt x="485779" y="1369028"/>
                        <a:pt x="537404" y="1330166"/>
                      </a:cubicBezTo>
                      <a:cubicBezTo>
                        <a:pt x="597221" y="1285017"/>
                        <a:pt x="581981" y="1185481"/>
                        <a:pt x="520640" y="1104138"/>
                      </a:cubicBezTo>
                      <a:cubicBezTo>
                        <a:pt x="459299" y="1022794"/>
                        <a:pt x="335093" y="999744"/>
                        <a:pt x="249749" y="1064037"/>
                      </a:cubicBezTo>
                      <a:cubicBezTo>
                        <a:pt x="164501" y="1128331"/>
                        <a:pt x="94968" y="1253966"/>
                        <a:pt x="145260" y="1468945"/>
                      </a:cubicBezTo>
                      <a:cubicBezTo>
                        <a:pt x="192980" y="1672590"/>
                        <a:pt x="173740" y="1769554"/>
                        <a:pt x="173740" y="1769554"/>
                      </a:cubicBezTo>
                      <a:cubicBezTo>
                        <a:pt x="173740" y="1769554"/>
                        <a:pt x="272228" y="1777841"/>
                        <a:pt x="454823" y="1879854"/>
                      </a:cubicBezTo>
                      <a:cubicBezTo>
                        <a:pt x="647609" y="1987486"/>
                        <a:pt x="787531" y="1955292"/>
                        <a:pt x="872875" y="1890998"/>
                      </a:cubicBezTo>
                      <a:cubicBezTo>
                        <a:pt x="958219" y="1826704"/>
                        <a:pt x="970411" y="1700974"/>
                        <a:pt x="909070" y="1619631"/>
                      </a:cubicBezTo>
                      <a:cubicBezTo>
                        <a:pt x="847729" y="1538287"/>
                        <a:pt x="756384" y="1496092"/>
                        <a:pt x="696472" y="1541240"/>
                      </a:cubicBezTo>
                      <a:cubicBezTo>
                        <a:pt x="644846" y="1580102"/>
                        <a:pt x="635321" y="1631918"/>
                        <a:pt x="657705" y="1661731"/>
                      </a:cubicBezTo>
                      <a:cubicBezTo>
                        <a:pt x="680089" y="1691449"/>
                        <a:pt x="721808" y="1684972"/>
                        <a:pt x="737715" y="1672971"/>
                      </a:cubicBezTo>
                      <a:cubicBezTo>
                        <a:pt x="753527" y="1661064"/>
                        <a:pt x="802771" y="1664398"/>
                        <a:pt x="822202" y="1690211"/>
                      </a:cubicBezTo>
                      <a:cubicBezTo>
                        <a:pt x="841633" y="1715928"/>
                        <a:pt x="830489" y="1742503"/>
                        <a:pt x="798770" y="1766411"/>
                      </a:cubicBezTo>
                      <a:cubicBezTo>
                        <a:pt x="751145" y="1802320"/>
                        <a:pt x="649990" y="1816798"/>
                        <a:pt x="587220" y="1733454"/>
                      </a:cubicBezTo>
                      <a:cubicBezTo>
                        <a:pt x="524355" y="1650015"/>
                        <a:pt x="523117" y="1545240"/>
                        <a:pt x="624368" y="1468945"/>
                      </a:cubicBezTo>
                      <a:cubicBezTo>
                        <a:pt x="741430" y="1380744"/>
                        <a:pt x="885067" y="1406271"/>
                        <a:pt x="991271" y="1547145"/>
                      </a:cubicBezTo>
                      <a:cubicBezTo>
                        <a:pt x="1107857" y="1701927"/>
                        <a:pt x="1108238" y="1863471"/>
                        <a:pt x="937550" y="1992058"/>
                      </a:cubicBezTo>
                      <a:cubicBezTo>
                        <a:pt x="766862" y="2120646"/>
                        <a:pt x="540738" y="2088832"/>
                        <a:pt x="373479" y="1978342"/>
                      </a:cubicBezTo>
                      <a:cubicBezTo>
                        <a:pt x="206220" y="1867947"/>
                        <a:pt x="18482" y="1886426"/>
                        <a:pt x="18482" y="1886426"/>
                      </a:cubicBezTo>
                      <a:cubicBezTo>
                        <a:pt x="18482" y="1886426"/>
                        <a:pt x="88015" y="1711071"/>
                        <a:pt x="28007" y="1519904"/>
                      </a:cubicBezTo>
                      <a:cubicBezTo>
                        <a:pt x="-32095" y="1328737"/>
                        <a:pt x="-282" y="1102518"/>
                        <a:pt x="170501" y="973931"/>
                      </a:cubicBezTo>
                      <a:cubicBezTo>
                        <a:pt x="234509" y="925710"/>
                        <a:pt x="296334" y="901881"/>
                        <a:pt x="354760" y="899094"/>
                      </a:cubicBezTo>
                      <a:close/>
                      <a:moveTo>
                        <a:pt x="1097379" y="0"/>
                      </a:moveTo>
                      <a:cubicBezTo>
                        <a:pt x="1097379" y="0"/>
                        <a:pt x="1195487" y="161068"/>
                        <a:pt x="1384367" y="228124"/>
                      </a:cubicBezTo>
                      <a:cubicBezTo>
                        <a:pt x="1573248" y="295275"/>
                        <a:pt x="1734697" y="456724"/>
                        <a:pt x="1734792" y="670560"/>
                      </a:cubicBezTo>
                      <a:cubicBezTo>
                        <a:pt x="1734792" y="884301"/>
                        <a:pt x="1605633" y="981170"/>
                        <a:pt x="1411799" y="981170"/>
                      </a:cubicBezTo>
                      <a:cubicBezTo>
                        <a:pt x="1235396" y="981170"/>
                        <a:pt x="1128526" y="881729"/>
                        <a:pt x="1128526" y="735140"/>
                      </a:cubicBezTo>
                      <a:cubicBezTo>
                        <a:pt x="1128526" y="608362"/>
                        <a:pt x="1213013" y="546259"/>
                        <a:pt x="1317406" y="546259"/>
                      </a:cubicBezTo>
                      <a:cubicBezTo>
                        <a:pt x="1421801" y="546259"/>
                        <a:pt x="1471045" y="635699"/>
                        <a:pt x="1471045" y="695325"/>
                      </a:cubicBezTo>
                      <a:cubicBezTo>
                        <a:pt x="1471045" y="735044"/>
                        <a:pt x="1456567" y="759905"/>
                        <a:pt x="1424277" y="759905"/>
                      </a:cubicBezTo>
                      <a:cubicBezTo>
                        <a:pt x="1391987" y="759905"/>
                        <a:pt x="1359698" y="722662"/>
                        <a:pt x="1359698" y="702755"/>
                      </a:cubicBezTo>
                      <a:cubicBezTo>
                        <a:pt x="1359698" y="682847"/>
                        <a:pt x="1339886" y="645605"/>
                        <a:pt x="1302548" y="645605"/>
                      </a:cubicBezTo>
                      <a:cubicBezTo>
                        <a:pt x="1265210" y="645605"/>
                        <a:pt x="1229586" y="684562"/>
                        <a:pt x="1229586" y="749141"/>
                      </a:cubicBezTo>
                      <a:cubicBezTo>
                        <a:pt x="1229586" y="824103"/>
                        <a:pt x="1318264" y="871728"/>
                        <a:pt x="1420181" y="871728"/>
                      </a:cubicBezTo>
                      <a:cubicBezTo>
                        <a:pt x="1522003" y="871728"/>
                        <a:pt x="1615158" y="786289"/>
                        <a:pt x="1615158" y="679513"/>
                      </a:cubicBezTo>
                      <a:cubicBezTo>
                        <a:pt x="1615158" y="572738"/>
                        <a:pt x="1556674" y="441579"/>
                        <a:pt x="1354649" y="352425"/>
                      </a:cubicBezTo>
                      <a:cubicBezTo>
                        <a:pt x="1163292" y="267938"/>
                        <a:pt x="1097379" y="194215"/>
                        <a:pt x="1097379" y="194215"/>
                      </a:cubicBezTo>
                      <a:cubicBezTo>
                        <a:pt x="1097379" y="194215"/>
                        <a:pt x="1031466" y="267938"/>
                        <a:pt x="840109" y="352425"/>
                      </a:cubicBezTo>
                      <a:cubicBezTo>
                        <a:pt x="638083" y="441579"/>
                        <a:pt x="579600" y="572643"/>
                        <a:pt x="579600" y="679513"/>
                      </a:cubicBezTo>
                      <a:cubicBezTo>
                        <a:pt x="579600" y="786384"/>
                        <a:pt x="672659" y="871728"/>
                        <a:pt x="774577" y="871728"/>
                      </a:cubicBezTo>
                      <a:cubicBezTo>
                        <a:pt x="876494" y="871728"/>
                        <a:pt x="965172" y="824103"/>
                        <a:pt x="965172" y="749141"/>
                      </a:cubicBezTo>
                      <a:cubicBezTo>
                        <a:pt x="965172" y="684467"/>
                        <a:pt x="929453" y="645605"/>
                        <a:pt x="892210" y="645605"/>
                      </a:cubicBezTo>
                      <a:cubicBezTo>
                        <a:pt x="854968" y="645605"/>
                        <a:pt x="835060" y="682847"/>
                        <a:pt x="835060" y="702755"/>
                      </a:cubicBezTo>
                      <a:cubicBezTo>
                        <a:pt x="835060" y="722662"/>
                        <a:pt x="802771" y="759905"/>
                        <a:pt x="770481" y="759905"/>
                      </a:cubicBezTo>
                      <a:cubicBezTo>
                        <a:pt x="738191" y="759905"/>
                        <a:pt x="723713" y="735044"/>
                        <a:pt x="723713" y="695325"/>
                      </a:cubicBezTo>
                      <a:cubicBezTo>
                        <a:pt x="723713" y="635699"/>
                        <a:pt x="772958" y="546164"/>
                        <a:pt x="877352" y="546164"/>
                      </a:cubicBezTo>
                      <a:cubicBezTo>
                        <a:pt x="981746" y="546164"/>
                        <a:pt x="1066232" y="608362"/>
                        <a:pt x="1066232" y="735044"/>
                      </a:cubicBezTo>
                      <a:cubicBezTo>
                        <a:pt x="1066232" y="881729"/>
                        <a:pt x="959362" y="981075"/>
                        <a:pt x="782959" y="981075"/>
                      </a:cubicBezTo>
                      <a:cubicBezTo>
                        <a:pt x="589125" y="981075"/>
                        <a:pt x="459966" y="884111"/>
                        <a:pt x="459966" y="670370"/>
                      </a:cubicBezTo>
                      <a:cubicBezTo>
                        <a:pt x="459966" y="456724"/>
                        <a:pt x="621415" y="295180"/>
                        <a:pt x="810296" y="228124"/>
                      </a:cubicBezTo>
                      <a:cubicBezTo>
                        <a:pt x="999176" y="161068"/>
                        <a:pt x="1097379" y="0"/>
                        <a:pt x="1097379" y="0"/>
                      </a:cubicBezTo>
                      <a:close/>
                    </a:path>
                  </a:pathLst>
                </a:custGeom>
                <a:gradFill>
                  <a:gsLst>
                    <a:gs pos="1000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7" name="AutoShape 7"/>
                <p:cNvSpPr/>
                <p:nvPr/>
              </p:nvSpPr>
              <p:spPr>
                <a:xfrm>
                  <a:off x="321526" y="4634735"/>
                  <a:ext cx="1838362" cy="1738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663" h="2075658">
                      <a:moveTo>
                        <a:pt x="1097379" y="981075"/>
                      </a:moveTo>
                      <a:lnTo>
                        <a:pt x="1349506" y="1375410"/>
                      </a:lnTo>
                      <a:lnTo>
                        <a:pt x="845157" y="1375410"/>
                      </a:lnTo>
                      <a:close/>
                      <a:moveTo>
                        <a:pt x="1839903" y="899094"/>
                      </a:moveTo>
                      <a:cubicBezTo>
                        <a:pt x="1898329" y="901881"/>
                        <a:pt x="1960154" y="925710"/>
                        <a:pt x="2024162" y="973931"/>
                      </a:cubicBezTo>
                      <a:cubicBezTo>
                        <a:pt x="2194945" y="1102518"/>
                        <a:pt x="2226758" y="1328737"/>
                        <a:pt x="2166656" y="1519904"/>
                      </a:cubicBezTo>
                      <a:cubicBezTo>
                        <a:pt x="2106648" y="1711071"/>
                        <a:pt x="2176181" y="1886426"/>
                        <a:pt x="2176181" y="1886426"/>
                      </a:cubicBezTo>
                      <a:cubicBezTo>
                        <a:pt x="2176181" y="1886426"/>
                        <a:pt x="1988443" y="1867947"/>
                        <a:pt x="1821184" y="1978342"/>
                      </a:cubicBezTo>
                      <a:cubicBezTo>
                        <a:pt x="1653925" y="2088832"/>
                        <a:pt x="1427801" y="2120646"/>
                        <a:pt x="1257113" y="1992058"/>
                      </a:cubicBezTo>
                      <a:cubicBezTo>
                        <a:pt x="1086425" y="1863471"/>
                        <a:pt x="1086806" y="1701927"/>
                        <a:pt x="1203392" y="1547145"/>
                      </a:cubicBezTo>
                      <a:cubicBezTo>
                        <a:pt x="1309596" y="1406271"/>
                        <a:pt x="1453233" y="1380744"/>
                        <a:pt x="1570295" y="1468945"/>
                      </a:cubicBezTo>
                      <a:cubicBezTo>
                        <a:pt x="1671546" y="1545240"/>
                        <a:pt x="1670308" y="1650015"/>
                        <a:pt x="1607443" y="1733454"/>
                      </a:cubicBezTo>
                      <a:cubicBezTo>
                        <a:pt x="1544673" y="1816798"/>
                        <a:pt x="1443518" y="1802320"/>
                        <a:pt x="1395893" y="1766411"/>
                      </a:cubicBezTo>
                      <a:cubicBezTo>
                        <a:pt x="1364174" y="1742503"/>
                        <a:pt x="1353030" y="1715928"/>
                        <a:pt x="1372461" y="1690211"/>
                      </a:cubicBezTo>
                      <a:cubicBezTo>
                        <a:pt x="1391892" y="1664398"/>
                        <a:pt x="1441136" y="1661064"/>
                        <a:pt x="1456948" y="1672971"/>
                      </a:cubicBezTo>
                      <a:cubicBezTo>
                        <a:pt x="1472855" y="1684972"/>
                        <a:pt x="1514574" y="1691449"/>
                        <a:pt x="1536958" y="1661731"/>
                      </a:cubicBezTo>
                      <a:cubicBezTo>
                        <a:pt x="1559342" y="1631918"/>
                        <a:pt x="1549817" y="1580102"/>
                        <a:pt x="1498191" y="1541240"/>
                      </a:cubicBezTo>
                      <a:cubicBezTo>
                        <a:pt x="1438279" y="1496092"/>
                        <a:pt x="1346934" y="1538287"/>
                        <a:pt x="1285593" y="1619631"/>
                      </a:cubicBezTo>
                      <a:cubicBezTo>
                        <a:pt x="1224252" y="1700974"/>
                        <a:pt x="1236444" y="1826704"/>
                        <a:pt x="1321788" y="1890998"/>
                      </a:cubicBezTo>
                      <a:cubicBezTo>
                        <a:pt x="1407132" y="1955292"/>
                        <a:pt x="1547054" y="1987486"/>
                        <a:pt x="1739840" y="1879854"/>
                      </a:cubicBezTo>
                      <a:cubicBezTo>
                        <a:pt x="1922435" y="1777841"/>
                        <a:pt x="2020923" y="1769554"/>
                        <a:pt x="2020923" y="1769554"/>
                      </a:cubicBezTo>
                      <a:cubicBezTo>
                        <a:pt x="2020923" y="1769554"/>
                        <a:pt x="2001683" y="1672590"/>
                        <a:pt x="2049403" y="1468945"/>
                      </a:cubicBezTo>
                      <a:cubicBezTo>
                        <a:pt x="2099695" y="1253966"/>
                        <a:pt x="2030162" y="1128331"/>
                        <a:pt x="1944914" y="1064037"/>
                      </a:cubicBezTo>
                      <a:cubicBezTo>
                        <a:pt x="1859570" y="999744"/>
                        <a:pt x="1735364" y="1022794"/>
                        <a:pt x="1674023" y="1104138"/>
                      </a:cubicBezTo>
                      <a:cubicBezTo>
                        <a:pt x="1612682" y="1185481"/>
                        <a:pt x="1597442" y="1285017"/>
                        <a:pt x="1657259" y="1330166"/>
                      </a:cubicBezTo>
                      <a:cubicBezTo>
                        <a:pt x="1708884" y="1369028"/>
                        <a:pt x="1761367" y="1363980"/>
                        <a:pt x="1783846" y="1334167"/>
                      </a:cubicBezTo>
                      <a:cubicBezTo>
                        <a:pt x="1806230" y="1304353"/>
                        <a:pt x="1788513" y="1266063"/>
                        <a:pt x="1772606" y="1254156"/>
                      </a:cubicBezTo>
                      <a:cubicBezTo>
                        <a:pt x="1756700" y="1242155"/>
                        <a:pt x="1746413" y="1193958"/>
                        <a:pt x="1765844" y="1168146"/>
                      </a:cubicBezTo>
                      <a:cubicBezTo>
                        <a:pt x="1785275" y="1142333"/>
                        <a:pt x="1813850" y="1145762"/>
                        <a:pt x="1845568" y="1169670"/>
                      </a:cubicBezTo>
                      <a:cubicBezTo>
                        <a:pt x="1893193" y="1205579"/>
                        <a:pt x="1935008" y="1298733"/>
                        <a:pt x="1872238" y="1382077"/>
                      </a:cubicBezTo>
                      <a:cubicBezTo>
                        <a:pt x="1809468" y="1465421"/>
                        <a:pt x="1708979" y="1495520"/>
                        <a:pt x="1607729" y="1419225"/>
                      </a:cubicBezTo>
                      <a:cubicBezTo>
                        <a:pt x="1490666" y="1331023"/>
                        <a:pt x="1475522" y="1185862"/>
                        <a:pt x="1581725" y="1044987"/>
                      </a:cubicBezTo>
                      <a:cubicBezTo>
                        <a:pt x="1654591" y="948249"/>
                        <a:pt x="1742527" y="894447"/>
                        <a:pt x="1839903" y="899094"/>
                      </a:cubicBezTo>
                      <a:close/>
                      <a:moveTo>
                        <a:pt x="354760" y="899094"/>
                      </a:moveTo>
                      <a:cubicBezTo>
                        <a:pt x="452136" y="894447"/>
                        <a:pt x="540072" y="948249"/>
                        <a:pt x="612938" y="1044987"/>
                      </a:cubicBezTo>
                      <a:cubicBezTo>
                        <a:pt x="719141" y="1185862"/>
                        <a:pt x="703997" y="1331023"/>
                        <a:pt x="586934" y="1419225"/>
                      </a:cubicBezTo>
                      <a:cubicBezTo>
                        <a:pt x="485684" y="1495520"/>
                        <a:pt x="385195" y="1465421"/>
                        <a:pt x="322425" y="1382077"/>
                      </a:cubicBezTo>
                      <a:cubicBezTo>
                        <a:pt x="259655" y="1298733"/>
                        <a:pt x="301470" y="1205579"/>
                        <a:pt x="349095" y="1169670"/>
                      </a:cubicBezTo>
                      <a:cubicBezTo>
                        <a:pt x="380813" y="1145762"/>
                        <a:pt x="409388" y="1142333"/>
                        <a:pt x="428819" y="1168146"/>
                      </a:cubicBezTo>
                      <a:cubicBezTo>
                        <a:pt x="448250" y="1193958"/>
                        <a:pt x="437963" y="1242155"/>
                        <a:pt x="422057" y="1254156"/>
                      </a:cubicBezTo>
                      <a:cubicBezTo>
                        <a:pt x="406150" y="1266063"/>
                        <a:pt x="388433" y="1304353"/>
                        <a:pt x="410817" y="1334167"/>
                      </a:cubicBezTo>
                      <a:cubicBezTo>
                        <a:pt x="433296" y="1363980"/>
                        <a:pt x="485779" y="1369028"/>
                        <a:pt x="537404" y="1330166"/>
                      </a:cubicBezTo>
                      <a:cubicBezTo>
                        <a:pt x="597221" y="1285017"/>
                        <a:pt x="581981" y="1185481"/>
                        <a:pt x="520640" y="1104138"/>
                      </a:cubicBezTo>
                      <a:cubicBezTo>
                        <a:pt x="459299" y="1022794"/>
                        <a:pt x="335093" y="999744"/>
                        <a:pt x="249749" y="1064037"/>
                      </a:cubicBezTo>
                      <a:cubicBezTo>
                        <a:pt x="164501" y="1128331"/>
                        <a:pt x="94968" y="1253966"/>
                        <a:pt x="145260" y="1468945"/>
                      </a:cubicBezTo>
                      <a:cubicBezTo>
                        <a:pt x="192980" y="1672590"/>
                        <a:pt x="173740" y="1769554"/>
                        <a:pt x="173740" y="1769554"/>
                      </a:cubicBezTo>
                      <a:cubicBezTo>
                        <a:pt x="173740" y="1769554"/>
                        <a:pt x="272228" y="1777841"/>
                        <a:pt x="454823" y="1879854"/>
                      </a:cubicBezTo>
                      <a:cubicBezTo>
                        <a:pt x="647609" y="1987486"/>
                        <a:pt x="787531" y="1955292"/>
                        <a:pt x="872875" y="1890998"/>
                      </a:cubicBezTo>
                      <a:cubicBezTo>
                        <a:pt x="958219" y="1826704"/>
                        <a:pt x="970411" y="1700974"/>
                        <a:pt x="909070" y="1619631"/>
                      </a:cubicBezTo>
                      <a:cubicBezTo>
                        <a:pt x="847729" y="1538287"/>
                        <a:pt x="756384" y="1496092"/>
                        <a:pt x="696472" y="1541240"/>
                      </a:cubicBezTo>
                      <a:cubicBezTo>
                        <a:pt x="644846" y="1580102"/>
                        <a:pt x="635321" y="1631918"/>
                        <a:pt x="657705" y="1661731"/>
                      </a:cubicBezTo>
                      <a:cubicBezTo>
                        <a:pt x="680089" y="1691449"/>
                        <a:pt x="721808" y="1684972"/>
                        <a:pt x="737715" y="1672971"/>
                      </a:cubicBezTo>
                      <a:cubicBezTo>
                        <a:pt x="753527" y="1661064"/>
                        <a:pt x="802771" y="1664398"/>
                        <a:pt x="822202" y="1690211"/>
                      </a:cubicBezTo>
                      <a:cubicBezTo>
                        <a:pt x="841633" y="1715928"/>
                        <a:pt x="830489" y="1742503"/>
                        <a:pt x="798770" y="1766411"/>
                      </a:cubicBezTo>
                      <a:cubicBezTo>
                        <a:pt x="751145" y="1802320"/>
                        <a:pt x="649990" y="1816798"/>
                        <a:pt x="587220" y="1733454"/>
                      </a:cubicBezTo>
                      <a:cubicBezTo>
                        <a:pt x="524355" y="1650015"/>
                        <a:pt x="523117" y="1545240"/>
                        <a:pt x="624368" y="1468945"/>
                      </a:cubicBezTo>
                      <a:cubicBezTo>
                        <a:pt x="741430" y="1380744"/>
                        <a:pt x="885067" y="1406271"/>
                        <a:pt x="991271" y="1547145"/>
                      </a:cubicBezTo>
                      <a:cubicBezTo>
                        <a:pt x="1107857" y="1701927"/>
                        <a:pt x="1108238" y="1863471"/>
                        <a:pt x="937550" y="1992058"/>
                      </a:cubicBezTo>
                      <a:cubicBezTo>
                        <a:pt x="766862" y="2120646"/>
                        <a:pt x="540738" y="2088832"/>
                        <a:pt x="373479" y="1978342"/>
                      </a:cubicBezTo>
                      <a:cubicBezTo>
                        <a:pt x="206220" y="1867947"/>
                        <a:pt x="18482" y="1886426"/>
                        <a:pt x="18482" y="1886426"/>
                      </a:cubicBezTo>
                      <a:cubicBezTo>
                        <a:pt x="18482" y="1886426"/>
                        <a:pt x="88015" y="1711071"/>
                        <a:pt x="28007" y="1519904"/>
                      </a:cubicBezTo>
                      <a:cubicBezTo>
                        <a:pt x="-32095" y="1328737"/>
                        <a:pt x="-282" y="1102518"/>
                        <a:pt x="170501" y="973931"/>
                      </a:cubicBezTo>
                      <a:cubicBezTo>
                        <a:pt x="234509" y="925710"/>
                        <a:pt x="296334" y="901881"/>
                        <a:pt x="354760" y="899094"/>
                      </a:cubicBezTo>
                      <a:close/>
                      <a:moveTo>
                        <a:pt x="1097379" y="0"/>
                      </a:moveTo>
                      <a:cubicBezTo>
                        <a:pt x="1097379" y="0"/>
                        <a:pt x="1195487" y="161068"/>
                        <a:pt x="1384367" y="228124"/>
                      </a:cubicBezTo>
                      <a:cubicBezTo>
                        <a:pt x="1573248" y="295275"/>
                        <a:pt x="1734697" y="456724"/>
                        <a:pt x="1734792" y="670560"/>
                      </a:cubicBezTo>
                      <a:cubicBezTo>
                        <a:pt x="1734792" y="884301"/>
                        <a:pt x="1605633" y="981170"/>
                        <a:pt x="1411799" y="981170"/>
                      </a:cubicBezTo>
                      <a:cubicBezTo>
                        <a:pt x="1235396" y="981170"/>
                        <a:pt x="1128526" y="881729"/>
                        <a:pt x="1128526" y="735140"/>
                      </a:cubicBezTo>
                      <a:cubicBezTo>
                        <a:pt x="1128526" y="608362"/>
                        <a:pt x="1213013" y="546259"/>
                        <a:pt x="1317406" y="546259"/>
                      </a:cubicBezTo>
                      <a:cubicBezTo>
                        <a:pt x="1421801" y="546259"/>
                        <a:pt x="1471045" y="635699"/>
                        <a:pt x="1471045" y="695325"/>
                      </a:cubicBezTo>
                      <a:cubicBezTo>
                        <a:pt x="1471045" y="735044"/>
                        <a:pt x="1456567" y="759905"/>
                        <a:pt x="1424277" y="759905"/>
                      </a:cubicBezTo>
                      <a:cubicBezTo>
                        <a:pt x="1391987" y="759905"/>
                        <a:pt x="1359698" y="722662"/>
                        <a:pt x="1359698" y="702755"/>
                      </a:cubicBezTo>
                      <a:cubicBezTo>
                        <a:pt x="1359698" y="682847"/>
                        <a:pt x="1339886" y="645605"/>
                        <a:pt x="1302548" y="645605"/>
                      </a:cubicBezTo>
                      <a:cubicBezTo>
                        <a:pt x="1265210" y="645605"/>
                        <a:pt x="1229586" y="684562"/>
                        <a:pt x="1229586" y="749141"/>
                      </a:cubicBezTo>
                      <a:cubicBezTo>
                        <a:pt x="1229586" y="824103"/>
                        <a:pt x="1318264" y="871728"/>
                        <a:pt x="1420181" y="871728"/>
                      </a:cubicBezTo>
                      <a:cubicBezTo>
                        <a:pt x="1522003" y="871728"/>
                        <a:pt x="1615158" y="786289"/>
                        <a:pt x="1615158" y="679513"/>
                      </a:cubicBezTo>
                      <a:cubicBezTo>
                        <a:pt x="1615158" y="572738"/>
                        <a:pt x="1556674" y="441579"/>
                        <a:pt x="1354649" y="352425"/>
                      </a:cubicBezTo>
                      <a:cubicBezTo>
                        <a:pt x="1163292" y="267938"/>
                        <a:pt x="1097379" y="194215"/>
                        <a:pt x="1097379" y="194215"/>
                      </a:cubicBezTo>
                      <a:cubicBezTo>
                        <a:pt x="1097379" y="194215"/>
                        <a:pt x="1031466" y="267938"/>
                        <a:pt x="840109" y="352425"/>
                      </a:cubicBezTo>
                      <a:cubicBezTo>
                        <a:pt x="638083" y="441579"/>
                        <a:pt x="579600" y="572643"/>
                        <a:pt x="579600" y="679513"/>
                      </a:cubicBezTo>
                      <a:cubicBezTo>
                        <a:pt x="579600" y="786384"/>
                        <a:pt x="672659" y="871728"/>
                        <a:pt x="774577" y="871728"/>
                      </a:cubicBezTo>
                      <a:cubicBezTo>
                        <a:pt x="876494" y="871728"/>
                        <a:pt x="965172" y="824103"/>
                        <a:pt x="965172" y="749141"/>
                      </a:cubicBezTo>
                      <a:cubicBezTo>
                        <a:pt x="965172" y="684467"/>
                        <a:pt x="929453" y="645605"/>
                        <a:pt x="892210" y="645605"/>
                      </a:cubicBezTo>
                      <a:cubicBezTo>
                        <a:pt x="854968" y="645605"/>
                        <a:pt x="835060" y="682847"/>
                        <a:pt x="835060" y="702755"/>
                      </a:cubicBezTo>
                      <a:cubicBezTo>
                        <a:pt x="835060" y="722662"/>
                        <a:pt x="802771" y="759905"/>
                        <a:pt x="770481" y="759905"/>
                      </a:cubicBezTo>
                      <a:cubicBezTo>
                        <a:pt x="738191" y="759905"/>
                        <a:pt x="723713" y="735044"/>
                        <a:pt x="723713" y="695325"/>
                      </a:cubicBezTo>
                      <a:cubicBezTo>
                        <a:pt x="723713" y="635699"/>
                        <a:pt x="772958" y="546164"/>
                        <a:pt x="877352" y="546164"/>
                      </a:cubicBezTo>
                      <a:cubicBezTo>
                        <a:pt x="981746" y="546164"/>
                        <a:pt x="1066232" y="608362"/>
                        <a:pt x="1066232" y="735044"/>
                      </a:cubicBezTo>
                      <a:cubicBezTo>
                        <a:pt x="1066232" y="881729"/>
                        <a:pt x="959362" y="981075"/>
                        <a:pt x="782959" y="981075"/>
                      </a:cubicBezTo>
                      <a:cubicBezTo>
                        <a:pt x="589125" y="981075"/>
                        <a:pt x="459966" y="884111"/>
                        <a:pt x="459966" y="670370"/>
                      </a:cubicBezTo>
                      <a:cubicBezTo>
                        <a:pt x="459966" y="456724"/>
                        <a:pt x="621415" y="295180"/>
                        <a:pt x="810296" y="228124"/>
                      </a:cubicBezTo>
                      <a:cubicBezTo>
                        <a:pt x="999176" y="161068"/>
                        <a:pt x="1097379" y="0"/>
                        <a:pt x="1097379" y="0"/>
                      </a:cubicBezTo>
                      <a:close/>
                    </a:path>
                  </a:pathLst>
                </a:custGeom>
                <a:gradFill>
                  <a:gsLst>
                    <a:gs pos="1000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AutoShape 8"/>
                <p:cNvSpPr/>
                <p:nvPr/>
              </p:nvSpPr>
              <p:spPr>
                <a:xfrm flipV="1">
                  <a:off x="10019412" y="337746"/>
                  <a:ext cx="1838362" cy="1738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663" h="2075658">
                      <a:moveTo>
                        <a:pt x="1097379" y="981075"/>
                      </a:moveTo>
                      <a:lnTo>
                        <a:pt x="1349506" y="1375410"/>
                      </a:lnTo>
                      <a:lnTo>
                        <a:pt x="845157" y="1375410"/>
                      </a:lnTo>
                      <a:close/>
                      <a:moveTo>
                        <a:pt x="1839903" y="899094"/>
                      </a:moveTo>
                      <a:cubicBezTo>
                        <a:pt x="1898329" y="901881"/>
                        <a:pt x="1960154" y="925710"/>
                        <a:pt x="2024162" y="973931"/>
                      </a:cubicBezTo>
                      <a:cubicBezTo>
                        <a:pt x="2194945" y="1102518"/>
                        <a:pt x="2226758" y="1328737"/>
                        <a:pt x="2166656" y="1519904"/>
                      </a:cubicBezTo>
                      <a:cubicBezTo>
                        <a:pt x="2106648" y="1711071"/>
                        <a:pt x="2176181" y="1886426"/>
                        <a:pt x="2176181" y="1886426"/>
                      </a:cubicBezTo>
                      <a:cubicBezTo>
                        <a:pt x="2176181" y="1886426"/>
                        <a:pt x="1988443" y="1867947"/>
                        <a:pt x="1821184" y="1978342"/>
                      </a:cubicBezTo>
                      <a:cubicBezTo>
                        <a:pt x="1653925" y="2088832"/>
                        <a:pt x="1427801" y="2120646"/>
                        <a:pt x="1257113" y="1992058"/>
                      </a:cubicBezTo>
                      <a:cubicBezTo>
                        <a:pt x="1086425" y="1863471"/>
                        <a:pt x="1086806" y="1701927"/>
                        <a:pt x="1203392" y="1547145"/>
                      </a:cubicBezTo>
                      <a:cubicBezTo>
                        <a:pt x="1309596" y="1406271"/>
                        <a:pt x="1453233" y="1380744"/>
                        <a:pt x="1570295" y="1468945"/>
                      </a:cubicBezTo>
                      <a:cubicBezTo>
                        <a:pt x="1671546" y="1545240"/>
                        <a:pt x="1670308" y="1650015"/>
                        <a:pt x="1607443" y="1733454"/>
                      </a:cubicBezTo>
                      <a:cubicBezTo>
                        <a:pt x="1544673" y="1816798"/>
                        <a:pt x="1443518" y="1802320"/>
                        <a:pt x="1395893" y="1766411"/>
                      </a:cubicBezTo>
                      <a:cubicBezTo>
                        <a:pt x="1364174" y="1742503"/>
                        <a:pt x="1353030" y="1715928"/>
                        <a:pt x="1372461" y="1690211"/>
                      </a:cubicBezTo>
                      <a:cubicBezTo>
                        <a:pt x="1391892" y="1664398"/>
                        <a:pt x="1441136" y="1661064"/>
                        <a:pt x="1456948" y="1672971"/>
                      </a:cubicBezTo>
                      <a:cubicBezTo>
                        <a:pt x="1472855" y="1684972"/>
                        <a:pt x="1514574" y="1691449"/>
                        <a:pt x="1536958" y="1661731"/>
                      </a:cubicBezTo>
                      <a:cubicBezTo>
                        <a:pt x="1559342" y="1631918"/>
                        <a:pt x="1549817" y="1580102"/>
                        <a:pt x="1498191" y="1541240"/>
                      </a:cubicBezTo>
                      <a:cubicBezTo>
                        <a:pt x="1438279" y="1496092"/>
                        <a:pt x="1346934" y="1538287"/>
                        <a:pt x="1285593" y="1619631"/>
                      </a:cubicBezTo>
                      <a:cubicBezTo>
                        <a:pt x="1224252" y="1700974"/>
                        <a:pt x="1236444" y="1826704"/>
                        <a:pt x="1321788" y="1890998"/>
                      </a:cubicBezTo>
                      <a:cubicBezTo>
                        <a:pt x="1407132" y="1955292"/>
                        <a:pt x="1547054" y="1987486"/>
                        <a:pt x="1739840" y="1879854"/>
                      </a:cubicBezTo>
                      <a:cubicBezTo>
                        <a:pt x="1922435" y="1777841"/>
                        <a:pt x="2020923" y="1769554"/>
                        <a:pt x="2020923" y="1769554"/>
                      </a:cubicBezTo>
                      <a:cubicBezTo>
                        <a:pt x="2020923" y="1769554"/>
                        <a:pt x="2001683" y="1672590"/>
                        <a:pt x="2049403" y="1468945"/>
                      </a:cubicBezTo>
                      <a:cubicBezTo>
                        <a:pt x="2099695" y="1253966"/>
                        <a:pt x="2030162" y="1128331"/>
                        <a:pt x="1944914" y="1064037"/>
                      </a:cubicBezTo>
                      <a:cubicBezTo>
                        <a:pt x="1859570" y="999744"/>
                        <a:pt x="1735364" y="1022794"/>
                        <a:pt x="1674023" y="1104138"/>
                      </a:cubicBezTo>
                      <a:cubicBezTo>
                        <a:pt x="1612682" y="1185481"/>
                        <a:pt x="1597442" y="1285017"/>
                        <a:pt x="1657259" y="1330166"/>
                      </a:cubicBezTo>
                      <a:cubicBezTo>
                        <a:pt x="1708884" y="1369028"/>
                        <a:pt x="1761367" y="1363980"/>
                        <a:pt x="1783846" y="1334167"/>
                      </a:cubicBezTo>
                      <a:cubicBezTo>
                        <a:pt x="1806230" y="1304353"/>
                        <a:pt x="1788513" y="1266063"/>
                        <a:pt x="1772606" y="1254156"/>
                      </a:cubicBezTo>
                      <a:cubicBezTo>
                        <a:pt x="1756700" y="1242155"/>
                        <a:pt x="1746413" y="1193958"/>
                        <a:pt x="1765844" y="1168146"/>
                      </a:cubicBezTo>
                      <a:cubicBezTo>
                        <a:pt x="1785275" y="1142333"/>
                        <a:pt x="1813850" y="1145762"/>
                        <a:pt x="1845568" y="1169670"/>
                      </a:cubicBezTo>
                      <a:cubicBezTo>
                        <a:pt x="1893193" y="1205579"/>
                        <a:pt x="1935008" y="1298733"/>
                        <a:pt x="1872238" y="1382077"/>
                      </a:cubicBezTo>
                      <a:cubicBezTo>
                        <a:pt x="1809468" y="1465421"/>
                        <a:pt x="1708979" y="1495520"/>
                        <a:pt x="1607729" y="1419225"/>
                      </a:cubicBezTo>
                      <a:cubicBezTo>
                        <a:pt x="1490666" y="1331023"/>
                        <a:pt x="1475522" y="1185862"/>
                        <a:pt x="1581725" y="1044987"/>
                      </a:cubicBezTo>
                      <a:cubicBezTo>
                        <a:pt x="1654591" y="948249"/>
                        <a:pt x="1742527" y="894447"/>
                        <a:pt x="1839903" y="899094"/>
                      </a:cubicBezTo>
                      <a:close/>
                      <a:moveTo>
                        <a:pt x="354760" y="899094"/>
                      </a:moveTo>
                      <a:cubicBezTo>
                        <a:pt x="452136" y="894447"/>
                        <a:pt x="540072" y="948249"/>
                        <a:pt x="612938" y="1044987"/>
                      </a:cubicBezTo>
                      <a:cubicBezTo>
                        <a:pt x="719141" y="1185862"/>
                        <a:pt x="703997" y="1331023"/>
                        <a:pt x="586934" y="1419225"/>
                      </a:cubicBezTo>
                      <a:cubicBezTo>
                        <a:pt x="485684" y="1495520"/>
                        <a:pt x="385195" y="1465421"/>
                        <a:pt x="322425" y="1382077"/>
                      </a:cubicBezTo>
                      <a:cubicBezTo>
                        <a:pt x="259655" y="1298733"/>
                        <a:pt x="301470" y="1205579"/>
                        <a:pt x="349095" y="1169670"/>
                      </a:cubicBezTo>
                      <a:cubicBezTo>
                        <a:pt x="380813" y="1145762"/>
                        <a:pt x="409388" y="1142333"/>
                        <a:pt x="428819" y="1168146"/>
                      </a:cubicBezTo>
                      <a:cubicBezTo>
                        <a:pt x="448250" y="1193958"/>
                        <a:pt x="437963" y="1242155"/>
                        <a:pt x="422057" y="1254156"/>
                      </a:cubicBezTo>
                      <a:cubicBezTo>
                        <a:pt x="406150" y="1266063"/>
                        <a:pt x="388433" y="1304353"/>
                        <a:pt x="410817" y="1334167"/>
                      </a:cubicBezTo>
                      <a:cubicBezTo>
                        <a:pt x="433296" y="1363980"/>
                        <a:pt x="485779" y="1369028"/>
                        <a:pt x="537404" y="1330166"/>
                      </a:cubicBezTo>
                      <a:cubicBezTo>
                        <a:pt x="597221" y="1285017"/>
                        <a:pt x="581981" y="1185481"/>
                        <a:pt x="520640" y="1104138"/>
                      </a:cubicBezTo>
                      <a:cubicBezTo>
                        <a:pt x="459299" y="1022794"/>
                        <a:pt x="335093" y="999744"/>
                        <a:pt x="249749" y="1064037"/>
                      </a:cubicBezTo>
                      <a:cubicBezTo>
                        <a:pt x="164501" y="1128331"/>
                        <a:pt x="94968" y="1253966"/>
                        <a:pt x="145260" y="1468945"/>
                      </a:cubicBezTo>
                      <a:cubicBezTo>
                        <a:pt x="192980" y="1672590"/>
                        <a:pt x="173740" y="1769554"/>
                        <a:pt x="173740" y="1769554"/>
                      </a:cubicBezTo>
                      <a:cubicBezTo>
                        <a:pt x="173740" y="1769554"/>
                        <a:pt x="272228" y="1777841"/>
                        <a:pt x="454823" y="1879854"/>
                      </a:cubicBezTo>
                      <a:cubicBezTo>
                        <a:pt x="647609" y="1987486"/>
                        <a:pt x="787531" y="1955292"/>
                        <a:pt x="872875" y="1890998"/>
                      </a:cubicBezTo>
                      <a:cubicBezTo>
                        <a:pt x="958219" y="1826704"/>
                        <a:pt x="970411" y="1700974"/>
                        <a:pt x="909070" y="1619631"/>
                      </a:cubicBezTo>
                      <a:cubicBezTo>
                        <a:pt x="847729" y="1538287"/>
                        <a:pt x="756384" y="1496092"/>
                        <a:pt x="696472" y="1541240"/>
                      </a:cubicBezTo>
                      <a:cubicBezTo>
                        <a:pt x="644846" y="1580102"/>
                        <a:pt x="635321" y="1631918"/>
                        <a:pt x="657705" y="1661731"/>
                      </a:cubicBezTo>
                      <a:cubicBezTo>
                        <a:pt x="680089" y="1691449"/>
                        <a:pt x="721808" y="1684972"/>
                        <a:pt x="737715" y="1672971"/>
                      </a:cubicBezTo>
                      <a:cubicBezTo>
                        <a:pt x="753527" y="1661064"/>
                        <a:pt x="802771" y="1664398"/>
                        <a:pt x="822202" y="1690211"/>
                      </a:cubicBezTo>
                      <a:cubicBezTo>
                        <a:pt x="841633" y="1715928"/>
                        <a:pt x="830489" y="1742503"/>
                        <a:pt x="798770" y="1766411"/>
                      </a:cubicBezTo>
                      <a:cubicBezTo>
                        <a:pt x="751145" y="1802320"/>
                        <a:pt x="649990" y="1816798"/>
                        <a:pt x="587220" y="1733454"/>
                      </a:cubicBezTo>
                      <a:cubicBezTo>
                        <a:pt x="524355" y="1650015"/>
                        <a:pt x="523117" y="1545240"/>
                        <a:pt x="624368" y="1468945"/>
                      </a:cubicBezTo>
                      <a:cubicBezTo>
                        <a:pt x="741430" y="1380744"/>
                        <a:pt x="885067" y="1406271"/>
                        <a:pt x="991271" y="1547145"/>
                      </a:cubicBezTo>
                      <a:cubicBezTo>
                        <a:pt x="1107857" y="1701927"/>
                        <a:pt x="1108238" y="1863471"/>
                        <a:pt x="937550" y="1992058"/>
                      </a:cubicBezTo>
                      <a:cubicBezTo>
                        <a:pt x="766862" y="2120646"/>
                        <a:pt x="540738" y="2088832"/>
                        <a:pt x="373479" y="1978342"/>
                      </a:cubicBezTo>
                      <a:cubicBezTo>
                        <a:pt x="206220" y="1867947"/>
                        <a:pt x="18482" y="1886426"/>
                        <a:pt x="18482" y="1886426"/>
                      </a:cubicBezTo>
                      <a:cubicBezTo>
                        <a:pt x="18482" y="1886426"/>
                        <a:pt x="88015" y="1711071"/>
                        <a:pt x="28007" y="1519904"/>
                      </a:cubicBezTo>
                      <a:cubicBezTo>
                        <a:pt x="-32095" y="1328737"/>
                        <a:pt x="-282" y="1102518"/>
                        <a:pt x="170501" y="973931"/>
                      </a:cubicBezTo>
                      <a:cubicBezTo>
                        <a:pt x="234509" y="925710"/>
                        <a:pt x="296334" y="901881"/>
                        <a:pt x="354760" y="899094"/>
                      </a:cubicBezTo>
                      <a:close/>
                      <a:moveTo>
                        <a:pt x="1097379" y="0"/>
                      </a:moveTo>
                      <a:cubicBezTo>
                        <a:pt x="1097379" y="0"/>
                        <a:pt x="1195487" y="161068"/>
                        <a:pt x="1384367" y="228124"/>
                      </a:cubicBezTo>
                      <a:cubicBezTo>
                        <a:pt x="1573248" y="295275"/>
                        <a:pt x="1734697" y="456724"/>
                        <a:pt x="1734792" y="670560"/>
                      </a:cubicBezTo>
                      <a:cubicBezTo>
                        <a:pt x="1734792" y="884301"/>
                        <a:pt x="1605633" y="981170"/>
                        <a:pt x="1411799" y="981170"/>
                      </a:cubicBezTo>
                      <a:cubicBezTo>
                        <a:pt x="1235396" y="981170"/>
                        <a:pt x="1128526" y="881729"/>
                        <a:pt x="1128526" y="735140"/>
                      </a:cubicBezTo>
                      <a:cubicBezTo>
                        <a:pt x="1128526" y="608362"/>
                        <a:pt x="1213013" y="546259"/>
                        <a:pt x="1317406" y="546259"/>
                      </a:cubicBezTo>
                      <a:cubicBezTo>
                        <a:pt x="1421801" y="546259"/>
                        <a:pt x="1471045" y="635699"/>
                        <a:pt x="1471045" y="695325"/>
                      </a:cubicBezTo>
                      <a:cubicBezTo>
                        <a:pt x="1471045" y="735044"/>
                        <a:pt x="1456567" y="759905"/>
                        <a:pt x="1424277" y="759905"/>
                      </a:cubicBezTo>
                      <a:cubicBezTo>
                        <a:pt x="1391987" y="759905"/>
                        <a:pt x="1359698" y="722662"/>
                        <a:pt x="1359698" y="702755"/>
                      </a:cubicBezTo>
                      <a:cubicBezTo>
                        <a:pt x="1359698" y="682847"/>
                        <a:pt x="1339886" y="645605"/>
                        <a:pt x="1302548" y="645605"/>
                      </a:cubicBezTo>
                      <a:cubicBezTo>
                        <a:pt x="1265210" y="645605"/>
                        <a:pt x="1229586" y="684562"/>
                        <a:pt x="1229586" y="749141"/>
                      </a:cubicBezTo>
                      <a:cubicBezTo>
                        <a:pt x="1229586" y="824103"/>
                        <a:pt x="1318264" y="871728"/>
                        <a:pt x="1420181" y="871728"/>
                      </a:cubicBezTo>
                      <a:cubicBezTo>
                        <a:pt x="1522003" y="871728"/>
                        <a:pt x="1615158" y="786289"/>
                        <a:pt x="1615158" y="679513"/>
                      </a:cubicBezTo>
                      <a:cubicBezTo>
                        <a:pt x="1615158" y="572738"/>
                        <a:pt x="1556674" y="441579"/>
                        <a:pt x="1354649" y="352425"/>
                      </a:cubicBezTo>
                      <a:cubicBezTo>
                        <a:pt x="1163292" y="267938"/>
                        <a:pt x="1097379" y="194215"/>
                        <a:pt x="1097379" y="194215"/>
                      </a:cubicBezTo>
                      <a:cubicBezTo>
                        <a:pt x="1097379" y="194215"/>
                        <a:pt x="1031466" y="267938"/>
                        <a:pt x="840109" y="352425"/>
                      </a:cubicBezTo>
                      <a:cubicBezTo>
                        <a:pt x="638083" y="441579"/>
                        <a:pt x="579600" y="572643"/>
                        <a:pt x="579600" y="679513"/>
                      </a:cubicBezTo>
                      <a:cubicBezTo>
                        <a:pt x="579600" y="786384"/>
                        <a:pt x="672659" y="871728"/>
                        <a:pt x="774577" y="871728"/>
                      </a:cubicBezTo>
                      <a:cubicBezTo>
                        <a:pt x="876494" y="871728"/>
                        <a:pt x="965172" y="824103"/>
                        <a:pt x="965172" y="749141"/>
                      </a:cubicBezTo>
                      <a:cubicBezTo>
                        <a:pt x="965172" y="684467"/>
                        <a:pt x="929453" y="645605"/>
                        <a:pt x="892210" y="645605"/>
                      </a:cubicBezTo>
                      <a:cubicBezTo>
                        <a:pt x="854968" y="645605"/>
                        <a:pt x="835060" y="682847"/>
                        <a:pt x="835060" y="702755"/>
                      </a:cubicBezTo>
                      <a:cubicBezTo>
                        <a:pt x="835060" y="722662"/>
                        <a:pt x="802771" y="759905"/>
                        <a:pt x="770481" y="759905"/>
                      </a:cubicBezTo>
                      <a:cubicBezTo>
                        <a:pt x="738191" y="759905"/>
                        <a:pt x="723713" y="735044"/>
                        <a:pt x="723713" y="695325"/>
                      </a:cubicBezTo>
                      <a:cubicBezTo>
                        <a:pt x="723713" y="635699"/>
                        <a:pt x="772958" y="546164"/>
                        <a:pt x="877352" y="546164"/>
                      </a:cubicBezTo>
                      <a:cubicBezTo>
                        <a:pt x="981746" y="546164"/>
                        <a:pt x="1066232" y="608362"/>
                        <a:pt x="1066232" y="735044"/>
                      </a:cubicBezTo>
                      <a:cubicBezTo>
                        <a:pt x="1066232" y="881729"/>
                        <a:pt x="959362" y="981075"/>
                        <a:pt x="782959" y="981075"/>
                      </a:cubicBezTo>
                      <a:cubicBezTo>
                        <a:pt x="589125" y="981075"/>
                        <a:pt x="459966" y="884111"/>
                        <a:pt x="459966" y="670370"/>
                      </a:cubicBezTo>
                      <a:cubicBezTo>
                        <a:pt x="459966" y="456724"/>
                        <a:pt x="621415" y="295180"/>
                        <a:pt x="810296" y="228124"/>
                      </a:cubicBezTo>
                      <a:cubicBezTo>
                        <a:pt x="999176" y="161068"/>
                        <a:pt x="1097379" y="0"/>
                        <a:pt x="1097379" y="0"/>
                      </a:cubicBezTo>
                      <a:close/>
                    </a:path>
                  </a:pathLst>
                </a:custGeom>
                <a:gradFill>
                  <a:gsLst>
                    <a:gs pos="1000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 flipV="1">
                  <a:off x="321526" y="337746"/>
                  <a:ext cx="1838362" cy="1738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4663" h="2075658">
                      <a:moveTo>
                        <a:pt x="1097379" y="981075"/>
                      </a:moveTo>
                      <a:lnTo>
                        <a:pt x="1349506" y="1375410"/>
                      </a:lnTo>
                      <a:lnTo>
                        <a:pt x="845157" y="1375410"/>
                      </a:lnTo>
                      <a:close/>
                      <a:moveTo>
                        <a:pt x="1839903" y="899094"/>
                      </a:moveTo>
                      <a:cubicBezTo>
                        <a:pt x="1898329" y="901881"/>
                        <a:pt x="1960154" y="925710"/>
                        <a:pt x="2024162" y="973931"/>
                      </a:cubicBezTo>
                      <a:cubicBezTo>
                        <a:pt x="2194945" y="1102518"/>
                        <a:pt x="2226758" y="1328737"/>
                        <a:pt x="2166656" y="1519904"/>
                      </a:cubicBezTo>
                      <a:cubicBezTo>
                        <a:pt x="2106648" y="1711071"/>
                        <a:pt x="2176181" y="1886426"/>
                        <a:pt x="2176181" y="1886426"/>
                      </a:cubicBezTo>
                      <a:cubicBezTo>
                        <a:pt x="2176181" y="1886426"/>
                        <a:pt x="1988443" y="1867947"/>
                        <a:pt x="1821184" y="1978342"/>
                      </a:cubicBezTo>
                      <a:cubicBezTo>
                        <a:pt x="1653925" y="2088832"/>
                        <a:pt x="1427801" y="2120646"/>
                        <a:pt x="1257113" y="1992058"/>
                      </a:cubicBezTo>
                      <a:cubicBezTo>
                        <a:pt x="1086425" y="1863471"/>
                        <a:pt x="1086806" y="1701927"/>
                        <a:pt x="1203392" y="1547145"/>
                      </a:cubicBezTo>
                      <a:cubicBezTo>
                        <a:pt x="1309596" y="1406271"/>
                        <a:pt x="1453233" y="1380744"/>
                        <a:pt x="1570295" y="1468945"/>
                      </a:cubicBezTo>
                      <a:cubicBezTo>
                        <a:pt x="1671546" y="1545240"/>
                        <a:pt x="1670308" y="1650015"/>
                        <a:pt x="1607443" y="1733454"/>
                      </a:cubicBezTo>
                      <a:cubicBezTo>
                        <a:pt x="1544673" y="1816798"/>
                        <a:pt x="1443518" y="1802320"/>
                        <a:pt x="1395893" y="1766411"/>
                      </a:cubicBezTo>
                      <a:cubicBezTo>
                        <a:pt x="1364174" y="1742503"/>
                        <a:pt x="1353030" y="1715928"/>
                        <a:pt x="1372461" y="1690211"/>
                      </a:cubicBezTo>
                      <a:cubicBezTo>
                        <a:pt x="1391892" y="1664398"/>
                        <a:pt x="1441136" y="1661064"/>
                        <a:pt x="1456948" y="1672971"/>
                      </a:cubicBezTo>
                      <a:cubicBezTo>
                        <a:pt x="1472855" y="1684972"/>
                        <a:pt x="1514574" y="1691449"/>
                        <a:pt x="1536958" y="1661731"/>
                      </a:cubicBezTo>
                      <a:cubicBezTo>
                        <a:pt x="1559342" y="1631918"/>
                        <a:pt x="1549817" y="1580102"/>
                        <a:pt x="1498191" y="1541240"/>
                      </a:cubicBezTo>
                      <a:cubicBezTo>
                        <a:pt x="1438279" y="1496092"/>
                        <a:pt x="1346934" y="1538287"/>
                        <a:pt x="1285593" y="1619631"/>
                      </a:cubicBezTo>
                      <a:cubicBezTo>
                        <a:pt x="1224252" y="1700974"/>
                        <a:pt x="1236444" y="1826704"/>
                        <a:pt x="1321788" y="1890998"/>
                      </a:cubicBezTo>
                      <a:cubicBezTo>
                        <a:pt x="1407132" y="1955292"/>
                        <a:pt x="1547054" y="1987486"/>
                        <a:pt x="1739840" y="1879854"/>
                      </a:cubicBezTo>
                      <a:cubicBezTo>
                        <a:pt x="1922435" y="1777841"/>
                        <a:pt x="2020923" y="1769554"/>
                        <a:pt x="2020923" y="1769554"/>
                      </a:cubicBezTo>
                      <a:cubicBezTo>
                        <a:pt x="2020923" y="1769554"/>
                        <a:pt x="2001683" y="1672590"/>
                        <a:pt x="2049403" y="1468945"/>
                      </a:cubicBezTo>
                      <a:cubicBezTo>
                        <a:pt x="2099695" y="1253966"/>
                        <a:pt x="2030162" y="1128331"/>
                        <a:pt x="1944914" y="1064037"/>
                      </a:cubicBezTo>
                      <a:cubicBezTo>
                        <a:pt x="1859570" y="999744"/>
                        <a:pt x="1735364" y="1022794"/>
                        <a:pt x="1674023" y="1104138"/>
                      </a:cubicBezTo>
                      <a:cubicBezTo>
                        <a:pt x="1612682" y="1185481"/>
                        <a:pt x="1597442" y="1285017"/>
                        <a:pt x="1657259" y="1330166"/>
                      </a:cubicBezTo>
                      <a:cubicBezTo>
                        <a:pt x="1708884" y="1369028"/>
                        <a:pt x="1761367" y="1363980"/>
                        <a:pt x="1783846" y="1334167"/>
                      </a:cubicBezTo>
                      <a:cubicBezTo>
                        <a:pt x="1806230" y="1304353"/>
                        <a:pt x="1788513" y="1266063"/>
                        <a:pt x="1772606" y="1254156"/>
                      </a:cubicBezTo>
                      <a:cubicBezTo>
                        <a:pt x="1756700" y="1242155"/>
                        <a:pt x="1746413" y="1193958"/>
                        <a:pt x="1765844" y="1168146"/>
                      </a:cubicBezTo>
                      <a:cubicBezTo>
                        <a:pt x="1785275" y="1142333"/>
                        <a:pt x="1813850" y="1145762"/>
                        <a:pt x="1845568" y="1169670"/>
                      </a:cubicBezTo>
                      <a:cubicBezTo>
                        <a:pt x="1893193" y="1205579"/>
                        <a:pt x="1935008" y="1298733"/>
                        <a:pt x="1872238" y="1382077"/>
                      </a:cubicBezTo>
                      <a:cubicBezTo>
                        <a:pt x="1809468" y="1465421"/>
                        <a:pt x="1708979" y="1495520"/>
                        <a:pt x="1607729" y="1419225"/>
                      </a:cubicBezTo>
                      <a:cubicBezTo>
                        <a:pt x="1490666" y="1331023"/>
                        <a:pt x="1475522" y="1185862"/>
                        <a:pt x="1581725" y="1044987"/>
                      </a:cubicBezTo>
                      <a:cubicBezTo>
                        <a:pt x="1654591" y="948249"/>
                        <a:pt x="1742527" y="894447"/>
                        <a:pt x="1839903" y="899094"/>
                      </a:cubicBezTo>
                      <a:close/>
                      <a:moveTo>
                        <a:pt x="354760" y="899094"/>
                      </a:moveTo>
                      <a:cubicBezTo>
                        <a:pt x="452136" y="894447"/>
                        <a:pt x="540072" y="948249"/>
                        <a:pt x="612938" y="1044987"/>
                      </a:cubicBezTo>
                      <a:cubicBezTo>
                        <a:pt x="719141" y="1185862"/>
                        <a:pt x="703997" y="1331023"/>
                        <a:pt x="586934" y="1419225"/>
                      </a:cubicBezTo>
                      <a:cubicBezTo>
                        <a:pt x="485684" y="1495520"/>
                        <a:pt x="385195" y="1465421"/>
                        <a:pt x="322425" y="1382077"/>
                      </a:cubicBezTo>
                      <a:cubicBezTo>
                        <a:pt x="259655" y="1298733"/>
                        <a:pt x="301470" y="1205579"/>
                        <a:pt x="349095" y="1169670"/>
                      </a:cubicBezTo>
                      <a:cubicBezTo>
                        <a:pt x="380813" y="1145762"/>
                        <a:pt x="409388" y="1142333"/>
                        <a:pt x="428819" y="1168146"/>
                      </a:cubicBezTo>
                      <a:cubicBezTo>
                        <a:pt x="448250" y="1193958"/>
                        <a:pt x="437963" y="1242155"/>
                        <a:pt x="422057" y="1254156"/>
                      </a:cubicBezTo>
                      <a:cubicBezTo>
                        <a:pt x="406150" y="1266063"/>
                        <a:pt x="388433" y="1304353"/>
                        <a:pt x="410817" y="1334167"/>
                      </a:cubicBezTo>
                      <a:cubicBezTo>
                        <a:pt x="433296" y="1363980"/>
                        <a:pt x="485779" y="1369028"/>
                        <a:pt x="537404" y="1330166"/>
                      </a:cubicBezTo>
                      <a:cubicBezTo>
                        <a:pt x="597221" y="1285017"/>
                        <a:pt x="581981" y="1185481"/>
                        <a:pt x="520640" y="1104138"/>
                      </a:cubicBezTo>
                      <a:cubicBezTo>
                        <a:pt x="459299" y="1022794"/>
                        <a:pt x="335093" y="999744"/>
                        <a:pt x="249749" y="1064037"/>
                      </a:cubicBezTo>
                      <a:cubicBezTo>
                        <a:pt x="164501" y="1128331"/>
                        <a:pt x="94968" y="1253966"/>
                        <a:pt x="145260" y="1468945"/>
                      </a:cubicBezTo>
                      <a:cubicBezTo>
                        <a:pt x="192980" y="1672590"/>
                        <a:pt x="173740" y="1769554"/>
                        <a:pt x="173740" y="1769554"/>
                      </a:cubicBezTo>
                      <a:cubicBezTo>
                        <a:pt x="173740" y="1769554"/>
                        <a:pt x="272228" y="1777841"/>
                        <a:pt x="454823" y="1879854"/>
                      </a:cubicBezTo>
                      <a:cubicBezTo>
                        <a:pt x="647609" y="1987486"/>
                        <a:pt x="787531" y="1955292"/>
                        <a:pt x="872875" y="1890998"/>
                      </a:cubicBezTo>
                      <a:cubicBezTo>
                        <a:pt x="958219" y="1826704"/>
                        <a:pt x="970411" y="1700974"/>
                        <a:pt x="909070" y="1619631"/>
                      </a:cubicBezTo>
                      <a:cubicBezTo>
                        <a:pt x="847729" y="1538287"/>
                        <a:pt x="756384" y="1496092"/>
                        <a:pt x="696472" y="1541240"/>
                      </a:cubicBezTo>
                      <a:cubicBezTo>
                        <a:pt x="644846" y="1580102"/>
                        <a:pt x="635321" y="1631918"/>
                        <a:pt x="657705" y="1661731"/>
                      </a:cubicBezTo>
                      <a:cubicBezTo>
                        <a:pt x="680089" y="1691449"/>
                        <a:pt x="721808" y="1684972"/>
                        <a:pt x="737715" y="1672971"/>
                      </a:cubicBezTo>
                      <a:cubicBezTo>
                        <a:pt x="753527" y="1661064"/>
                        <a:pt x="802771" y="1664398"/>
                        <a:pt x="822202" y="1690211"/>
                      </a:cubicBezTo>
                      <a:cubicBezTo>
                        <a:pt x="841633" y="1715928"/>
                        <a:pt x="830489" y="1742503"/>
                        <a:pt x="798770" y="1766411"/>
                      </a:cubicBezTo>
                      <a:cubicBezTo>
                        <a:pt x="751145" y="1802320"/>
                        <a:pt x="649990" y="1816798"/>
                        <a:pt x="587220" y="1733454"/>
                      </a:cubicBezTo>
                      <a:cubicBezTo>
                        <a:pt x="524355" y="1650015"/>
                        <a:pt x="523117" y="1545240"/>
                        <a:pt x="624368" y="1468945"/>
                      </a:cubicBezTo>
                      <a:cubicBezTo>
                        <a:pt x="741430" y="1380744"/>
                        <a:pt x="885067" y="1406271"/>
                        <a:pt x="991271" y="1547145"/>
                      </a:cubicBezTo>
                      <a:cubicBezTo>
                        <a:pt x="1107857" y="1701927"/>
                        <a:pt x="1108238" y="1863471"/>
                        <a:pt x="937550" y="1992058"/>
                      </a:cubicBezTo>
                      <a:cubicBezTo>
                        <a:pt x="766862" y="2120646"/>
                        <a:pt x="540738" y="2088832"/>
                        <a:pt x="373479" y="1978342"/>
                      </a:cubicBezTo>
                      <a:cubicBezTo>
                        <a:pt x="206220" y="1867947"/>
                        <a:pt x="18482" y="1886426"/>
                        <a:pt x="18482" y="1886426"/>
                      </a:cubicBezTo>
                      <a:cubicBezTo>
                        <a:pt x="18482" y="1886426"/>
                        <a:pt x="88015" y="1711071"/>
                        <a:pt x="28007" y="1519904"/>
                      </a:cubicBezTo>
                      <a:cubicBezTo>
                        <a:pt x="-32095" y="1328737"/>
                        <a:pt x="-282" y="1102518"/>
                        <a:pt x="170501" y="973931"/>
                      </a:cubicBezTo>
                      <a:cubicBezTo>
                        <a:pt x="234509" y="925710"/>
                        <a:pt x="296334" y="901881"/>
                        <a:pt x="354760" y="899094"/>
                      </a:cubicBezTo>
                      <a:close/>
                      <a:moveTo>
                        <a:pt x="1097379" y="0"/>
                      </a:moveTo>
                      <a:cubicBezTo>
                        <a:pt x="1097379" y="0"/>
                        <a:pt x="1195487" y="161068"/>
                        <a:pt x="1384367" y="228124"/>
                      </a:cubicBezTo>
                      <a:cubicBezTo>
                        <a:pt x="1573248" y="295275"/>
                        <a:pt x="1734697" y="456724"/>
                        <a:pt x="1734792" y="670560"/>
                      </a:cubicBezTo>
                      <a:cubicBezTo>
                        <a:pt x="1734792" y="884301"/>
                        <a:pt x="1605633" y="981170"/>
                        <a:pt x="1411799" y="981170"/>
                      </a:cubicBezTo>
                      <a:cubicBezTo>
                        <a:pt x="1235396" y="981170"/>
                        <a:pt x="1128526" y="881729"/>
                        <a:pt x="1128526" y="735140"/>
                      </a:cubicBezTo>
                      <a:cubicBezTo>
                        <a:pt x="1128526" y="608362"/>
                        <a:pt x="1213013" y="546259"/>
                        <a:pt x="1317406" y="546259"/>
                      </a:cubicBezTo>
                      <a:cubicBezTo>
                        <a:pt x="1421801" y="546259"/>
                        <a:pt x="1471045" y="635699"/>
                        <a:pt x="1471045" y="695325"/>
                      </a:cubicBezTo>
                      <a:cubicBezTo>
                        <a:pt x="1471045" y="735044"/>
                        <a:pt x="1456567" y="759905"/>
                        <a:pt x="1424277" y="759905"/>
                      </a:cubicBezTo>
                      <a:cubicBezTo>
                        <a:pt x="1391987" y="759905"/>
                        <a:pt x="1359698" y="722662"/>
                        <a:pt x="1359698" y="702755"/>
                      </a:cubicBezTo>
                      <a:cubicBezTo>
                        <a:pt x="1359698" y="682847"/>
                        <a:pt x="1339886" y="645605"/>
                        <a:pt x="1302548" y="645605"/>
                      </a:cubicBezTo>
                      <a:cubicBezTo>
                        <a:pt x="1265210" y="645605"/>
                        <a:pt x="1229586" y="684562"/>
                        <a:pt x="1229586" y="749141"/>
                      </a:cubicBezTo>
                      <a:cubicBezTo>
                        <a:pt x="1229586" y="824103"/>
                        <a:pt x="1318264" y="871728"/>
                        <a:pt x="1420181" y="871728"/>
                      </a:cubicBezTo>
                      <a:cubicBezTo>
                        <a:pt x="1522003" y="871728"/>
                        <a:pt x="1615158" y="786289"/>
                        <a:pt x="1615158" y="679513"/>
                      </a:cubicBezTo>
                      <a:cubicBezTo>
                        <a:pt x="1615158" y="572738"/>
                        <a:pt x="1556674" y="441579"/>
                        <a:pt x="1354649" y="352425"/>
                      </a:cubicBezTo>
                      <a:cubicBezTo>
                        <a:pt x="1163292" y="267938"/>
                        <a:pt x="1097379" y="194215"/>
                        <a:pt x="1097379" y="194215"/>
                      </a:cubicBezTo>
                      <a:cubicBezTo>
                        <a:pt x="1097379" y="194215"/>
                        <a:pt x="1031466" y="267938"/>
                        <a:pt x="840109" y="352425"/>
                      </a:cubicBezTo>
                      <a:cubicBezTo>
                        <a:pt x="638083" y="441579"/>
                        <a:pt x="579600" y="572643"/>
                        <a:pt x="579600" y="679513"/>
                      </a:cubicBezTo>
                      <a:cubicBezTo>
                        <a:pt x="579600" y="786384"/>
                        <a:pt x="672659" y="871728"/>
                        <a:pt x="774577" y="871728"/>
                      </a:cubicBezTo>
                      <a:cubicBezTo>
                        <a:pt x="876494" y="871728"/>
                        <a:pt x="965172" y="824103"/>
                        <a:pt x="965172" y="749141"/>
                      </a:cubicBezTo>
                      <a:cubicBezTo>
                        <a:pt x="965172" y="684467"/>
                        <a:pt x="929453" y="645605"/>
                        <a:pt x="892210" y="645605"/>
                      </a:cubicBezTo>
                      <a:cubicBezTo>
                        <a:pt x="854968" y="645605"/>
                        <a:pt x="835060" y="682847"/>
                        <a:pt x="835060" y="702755"/>
                      </a:cubicBezTo>
                      <a:cubicBezTo>
                        <a:pt x="835060" y="722662"/>
                        <a:pt x="802771" y="759905"/>
                        <a:pt x="770481" y="759905"/>
                      </a:cubicBezTo>
                      <a:cubicBezTo>
                        <a:pt x="738191" y="759905"/>
                        <a:pt x="723713" y="735044"/>
                        <a:pt x="723713" y="695325"/>
                      </a:cubicBezTo>
                      <a:cubicBezTo>
                        <a:pt x="723713" y="635699"/>
                        <a:pt x="772958" y="546164"/>
                        <a:pt x="877352" y="546164"/>
                      </a:cubicBezTo>
                      <a:cubicBezTo>
                        <a:pt x="981746" y="546164"/>
                        <a:pt x="1066232" y="608362"/>
                        <a:pt x="1066232" y="735044"/>
                      </a:cubicBezTo>
                      <a:cubicBezTo>
                        <a:pt x="1066232" y="881729"/>
                        <a:pt x="959362" y="981075"/>
                        <a:pt x="782959" y="981075"/>
                      </a:cubicBezTo>
                      <a:cubicBezTo>
                        <a:pt x="589125" y="981075"/>
                        <a:pt x="459966" y="884111"/>
                        <a:pt x="459966" y="670370"/>
                      </a:cubicBezTo>
                      <a:cubicBezTo>
                        <a:pt x="459966" y="456724"/>
                        <a:pt x="621415" y="295180"/>
                        <a:pt x="810296" y="228124"/>
                      </a:cubicBezTo>
                      <a:cubicBezTo>
                        <a:pt x="999176" y="161068"/>
                        <a:pt x="1097379" y="0"/>
                        <a:pt x="1097379" y="0"/>
                      </a:cubicBezTo>
                      <a:close/>
                    </a:path>
                  </a:pathLst>
                </a:custGeom>
                <a:gradFill>
                  <a:gsLst>
                    <a:gs pos="10000">
                      <a:srgbClr val="FFFFFF">
                        <a:alpha val="2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</p:grpSp>
          <p:pic>
            <p:nvPicPr>
              <p:cNvPr id="10" name="Picture 10"/>
              <p:cNvPicPr>
                <a:picLocks noChangeAspect="1"/>
              </p:cNvPicPr>
              <p:nvPr/>
            </p:nvPicPr>
            <p:blipFill>
              <a:blip r:embed="rId2">
                <a:alphaModFix amt="100000"/>
              </a:blip>
              <a:srcRect b="19513"/>
              <a:stretch>
                <a:fillRect/>
              </a:stretch>
            </p:blipFill>
            <p:spPr>
              <a:xfrm>
                <a:off x="4781448" y="365406"/>
                <a:ext cx="2616405" cy="64925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sp>
            <p:nvSpPr>
              <p:cNvPr id="11" name="AutoShape 11"/>
              <p:cNvSpPr/>
              <p:nvPr/>
            </p:nvSpPr>
            <p:spPr>
              <a:xfrm>
                <a:off x="0" y="6525570"/>
                <a:ext cx="12192000" cy="332430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33243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332430"/>
                    </a:lnTo>
                    <a:lnTo>
                      <a:pt x="0" y="332430"/>
                    </a:lnTo>
                    <a:close/>
                  </a:path>
                </a:pathLst>
              </a:custGeom>
              <a:solidFill>
                <a:srgbClr val="B4471C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 rot="0">
              <a:off x="619456" y="302300"/>
              <a:ext cx="360000" cy="828000"/>
              <a:chOff x="11189427" y="297180"/>
              <a:chExt cx="360000" cy="828000"/>
            </a:xfrm>
          </p:grpSpPr>
          <p:sp>
            <p:nvSpPr>
              <p:cNvPr id="13" name="AutoShape 13"/>
              <p:cNvSpPr/>
              <p:nvPr/>
            </p:nvSpPr>
            <p:spPr>
              <a:xfrm flipV="1">
                <a:off x="11189427" y="297180"/>
                <a:ext cx="360000" cy="828000"/>
              </a:xfrm>
              <a:custGeom>
                <a:avLst/>
                <a:gdLst/>
                <a:ahLst/>
                <a:cxnLst/>
                <a:rect l="l" t="t" r="r" b="b"/>
                <a:pathLst>
                  <a:path w="569382" h="1568575">
                    <a:moveTo>
                      <a:pt x="6802" y="985456"/>
                    </a:moveTo>
                    <a:lnTo>
                      <a:pt x="6802" y="969474"/>
                    </a:lnTo>
                    <a:cubicBezTo>
                      <a:pt x="16830" y="968998"/>
                      <a:pt x="15465" y="963003"/>
                      <a:pt x="14307" y="955952"/>
                    </a:cubicBezTo>
                    <a:cubicBezTo>
                      <a:pt x="13067" y="948323"/>
                      <a:pt x="13439" y="940446"/>
                      <a:pt x="13129" y="932672"/>
                    </a:cubicBezTo>
                    <a:cubicBezTo>
                      <a:pt x="13087" y="931307"/>
                      <a:pt x="13584" y="929839"/>
                      <a:pt x="13232" y="928578"/>
                    </a:cubicBezTo>
                    <a:cubicBezTo>
                      <a:pt x="10131" y="917827"/>
                      <a:pt x="9614" y="907406"/>
                      <a:pt x="11123" y="895973"/>
                    </a:cubicBezTo>
                    <a:cubicBezTo>
                      <a:pt x="12219" y="887744"/>
                      <a:pt x="7484" y="878068"/>
                      <a:pt x="3370" y="870046"/>
                    </a:cubicBezTo>
                    <a:cubicBezTo>
                      <a:pt x="-269" y="862954"/>
                      <a:pt x="331" y="858343"/>
                      <a:pt x="3990" y="851376"/>
                    </a:cubicBezTo>
                    <a:cubicBezTo>
                      <a:pt x="8249" y="843271"/>
                      <a:pt x="9759" y="833553"/>
                      <a:pt x="11516" y="824353"/>
                    </a:cubicBezTo>
                    <a:cubicBezTo>
                      <a:pt x="12860" y="817364"/>
                      <a:pt x="12963" y="810107"/>
                      <a:pt x="13191" y="802954"/>
                    </a:cubicBezTo>
                    <a:cubicBezTo>
                      <a:pt x="13439" y="795035"/>
                      <a:pt x="16209" y="786703"/>
                      <a:pt x="8249" y="780107"/>
                    </a:cubicBezTo>
                    <a:cubicBezTo>
                      <a:pt x="6347" y="778515"/>
                      <a:pt x="7195" y="773615"/>
                      <a:pt x="6761" y="770245"/>
                    </a:cubicBezTo>
                    <a:cubicBezTo>
                      <a:pt x="10606" y="773119"/>
                      <a:pt x="14473" y="775993"/>
                      <a:pt x="20076" y="780190"/>
                    </a:cubicBezTo>
                    <a:cubicBezTo>
                      <a:pt x="20427" y="775724"/>
                      <a:pt x="22309" y="770720"/>
                      <a:pt x="20593" y="768177"/>
                    </a:cubicBezTo>
                    <a:cubicBezTo>
                      <a:pt x="18815" y="765552"/>
                      <a:pt x="13542" y="765055"/>
                      <a:pt x="9676" y="764311"/>
                    </a:cubicBezTo>
                    <a:cubicBezTo>
                      <a:pt x="9200" y="764228"/>
                      <a:pt x="7919" y="768343"/>
                      <a:pt x="7009" y="770514"/>
                    </a:cubicBezTo>
                    <a:cubicBezTo>
                      <a:pt x="703" y="765614"/>
                      <a:pt x="-3722" y="761313"/>
                      <a:pt x="4445" y="753270"/>
                    </a:cubicBezTo>
                    <a:cubicBezTo>
                      <a:pt x="7836" y="749921"/>
                      <a:pt x="7340" y="742622"/>
                      <a:pt x="8994" y="735489"/>
                    </a:cubicBezTo>
                    <a:cubicBezTo>
                      <a:pt x="12240" y="738963"/>
                      <a:pt x="14535" y="741423"/>
                      <a:pt x="18773" y="745931"/>
                    </a:cubicBezTo>
                    <a:cubicBezTo>
                      <a:pt x="20179" y="737019"/>
                      <a:pt x="21626" y="730155"/>
                      <a:pt x="21978" y="723250"/>
                    </a:cubicBezTo>
                    <a:cubicBezTo>
                      <a:pt x="22040" y="722009"/>
                      <a:pt x="16788" y="718825"/>
                      <a:pt x="15217" y="719487"/>
                    </a:cubicBezTo>
                    <a:cubicBezTo>
                      <a:pt x="8601" y="722298"/>
                      <a:pt x="7381" y="719238"/>
                      <a:pt x="6823" y="713677"/>
                    </a:cubicBezTo>
                    <a:cubicBezTo>
                      <a:pt x="4073" y="686220"/>
                      <a:pt x="6409" y="658928"/>
                      <a:pt x="8539" y="631554"/>
                    </a:cubicBezTo>
                    <a:cubicBezTo>
                      <a:pt x="9821" y="614993"/>
                      <a:pt x="8622" y="598245"/>
                      <a:pt x="9056" y="581602"/>
                    </a:cubicBezTo>
                    <a:cubicBezTo>
                      <a:pt x="9449" y="565826"/>
                      <a:pt x="10668" y="550072"/>
                      <a:pt x="11185" y="534296"/>
                    </a:cubicBezTo>
                    <a:cubicBezTo>
                      <a:pt x="11309" y="530347"/>
                      <a:pt x="10813" y="526047"/>
                      <a:pt x="9366" y="522408"/>
                    </a:cubicBezTo>
                    <a:cubicBezTo>
                      <a:pt x="3949" y="508845"/>
                      <a:pt x="7981" y="501463"/>
                      <a:pt x="24624" y="500037"/>
                    </a:cubicBezTo>
                    <a:cubicBezTo>
                      <a:pt x="24624" y="486412"/>
                      <a:pt x="27870" y="471484"/>
                      <a:pt x="23673" y="459079"/>
                    </a:cubicBezTo>
                    <a:cubicBezTo>
                      <a:pt x="19828" y="447728"/>
                      <a:pt x="21296" y="438217"/>
                      <a:pt x="22329" y="427673"/>
                    </a:cubicBezTo>
                    <a:cubicBezTo>
                      <a:pt x="23012" y="420664"/>
                      <a:pt x="21750" y="413407"/>
                      <a:pt x="23012" y="406563"/>
                    </a:cubicBezTo>
                    <a:cubicBezTo>
                      <a:pt x="26940" y="385205"/>
                      <a:pt x="21792" y="363227"/>
                      <a:pt x="29524" y="341828"/>
                    </a:cubicBezTo>
                    <a:cubicBezTo>
                      <a:pt x="33639" y="330415"/>
                      <a:pt x="30868" y="316707"/>
                      <a:pt x="33081" y="304385"/>
                    </a:cubicBezTo>
                    <a:cubicBezTo>
                      <a:pt x="34983" y="293799"/>
                      <a:pt x="39759" y="283771"/>
                      <a:pt x="42860" y="273371"/>
                    </a:cubicBezTo>
                    <a:cubicBezTo>
                      <a:pt x="44163" y="269030"/>
                      <a:pt x="45362" y="264274"/>
                      <a:pt x="44886" y="259891"/>
                    </a:cubicBezTo>
                    <a:cubicBezTo>
                      <a:pt x="43956" y="251311"/>
                      <a:pt x="41785" y="244198"/>
                      <a:pt x="52412" y="238326"/>
                    </a:cubicBezTo>
                    <a:cubicBezTo>
                      <a:pt x="57292" y="235618"/>
                      <a:pt x="62709" y="227513"/>
                      <a:pt x="61468" y="217961"/>
                    </a:cubicBezTo>
                    <a:cubicBezTo>
                      <a:pt x="59607" y="203592"/>
                      <a:pt x="67175" y="191910"/>
                      <a:pt x="75197" y="180290"/>
                    </a:cubicBezTo>
                    <a:cubicBezTo>
                      <a:pt x="79663" y="173798"/>
                      <a:pt x="80696" y="164949"/>
                      <a:pt x="83301" y="157175"/>
                    </a:cubicBezTo>
                    <a:cubicBezTo>
                      <a:pt x="83922" y="155314"/>
                      <a:pt x="84315" y="153247"/>
                      <a:pt x="85348" y="151634"/>
                    </a:cubicBezTo>
                    <a:cubicBezTo>
                      <a:pt x="94197" y="137885"/>
                      <a:pt x="100979" y="123619"/>
                      <a:pt x="101930" y="106748"/>
                    </a:cubicBezTo>
                    <a:cubicBezTo>
                      <a:pt x="102199" y="101972"/>
                      <a:pt x="106685" y="97113"/>
                      <a:pt x="110014" y="92916"/>
                    </a:cubicBezTo>
                    <a:cubicBezTo>
                      <a:pt x="118760" y="81958"/>
                      <a:pt x="123060" y="66968"/>
                      <a:pt x="138133" y="61675"/>
                    </a:cubicBezTo>
                    <a:cubicBezTo>
                      <a:pt x="139001" y="61365"/>
                      <a:pt x="139911" y="60517"/>
                      <a:pt x="140304" y="59690"/>
                    </a:cubicBezTo>
                    <a:cubicBezTo>
                      <a:pt x="147230" y="44308"/>
                      <a:pt x="161848" y="37981"/>
                      <a:pt x="174294" y="28491"/>
                    </a:cubicBezTo>
                    <a:cubicBezTo>
                      <a:pt x="182937" y="21895"/>
                      <a:pt x="192468" y="18918"/>
                      <a:pt x="201421" y="14225"/>
                    </a:cubicBezTo>
                    <a:cubicBezTo>
                      <a:pt x="210952" y="9221"/>
                      <a:pt x="221703" y="7671"/>
                      <a:pt x="232827" y="7629"/>
                    </a:cubicBezTo>
                    <a:cubicBezTo>
                      <a:pt x="249987" y="7567"/>
                      <a:pt x="267169" y="6120"/>
                      <a:pt x="284309" y="4797"/>
                    </a:cubicBezTo>
                    <a:cubicBezTo>
                      <a:pt x="286728" y="4611"/>
                      <a:pt x="288940" y="1737"/>
                      <a:pt x="291400" y="0"/>
                    </a:cubicBezTo>
                    <a:cubicBezTo>
                      <a:pt x="298078" y="6306"/>
                      <a:pt x="307155" y="4569"/>
                      <a:pt x="315425" y="3225"/>
                    </a:cubicBezTo>
                    <a:cubicBezTo>
                      <a:pt x="330125" y="868"/>
                      <a:pt x="342055" y="5851"/>
                      <a:pt x="353344" y="14328"/>
                    </a:cubicBezTo>
                    <a:cubicBezTo>
                      <a:pt x="356032" y="16334"/>
                      <a:pt x="359154" y="18174"/>
                      <a:pt x="362359" y="18980"/>
                    </a:cubicBezTo>
                    <a:cubicBezTo>
                      <a:pt x="392669" y="26630"/>
                      <a:pt x="415681" y="46871"/>
                      <a:pt x="441174" y="63164"/>
                    </a:cubicBezTo>
                    <a:cubicBezTo>
                      <a:pt x="460154" y="75300"/>
                      <a:pt x="466418" y="95397"/>
                      <a:pt x="478700" y="111689"/>
                    </a:cubicBezTo>
                    <a:cubicBezTo>
                      <a:pt x="487032" y="122730"/>
                      <a:pt x="498796" y="131165"/>
                      <a:pt x="507418" y="142020"/>
                    </a:cubicBezTo>
                    <a:cubicBezTo>
                      <a:pt x="511201" y="146775"/>
                      <a:pt x="511243" y="154653"/>
                      <a:pt x="512525" y="161207"/>
                    </a:cubicBezTo>
                    <a:cubicBezTo>
                      <a:pt x="513352" y="165404"/>
                      <a:pt x="513414" y="169787"/>
                      <a:pt x="513724" y="174088"/>
                    </a:cubicBezTo>
                    <a:cubicBezTo>
                      <a:pt x="514013" y="178140"/>
                      <a:pt x="515109" y="182399"/>
                      <a:pt x="514261" y="186204"/>
                    </a:cubicBezTo>
                    <a:cubicBezTo>
                      <a:pt x="511553" y="198319"/>
                      <a:pt x="516453" y="206093"/>
                      <a:pt x="529024" y="205928"/>
                    </a:cubicBezTo>
                    <a:cubicBezTo>
                      <a:pt x="526295" y="209236"/>
                      <a:pt x="524206" y="211779"/>
                      <a:pt x="521870" y="214570"/>
                    </a:cubicBezTo>
                    <a:cubicBezTo>
                      <a:pt x="544758" y="231379"/>
                      <a:pt x="539961" y="255632"/>
                      <a:pt x="538080" y="281600"/>
                    </a:cubicBezTo>
                    <a:cubicBezTo>
                      <a:pt x="541760" y="277465"/>
                      <a:pt x="542980" y="276121"/>
                      <a:pt x="545709" y="273061"/>
                    </a:cubicBezTo>
                    <a:cubicBezTo>
                      <a:pt x="546453" y="279078"/>
                      <a:pt x="548211" y="283833"/>
                      <a:pt x="547342" y="288051"/>
                    </a:cubicBezTo>
                    <a:cubicBezTo>
                      <a:pt x="545729" y="295928"/>
                      <a:pt x="543476" y="302669"/>
                      <a:pt x="549885" y="310277"/>
                    </a:cubicBezTo>
                    <a:cubicBezTo>
                      <a:pt x="552945" y="313937"/>
                      <a:pt x="553090" y="322021"/>
                      <a:pt x="551539" y="327190"/>
                    </a:cubicBezTo>
                    <a:cubicBezTo>
                      <a:pt x="547466" y="340815"/>
                      <a:pt x="552697" y="353096"/>
                      <a:pt x="554082" y="366039"/>
                    </a:cubicBezTo>
                    <a:cubicBezTo>
                      <a:pt x="555013" y="374764"/>
                      <a:pt x="556688" y="383634"/>
                      <a:pt x="556646" y="392504"/>
                    </a:cubicBezTo>
                    <a:cubicBezTo>
                      <a:pt x="556584" y="406191"/>
                      <a:pt x="555695" y="419857"/>
                      <a:pt x="555592" y="433544"/>
                    </a:cubicBezTo>
                    <a:cubicBezTo>
                      <a:pt x="555509" y="444854"/>
                      <a:pt x="555985" y="456143"/>
                      <a:pt x="556398" y="467452"/>
                    </a:cubicBezTo>
                    <a:cubicBezTo>
                      <a:pt x="556729" y="476343"/>
                      <a:pt x="557122" y="485254"/>
                      <a:pt x="557990" y="494103"/>
                    </a:cubicBezTo>
                    <a:cubicBezTo>
                      <a:pt x="558321" y="497370"/>
                      <a:pt x="560078" y="500512"/>
                      <a:pt x="561546" y="504730"/>
                    </a:cubicBezTo>
                    <a:cubicBezTo>
                      <a:pt x="558486" y="504441"/>
                      <a:pt x="555157" y="504110"/>
                      <a:pt x="550733" y="503696"/>
                    </a:cubicBezTo>
                    <a:cubicBezTo>
                      <a:pt x="553731" y="509610"/>
                      <a:pt x="556212" y="514965"/>
                      <a:pt x="559086" y="520113"/>
                    </a:cubicBezTo>
                    <a:cubicBezTo>
                      <a:pt x="569010" y="537935"/>
                      <a:pt x="568390" y="541202"/>
                      <a:pt x="553007" y="551229"/>
                    </a:cubicBezTo>
                    <a:cubicBezTo>
                      <a:pt x="555426" y="555302"/>
                      <a:pt x="560823" y="560843"/>
                      <a:pt x="559685" y="563118"/>
                    </a:cubicBezTo>
                    <a:cubicBezTo>
                      <a:pt x="556026" y="570458"/>
                      <a:pt x="550030" y="576123"/>
                      <a:pt x="560616" y="583173"/>
                    </a:cubicBezTo>
                    <a:cubicBezTo>
                      <a:pt x="562001" y="584103"/>
                      <a:pt x="556936" y="593428"/>
                      <a:pt x="556233" y="599031"/>
                    </a:cubicBezTo>
                    <a:cubicBezTo>
                      <a:pt x="555550" y="604427"/>
                      <a:pt x="556646" y="610051"/>
                      <a:pt x="559024" y="615220"/>
                    </a:cubicBezTo>
                    <a:lnTo>
                      <a:pt x="552801" y="630582"/>
                    </a:lnTo>
                    <a:cubicBezTo>
                      <a:pt x="553648" y="631120"/>
                      <a:pt x="554496" y="631657"/>
                      <a:pt x="555323" y="632195"/>
                    </a:cubicBezTo>
                    <a:cubicBezTo>
                      <a:pt x="558982" y="630685"/>
                      <a:pt x="562642" y="629155"/>
                      <a:pt x="569382" y="626343"/>
                    </a:cubicBezTo>
                    <a:cubicBezTo>
                      <a:pt x="565867" y="630851"/>
                      <a:pt x="564544" y="634076"/>
                      <a:pt x="562208" y="635255"/>
                    </a:cubicBezTo>
                    <a:cubicBezTo>
                      <a:pt x="552408" y="640134"/>
                      <a:pt x="552304" y="639907"/>
                      <a:pt x="554455" y="652725"/>
                    </a:cubicBezTo>
                    <a:cubicBezTo>
                      <a:pt x="555860" y="652932"/>
                      <a:pt x="557473" y="653201"/>
                      <a:pt x="559086" y="653428"/>
                    </a:cubicBezTo>
                    <a:cubicBezTo>
                      <a:pt x="560719" y="653656"/>
                      <a:pt x="562373" y="653842"/>
                      <a:pt x="564482" y="654111"/>
                    </a:cubicBezTo>
                    <a:cubicBezTo>
                      <a:pt x="565185" y="661885"/>
                      <a:pt x="567542" y="669452"/>
                      <a:pt x="557494" y="673235"/>
                    </a:cubicBezTo>
                    <a:cubicBezTo>
                      <a:pt x="555798" y="673876"/>
                      <a:pt x="554434" y="677453"/>
                      <a:pt x="554248" y="679790"/>
                    </a:cubicBezTo>
                    <a:cubicBezTo>
                      <a:pt x="553359" y="691719"/>
                      <a:pt x="552614" y="703670"/>
                      <a:pt x="552490" y="715620"/>
                    </a:cubicBezTo>
                    <a:cubicBezTo>
                      <a:pt x="552449" y="720272"/>
                      <a:pt x="554165" y="724945"/>
                      <a:pt x="555116" y="729597"/>
                    </a:cubicBezTo>
                    <a:cubicBezTo>
                      <a:pt x="555323" y="730589"/>
                      <a:pt x="555922" y="731582"/>
                      <a:pt x="555840" y="732533"/>
                    </a:cubicBezTo>
                    <a:cubicBezTo>
                      <a:pt x="554930" y="741506"/>
                      <a:pt x="553896" y="750479"/>
                      <a:pt x="552945" y="759163"/>
                    </a:cubicBezTo>
                    <a:cubicBezTo>
                      <a:pt x="552656" y="758791"/>
                      <a:pt x="551622" y="757467"/>
                      <a:pt x="550609" y="756165"/>
                    </a:cubicBezTo>
                    <a:cubicBezTo>
                      <a:pt x="549699" y="756103"/>
                      <a:pt x="548789" y="756020"/>
                      <a:pt x="547880" y="755958"/>
                    </a:cubicBezTo>
                    <a:cubicBezTo>
                      <a:pt x="546370" y="771258"/>
                      <a:pt x="544840" y="786537"/>
                      <a:pt x="543331" y="801837"/>
                    </a:cubicBezTo>
                    <a:cubicBezTo>
                      <a:pt x="544344" y="802147"/>
                      <a:pt x="545357" y="802437"/>
                      <a:pt x="546370" y="802747"/>
                    </a:cubicBezTo>
                    <a:cubicBezTo>
                      <a:pt x="548417" y="801382"/>
                      <a:pt x="550485" y="800018"/>
                      <a:pt x="554206" y="797537"/>
                    </a:cubicBezTo>
                    <a:cubicBezTo>
                      <a:pt x="553400" y="803781"/>
                      <a:pt x="552780" y="808619"/>
                      <a:pt x="551994" y="814573"/>
                    </a:cubicBezTo>
                    <a:cubicBezTo>
                      <a:pt x="550175" y="812278"/>
                      <a:pt x="548789" y="810500"/>
                      <a:pt x="546949" y="808164"/>
                    </a:cubicBezTo>
                    <a:cubicBezTo>
                      <a:pt x="536694" y="821706"/>
                      <a:pt x="545461" y="831424"/>
                      <a:pt x="552387" y="841058"/>
                    </a:cubicBezTo>
                    <a:cubicBezTo>
                      <a:pt x="543951" y="846827"/>
                      <a:pt x="542483" y="864070"/>
                      <a:pt x="548686" y="872258"/>
                    </a:cubicBezTo>
                    <a:cubicBezTo>
                      <a:pt x="550526" y="874697"/>
                      <a:pt x="551519" y="878130"/>
                      <a:pt x="551870" y="881231"/>
                    </a:cubicBezTo>
                    <a:cubicBezTo>
                      <a:pt x="552387" y="885759"/>
                      <a:pt x="552015" y="890411"/>
                      <a:pt x="552015" y="896097"/>
                    </a:cubicBezTo>
                    <a:cubicBezTo>
                      <a:pt x="550443" y="896241"/>
                      <a:pt x="547756" y="896489"/>
                      <a:pt x="543931" y="896841"/>
                    </a:cubicBezTo>
                    <a:cubicBezTo>
                      <a:pt x="558548" y="924898"/>
                      <a:pt x="558176" y="954071"/>
                      <a:pt x="554413" y="986800"/>
                    </a:cubicBezTo>
                    <a:cubicBezTo>
                      <a:pt x="560471" y="993003"/>
                      <a:pt x="558776" y="1002699"/>
                      <a:pt x="553462" y="1012644"/>
                    </a:cubicBezTo>
                    <a:cubicBezTo>
                      <a:pt x="552738" y="1014030"/>
                      <a:pt x="551870" y="1016077"/>
                      <a:pt x="552366" y="1017255"/>
                    </a:cubicBezTo>
                    <a:cubicBezTo>
                      <a:pt x="560182" y="1035491"/>
                      <a:pt x="553793" y="1054244"/>
                      <a:pt x="554661" y="1072707"/>
                    </a:cubicBezTo>
                    <a:cubicBezTo>
                      <a:pt x="554868" y="1077297"/>
                      <a:pt x="556047" y="1081845"/>
                      <a:pt x="556191" y="1086456"/>
                    </a:cubicBezTo>
                    <a:cubicBezTo>
                      <a:pt x="556377" y="1091728"/>
                      <a:pt x="555530" y="1097021"/>
                      <a:pt x="555840" y="1102273"/>
                    </a:cubicBezTo>
                    <a:cubicBezTo>
                      <a:pt x="556150" y="1107710"/>
                      <a:pt x="556584" y="1113355"/>
                      <a:pt x="558300" y="1118462"/>
                    </a:cubicBezTo>
                    <a:cubicBezTo>
                      <a:pt x="560347" y="1124519"/>
                      <a:pt x="562663" y="1129399"/>
                      <a:pt x="556336" y="1134816"/>
                    </a:cubicBezTo>
                    <a:cubicBezTo>
                      <a:pt x="548107" y="1141866"/>
                      <a:pt x="556874" y="1147387"/>
                      <a:pt x="559727" y="1153817"/>
                    </a:cubicBezTo>
                    <a:cubicBezTo>
                      <a:pt x="551126" y="1162997"/>
                      <a:pt x="557742" y="1172880"/>
                      <a:pt x="558507" y="1182721"/>
                    </a:cubicBezTo>
                    <a:cubicBezTo>
                      <a:pt x="558962" y="1188552"/>
                      <a:pt x="559375" y="1195271"/>
                      <a:pt x="556977" y="1200233"/>
                    </a:cubicBezTo>
                    <a:cubicBezTo>
                      <a:pt x="553317" y="1207821"/>
                      <a:pt x="551870" y="1213672"/>
                      <a:pt x="560264" y="1218242"/>
                    </a:cubicBezTo>
                    <a:cubicBezTo>
                      <a:pt x="549389" y="1231805"/>
                      <a:pt x="549492" y="1235320"/>
                      <a:pt x="559127" y="1251074"/>
                    </a:cubicBezTo>
                    <a:cubicBezTo>
                      <a:pt x="563593" y="1258373"/>
                      <a:pt x="558900" y="1263293"/>
                      <a:pt x="553007" y="1267966"/>
                    </a:cubicBezTo>
                    <a:cubicBezTo>
                      <a:pt x="561856" y="1277601"/>
                      <a:pt x="552821" y="1283700"/>
                      <a:pt x="547508" y="1291557"/>
                    </a:cubicBezTo>
                    <a:cubicBezTo>
                      <a:pt x="562311" y="1295692"/>
                      <a:pt x="553214" y="1309544"/>
                      <a:pt x="558321" y="1316099"/>
                    </a:cubicBezTo>
                    <a:cubicBezTo>
                      <a:pt x="554765" y="1318352"/>
                      <a:pt x="551312" y="1320544"/>
                      <a:pt x="547859" y="1322756"/>
                    </a:cubicBezTo>
                    <a:cubicBezTo>
                      <a:pt x="550898" y="1324555"/>
                      <a:pt x="553938" y="1326354"/>
                      <a:pt x="556998" y="1328173"/>
                    </a:cubicBezTo>
                    <a:cubicBezTo>
                      <a:pt x="556274" y="1334252"/>
                      <a:pt x="555406" y="1341571"/>
                      <a:pt x="554868" y="1346078"/>
                    </a:cubicBezTo>
                    <a:cubicBezTo>
                      <a:pt x="550113" y="1351557"/>
                      <a:pt x="545936" y="1355196"/>
                      <a:pt x="543517" y="1359765"/>
                    </a:cubicBezTo>
                    <a:cubicBezTo>
                      <a:pt x="542483" y="1361729"/>
                      <a:pt x="544530" y="1367808"/>
                      <a:pt x="546226" y="1368284"/>
                    </a:cubicBezTo>
                    <a:cubicBezTo>
                      <a:pt x="553441" y="1370310"/>
                      <a:pt x="552366" y="1375127"/>
                      <a:pt x="551436" y="1380048"/>
                    </a:cubicBezTo>
                    <a:cubicBezTo>
                      <a:pt x="549782" y="1388752"/>
                      <a:pt x="548335" y="1397560"/>
                      <a:pt x="545833" y="1406058"/>
                    </a:cubicBezTo>
                    <a:cubicBezTo>
                      <a:pt x="544654" y="1410069"/>
                      <a:pt x="541222" y="1413418"/>
                      <a:pt x="538452" y="1417615"/>
                    </a:cubicBezTo>
                    <a:cubicBezTo>
                      <a:pt x="538721" y="1417905"/>
                      <a:pt x="540230" y="1419538"/>
                      <a:pt x="541739" y="1421171"/>
                    </a:cubicBezTo>
                    <a:cubicBezTo>
                      <a:pt x="539734" y="1422495"/>
                      <a:pt x="537707" y="1423797"/>
                      <a:pt x="535123" y="1425493"/>
                    </a:cubicBezTo>
                    <a:cubicBezTo>
                      <a:pt x="536239" y="1427726"/>
                      <a:pt x="537542" y="1430372"/>
                      <a:pt x="538865" y="1433019"/>
                    </a:cubicBezTo>
                    <a:cubicBezTo>
                      <a:pt x="537852" y="1433060"/>
                      <a:pt x="536818" y="1433101"/>
                      <a:pt x="535805" y="1433122"/>
                    </a:cubicBezTo>
                    <a:cubicBezTo>
                      <a:pt x="535598" y="1437319"/>
                      <a:pt x="536301" y="1441826"/>
                      <a:pt x="535020" y="1445672"/>
                    </a:cubicBezTo>
                    <a:cubicBezTo>
                      <a:pt x="532497" y="1453363"/>
                      <a:pt x="536570" y="1463453"/>
                      <a:pt x="525405" y="1468291"/>
                    </a:cubicBezTo>
                    <a:cubicBezTo>
                      <a:pt x="517652" y="1471640"/>
                      <a:pt x="515585" y="1489152"/>
                      <a:pt x="521415" y="1496162"/>
                    </a:cubicBezTo>
                    <a:cubicBezTo>
                      <a:pt x="509485" y="1521220"/>
                      <a:pt x="487301" y="1531889"/>
                      <a:pt x="461766" y="1537657"/>
                    </a:cubicBezTo>
                    <a:cubicBezTo>
                      <a:pt x="455502" y="1539063"/>
                      <a:pt x="449030" y="1539456"/>
                      <a:pt x="442641" y="1540324"/>
                    </a:cubicBezTo>
                    <a:cubicBezTo>
                      <a:pt x="441628" y="1540469"/>
                      <a:pt x="440140" y="1541275"/>
                      <a:pt x="439664" y="1540862"/>
                    </a:cubicBezTo>
                    <a:cubicBezTo>
                      <a:pt x="426453" y="1529366"/>
                      <a:pt x="418865" y="1544253"/>
                      <a:pt x="408775" y="1547292"/>
                    </a:cubicBezTo>
                    <a:cubicBezTo>
                      <a:pt x="402634" y="1549132"/>
                      <a:pt x="396349" y="1550497"/>
                      <a:pt x="390167" y="1552275"/>
                    </a:cubicBezTo>
                    <a:cubicBezTo>
                      <a:pt x="383406" y="1554218"/>
                      <a:pt x="376769" y="1556555"/>
                      <a:pt x="369967" y="1558333"/>
                    </a:cubicBezTo>
                    <a:cubicBezTo>
                      <a:pt x="365481" y="1559511"/>
                      <a:pt x="360849" y="1560359"/>
                      <a:pt x="356239" y="1560752"/>
                    </a:cubicBezTo>
                    <a:cubicBezTo>
                      <a:pt x="351773" y="1561145"/>
                      <a:pt x="347203" y="1560442"/>
                      <a:pt x="342758" y="1560835"/>
                    </a:cubicBezTo>
                    <a:cubicBezTo>
                      <a:pt x="335729" y="1561475"/>
                      <a:pt x="328720" y="1563481"/>
                      <a:pt x="321731" y="1563378"/>
                    </a:cubicBezTo>
                    <a:cubicBezTo>
                      <a:pt x="309057" y="1563191"/>
                      <a:pt x="296342" y="1561269"/>
                      <a:pt x="284619" y="1568174"/>
                    </a:cubicBezTo>
                    <a:cubicBezTo>
                      <a:pt x="283812" y="1568650"/>
                      <a:pt x="282551" y="1568629"/>
                      <a:pt x="281559" y="1568484"/>
                    </a:cubicBezTo>
                    <a:cubicBezTo>
                      <a:pt x="260118" y="1565259"/>
                      <a:pt x="238430" y="1570800"/>
                      <a:pt x="216782" y="1565342"/>
                    </a:cubicBezTo>
                    <a:cubicBezTo>
                      <a:pt x="201710" y="1561558"/>
                      <a:pt x="185604" y="1562054"/>
                      <a:pt x="170056" y="1559925"/>
                    </a:cubicBezTo>
                    <a:cubicBezTo>
                      <a:pt x="163543" y="1559036"/>
                      <a:pt x="157340" y="1556038"/>
                      <a:pt x="150869" y="1554590"/>
                    </a:cubicBezTo>
                    <a:cubicBezTo>
                      <a:pt x="139642" y="1552068"/>
                      <a:pt x="128271" y="1550187"/>
                      <a:pt x="117064" y="1547644"/>
                    </a:cubicBezTo>
                    <a:cubicBezTo>
                      <a:pt x="105693" y="1545059"/>
                      <a:pt x="98746" y="1538050"/>
                      <a:pt x="95934" y="1526410"/>
                    </a:cubicBezTo>
                    <a:cubicBezTo>
                      <a:pt x="94239" y="1519339"/>
                      <a:pt x="92874" y="1511751"/>
                      <a:pt x="85307" y="1507430"/>
                    </a:cubicBezTo>
                    <a:cubicBezTo>
                      <a:pt x="83777" y="1506561"/>
                      <a:pt x="83632" y="1502137"/>
                      <a:pt x="83922" y="1499490"/>
                    </a:cubicBezTo>
                    <a:cubicBezTo>
                      <a:pt x="84252" y="1496492"/>
                      <a:pt x="85803" y="1493618"/>
                      <a:pt x="86341" y="1492068"/>
                    </a:cubicBezTo>
                    <a:cubicBezTo>
                      <a:pt x="79807" y="1492068"/>
                      <a:pt x="73687" y="1493494"/>
                      <a:pt x="69097" y="1491468"/>
                    </a:cubicBezTo>
                    <a:cubicBezTo>
                      <a:pt x="66802" y="1490434"/>
                      <a:pt x="67299" y="1483095"/>
                      <a:pt x="66534" y="1478567"/>
                    </a:cubicBezTo>
                    <a:cubicBezTo>
                      <a:pt x="64094" y="1475920"/>
                      <a:pt x="59731" y="1473150"/>
                      <a:pt x="58284" y="1469304"/>
                    </a:cubicBezTo>
                    <a:cubicBezTo>
                      <a:pt x="48070" y="1442323"/>
                      <a:pt x="39800" y="1414845"/>
                      <a:pt x="41537" y="1385444"/>
                    </a:cubicBezTo>
                    <a:cubicBezTo>
                      <a:pt x="41599" y="1384472"/>
                      <a:pt x="41247" y="1383397"/>
                      <a:pt x="40855" y="1382488"/>
                    </a:cubicBezTo>
                    <a:cubicBezTo>
                      <a:pt x="33887" y="1366754"/>
                      <a:pt x="33287" y="1350854"/>
                      <a:pt x="36926" y="1333962"/>
                    </a:cubicBezTo>
                    <a:cubicBezTo>
                      <a:pt x="38332" y="1327429"/>
                      <a:pt x="32026" y="1319448"/>
                      <a:pt x="39552" y="1314321"/>
                    </a:cubicBezTo>
                    <a:cubicBezTo>
                      <a:pt x="37650" y="1310930"/>
                      <a:pt x="34962" y="1308242"/>
                      <a:pt x="34714" y="1305347"/>
                    </a:cubicBezTo>
                    <a:cubicBezTo>
                      <a:pt x="33184" y="1287256"/>
                      <a:pt x="32460" y="1269083"/>
                      <a:pt x="30910" y="1250991"/>
                    </a:cubicBezTo>
                    <a:cubicBezTo>
                      <a:pt x="30455" y="1245637"/>
                      <a:pt x="28284" y="1240406"/>
                      <a:pt x="26899" y="1235113"/>
                    </a:cubicBezTo>
                    <a:cubicBezTo>
                      <a:pt x="25948" y="1235257"/>
                      <a:pt x="24997" y="1235381"/>
                      <a:pt x="24066" y="1235526"/>
                    </a:cubicBezTo>
                    <a:cubicBezTo>
                      <a:pt x="23322" y="1239289"/>
                      <a:pt x="22598" y="1243073"/>
                      <a:pt x="21854" y="1246836"/>
                    </a:cubicBezTo>
                    <a:cubicBezTo>
                      <a:pt x="20820" y="1246856"/>
                      <a:pt x="19786" y="1246877"/>
                      <a:pt x="18732" y="1246898"/>
                    </a:cubicBezTo>
                    <a:cubicBezTo>
                      <a:pt x="18587" y="1241708"/>
                      <a:pt x="18525" y="1236519"/>
                      <a:pt x="18298" y="1231350"/>
                    </a:cubicBezTo>
                    <a:cubicBezTo>
                      <a:pt x="17988" y="1224506"/>
                      <a:pt x="17677" y="1217663"/>
                      <a:pt x="17119" y="1210840"/>
                    </a:cubicBezTo>
                    <a:cubicBezTo>
                      <a:pt x="16685" y="1205547"/>
                      <a:pt x="16230" y="1200212"/>
                      <a:pt x="15072" y="1195044"/>
                    </a:cubicBezTo>
                    <a:cubicBezTo>
                      <a:pt x="11020" y="1177097"/>
                      <a:pt x="11433" y="1159068"/>
                      <a:pt x="11806" y="1140791"/>
                    </a:cubicBezTo>
                    <a:cubicBezTo>
                      <a:pt x="12178" y="1123114"/>
                      <a:pt x="9035" y="1105395"/>
                      <a:pt x="8208" y="1087655"/>
                    </a:cubicBezTo>
                    <a:cubicBezTo>
                      <a:pt x="7670" y="1076077"/>
                      <a:pt x="8808" y="1064437"/>
                      <a:pt x="8622" y="1052817"/>
                    </a:cubicBezTo>
                    <a:cubicBezTo>
                      <a:pt x="8518" y="1045870"/>
                      <a:pt x="8497" y="1038509"/>
                      <a:pt x="6265" y="1032100"/>
                    </a:cubicBezTo>
                    <a:cubicBezTo>
                      <a:pt x="3329" y="1023644"/>
                      <a:pt x="9035" y="1023913"/>
                      <a:pt x="15486" y="1022114"/>
                    </a:cubicBezTo>
                    <a:cubicBezTo>
                      <a:pt x="12633" y="1017131"/>
                      <a:pt x="9862" y="1012748"/>
                      <a:pt x="7526" y="1008137"/>
                    </a:cubicBezTo>
                    <a:cubicBezTo>
                      <a:pt x="3763" y="1000673"/>
                      <a:pt x="434" y="993085"/>
                      <a:pt x="6843" y="985270"/>
                    </a:cubicBezTo>
                    <a:cubicBezTo>
                      <a:pt x="7050" y="988847"/>
                      <a:pt x="7278" y="992403"/>
                      <a:pt x="7484" y="995980"/>
                    </a:cubicBezTo>
                    <a:cubicBezTo>
                      <a:pt x="8560" y="996538"/>
                      <a:pt x="9635" y="997096"/>
                      <a:pt x="10710" y="997675"/>
                    </a:cubicBezTo>
                    <a:cubicBezTo>
                      <a:pt x="13418" y="994409"/>
                      <a:pt x="16147" y="991142"/>
                      <a:pt x="18856" y="987875"/>
                    </a:cubicBezTo>
                    <a:cubicBezTo>
                      <a:pt x="18112" y="987089"/>
                      <a:pt x="17347" y="986324"/>
                      <a:pt x="16602" y="985539"/>
                    </a:cubicBezTo>
                    <a:lnTo>
                      <a:pt x="6802" y="985539"/>
                    </a:lnTo>
                    <a:close/>
                  </a:path>
                </a:pathLst>
              </a:custGeom>
              <a:gradFill>
                <a:gsLst>
                  <a:gs pos="0">
                    <a:srgbClr val="B4471C">
                      <a:alpha val="100000"/>
                      <a:lumMod val="60000"/>
                      <a:lumOff val="40000"/>
                    </a:srgbClr>
                  </a:gs>
                  <a:gs pos="69999">
                    <a:srgbClr val="B4471C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1288640" y="387180"/>
                <a:ext cx="161574" cy="648000"/>
              </a:xfrm>
              <a:custGeom>
                <a:avLst/>
                <a:gdLst/>
                <a:ahLst/>
                <a:cxnLst/>
                <a:rect l="l" t="t" r="r" b="b"/>
                <a:pathLst>
                  <a:path w="135446" h="543211">
                    <a:moveTo>
                      <a:pt x="72724" y="523494"/>
                    </a:moveTo>
                    <a:cubicBezTo>
                      <a:pt x="72533" y="523590"/>
                      <a:pt x="72462" y="523733"/>
                      <a:pt x="72509" y="523923"/>
                    </a:cubicBezTo>
                    <a:cubicBezTo>
                      <a:pt x="72557" y="524114"/>
                      <a:pt x="72628" y="524209"/>
                      <a:pt x="72724" y="524209"/>
                    </a:cubicBezTo>
                    <a:cubicBezTo>
                      <a:pt x="72819" y="524209"/>
                      <a:pt x="72866" y="524066"/>
                      <a:pt x="72866" y="523780"/>
                    </a:cubicBezTo>
                    <a:close/>
                    <a:moveTo>
                      <a:pt x="31718" y="519494"/>
                    </a:moveTo>
                    <a:cubicBezTo>
                      <a:pt x="31528" y="519589"/>
                      <a:pt x="31528" y="519661"/>
                      <a:pt x="31718" y="519708"/>
                    </a:cubicBezTo>
                    <a:cubicBezTo>
                      <a:pt x="31909" y="519756"/>
                      <a:pt x="32099" y="519756"/>
                      <a:pt x="32290" y="519708"/>
                    </a:cubicBezTo>
                    <a:cubicBezTo>
                      <a:pt x="32480" y="519661"/>
                      <a:pt x="32433" y="519589"/>
                      <a:pt x="32147" y="519494"/>
                    </a:cubicBezTo>
                    <a:close/>
                    <a:moveTo>
                      <a:pt x="95798" y="515636"/>
                    </a:moveTo>
                    <a:cubicBezTo>
                      <a:pt x="95750" y="515351"/>
                      <a:pt x="95679" y="515398"/>
                      <a:pt x="95584" y="515779"/>
                    </a:cubicBezTo>
                    <a:lnTo>
                      <a:pt x="95298" y="516208"/>
                    </a:lnTo>
                    <a:lnTo>
                      <a:pt x="95155" y="517065"/>
                    </a:lnTo>
                    <a:lnTo>
                      <a:pt x="95298" y="517065"/>
                    </a:lnTo>
                    <a:cubicBezTo>
                      <a:pt x="95488" y="517065"/>
                      <a:pt x="95631" y="516898"/>
                      <a:pt x="95726" y="516565"/>
                    </a:cubicBezTo>
                    <a:cubicBezTo>
                      <a:pt x="95822" y="516232"/>
                      <a:pt x="95845" y="515922"/>
                      <a:pt x="95798" y="515636"/>
                    </a:cubicBezTo>
                    <a:close/>
                    <a:moveTo>
                      <a:pt x="5858" y="513207"/>
                    </a:moveTo>
                    <a:lnTo>
                      <a:pt x="5572" y="513350"/>
                    </a:lnTo>
                    <a:lnTo>
                      <a:pt x="5572" y="513493"/>
                    </a:lnTo>
                    <a:cubicBezTo>
                      <a:pt x="5572" y="513684"/>
                      <a:pt x="5739" y="513827"/>
                      <a:pt x="6072" y="513922"/>
                    </a:cubicBezTo>
                    <a:cubicBezTo>
                      <a:pt x="6406" y="514017"/>
                      <a:pt x="6620" y="514065"/>
                      <a:pt x="6715" y="514065"/>
                    </a:cubicBezTo>
                    <a:lnTo>
                      <a:pt x="6858" y="513779"/>
                    </a:lnTo>
                    <a:cubicBezTo>
                      <a:pt x="6858" y="513684"/>
                      <a:pt x="6715" y="513565"/>
                      <a:pt x="6430" y="513422"/>
                    </a:cubicBezTo>
                    <a:cubicBezTo>
                      <a:pt x="6144" y="513279"/>
                      <a:pt x="5953" y="513207"/>
                      <a:pt x="5858" y="513207"/>
                    </a:cubicBezTo>
                    <a:close/>
                    <a:moveTo>
                      <a:pt x="22289" y="503635"/>
                    </a:moveTo>
                    <a:lnTo>
                      <a:pt x="21717" y="503921"/>
                    </a:lnTo>
                    <a:cubicBezTo>
                      <a:pt x="21336" y="504492"/>
                      <a:pt x="20574" y="505921"/>
                      <a:pt x="19431" y="508207"/>
                    </a:cubicBezTo>
                    <a:cubicBezTo>
                      <a:pt x="19050" y="508969"/>
                      <a:pt x="18550" y="509731"/>
                      <a:pt x="17931" y="510493"/>
                    </a:cubicBezTo>
                    <a:cubicBezTo>
                      <a:pt x="17312" y="511255"/>
                      <a:pt x="16812" y="511993"/>
                      <a:pt x="16431" y="512707"/>
                    </a:cubicBezTo>
                    <a:cubicBezTo>
                      <a:pt x="16050" y="513422"/>
                      <a:pt x="16002" y="513827"/>
                      <a:pt x="16288" y="513922"/>
                    </a:cubicBezTo>
                    <a:cubicBezTo>
                      <a:pt x="17717" y="512398"/>
                      <a:pt x="19002" y="510493"/>
                      <a:pt x="20146" y="508207"/>
                    </a:cubicBezTo>
                    <a:cubicBezTo>
                      <a:pt x="21288" y="505921"/>
                      <a:pt x="22050" y="504444"/>
                      <a:pt x="22431" y="503778"/>
                    </a:cubicBezTo>
                    <a:close/>
                    <a:moveTo>
                      <a:pt x="24003" y="494205"/>
                    </a:moveTo>
                    <a:cubicBezTo>
                      <a:pt x="23051" y="495062"/>
                      <a:pt x="22193" y="496062"/>
                      <a:pt x="21431" y="497205"/>
                    </a:cubicBezTo>
                    <a:lnTo>
                      <a:pt x="19288" y="500634"/>
                    </a:lnTo>
                    <a:cubicBezTo>
                      <a:pt x="19098" y="501015"/>
                      <a:pt x="18479" y="502087"/>
                      <a:pt x="17431" y="503849"/>
                    </a:cubicBezTo>
                    <a:cubicBezTo>
                      <a:pt x="16383" y="505611"/>
                      <a:pt x="15621" y="507302"/>
                      <a:pt x="15145" y="508921"/>
                    </a:cubicBezTo>
                    <a:cubicBezTo>
                      <a:pt x="14764" y="509493"/>
                      <a:pt x="14240" y="510278"/>
                      <a:pt x="13573" y="511279"/>
                    </a:cubicBezTo>
                    <a:cubicBezTo>
                      <a:pt x="12907" y="512279"/>
                      <a:pt x="12430" y="513207"/>
                      <a:pt x="12144" y="514065"/>
                    </a:cubicBezTo>
                    <a:cubicBezTo>
                      <a:pt x="13478" y="512445"/>
                      <a:pt x="14788" y="510540"/>
                      <a:pt x="16074" y="508350"/>
                    </a:cubicBezTo>
                    <a:cubicBezTo>
                      <a:pt x="17359" y="506159"/>
                      <a:pt x="18574" y="504016"/>
                      <a:pt x="19717" y="501920"/>
                    </a:cubicBezTo>
                    <a:cubicBezTo>
                      <a:pt x="21622" y="498301"/>
                      <a:pt x="22908" y="495967"/>
                      <a:pt x="23574" y="494919"/>
                    </a:cubicBezTo>
                    <a:close/>
                    <a:moveTo>
                      <a:pt x="24432" y="492491"/>
                    </a:moveTo>
                    <a:cubicBezTo>
                      <a:pt x="24241" y="492681"/>
                      <a:pt x="24241" y="492800"/>
                      <a:pt x="24432" y="492848"/>
                    </a:cubicBezTo>
                    <a:cubicBezTo>
                      <a:pt x="24622" y="492895"/>
                      <a:pt x="24765" y="492824"/>
                      <a:pt x="24860" y="492633"/>
                    </a:cubicBezTo>
                    <a:lnTo>
                      <a:pt x="24718" y="492633"/>
                    </a:lnTo>
                    <a:close/>
                    <a:moveTo>
                      <a:pt x="25432" y="491062"/>
                    </a:moveTo>
                    <a:cubicBezTo>
                      <a:pt x="25241" y="491348"/>
                      <a:pt x="25146" y="491514"/>
                      <a:pt x="25146" y="491562"/>
                    </a:cubicBezTo>
                    <a:cubicBezTo>
                      <a:pt x="25146" y="491609"/>
                      <a:pt x="25241" y="491490"/>
                      <a:pt x="25432" y="491205"/>
                    </a:cubicBezTo>
                    <a:close/>
                    <a:moveTo>
                      <a:pt x="95155" y="483632"/>
                    </a:moveTo>
                    <a:lnTo>
                      <a:pt x="95441" y="484918"/>
                    </a:lnTo>
                    <a:cubicBezTo>
                      <a:pt x="95536" y="484823"/>
                      <a:pt x="95560" y="484728"/>
                      <a:pt x="95512" y="484632"/>
                    </a:cubicBezTo>
                    <a:cubicBezTo>
                      <a:pt x="95464" y="484537"/>
                      <a:pt x="95441" y="484442"/>
                      <a:pt x="95441" y="484347"/>
                    </a:cubicBezTo>
                    <a:close/>
                    <a:moveTo>
                      <a:pt x="93583" y="481918"/>
                    </a:moveTo>
                    <a:cubicBezTo>
                      <a:pt x="93202" y="482108"/>
                      <a:pt x="93131" y="482275"/>
                      <a:pt x="93369" y="482418"/>
                    </a:cubicBezTo>
                    <a:cubicBezTo>
                      <a:pt x="93607" y="482561"/>
                      <a:pt x="93869" y="482608"/>
                      <a:pt x="94155" y="482561"/>
                    </a:cubicBezTo>
                    <a:cubicBezTo>
                      <a:pt x="94440" y="482513"/>
                      <a:pt x="94393" y="482346"/>
                      <a:pt x="94012" y="482061"/>
                    </a:cubicBezTo>
                    <a:close/>
                    <a:moveTo>
                      <a:pt x="32147" y="475774"/>
                    </a:moveTo>
                    <a:lnTo>
                      <a:pt x="31718" y="476489"/>
                    </a:lnTo>
                    <a:lnTo>
                      <a:pt x="31004" y="477489"/>
                    </a:lnTo>
                    <a:cubicBezTo>
                      <a:pt x="30623" y="478346"/>
                      <a:pt x="30052" y="479703"/>
                      <a:pt x="29290" y="481561"/>
                    </a:cubicBezTo>
                    <a:cubicBezTo>
                      <a:pt x="28528" y="483418"/>
                      <a:pt x="28004" y="485109"/>
                      <a:pt x="27718" y="486633"/>
                    </a:cubicBezTo>
                    <a:cubicBezTo>
                      <a:pt x="27242" y="487490"/>
                      <a:pt x="26742" y="488490"/>
                      <a:pt x="26218" y="489633"/>
                    </a:cubicBezTo>
                    <a:cubicBezTo>
                      <a:pt x="25694" y="490776"/>
                      <a:pt x="25813" y="490919"/>
                      <a:pt x="26575" y="490062"/>
                    </a:cubicBezTo>
                    <a:cubicBezTo>
                      <a:pt x="29147" y="485299"/>
                      <a:pt x="30956" y="481442"/>
                      <a:pt x="32004" y="478489"/>
                    </a:cubicBezTo>
                    <a:cubicBezTo>
                      <a:pt x="32195" y="477822"/>
                      <a:pt x="32385" y="477060"/>
                      <a:pt x="32576" y="476203"/>
                    </a:cubicBezTo>
                    <a:cubicBezTo>
                      <a:pt x="32766" y="475346"/>
                      <a:pt x="32623" y="475203"/>
                      <a:pt x="32147" y="475774"/>
                    </a:cubicBezTo>
                    <a:close/>
                    <a:moveTo>
                      <a:pt x="62436" y="449057"/>
                    </a:moveTo>
                    <a:lnTo>
                      <a:pt x="63151" y="449342"/>
                    </a:lnTo>
                    <a:cubicBezTo>
                      <a:pt x="63341" y="449819"/>
                      <a:pt x="63699" y="450295"/>
                      <a:pt x="64222" y="450771"/>
                    </a:cubicBezTo>
                    <a:cubicBezTo>
                      <a:pt x="64746" y="451247"/>
                      <a:pt x="65104" y="451581"/>
                      <a:pt x="65294" y="451771"/>
                    </a:cubicBezTo>
                    <a:cubicBezTo>
                      <a:pt x="66532" y="452628"/>
                      <a:pt x="67247" y="453438"/>
                      <a:pt x="67437" y="454200"/>
                    </a:cubicBezTo>
                    <a:cubicBezTo>
                      <a:pt x="67056" y="454486"/>
                      <a:pt x="66866" y="454629"/>
                      <a:pt x="66866" y="454629"/>
                    </a:cubicBezTo>
                    <a:lnTo>
                      <a:pt x="67008" y="454629"/>
                    </a:lnTo>
                    <a:cubicBezTo>
                      <a:pt x="67675" y="454629"/>
                      <a:pt x="68056" y="454914"/>
                      <a:pt x="68152" y="455486"/>
                    </a:cubicBezTo>
                    <a:cubicBezTo>
                      <a:pt x="68056" y="455962"/>
                      <a:pt x="67723" y="456462"/>
                      <a:pt x="67151" y="456986"/>
                    </a:cubicBezTo>
                    <a:cubicBezTo>
                      <a:pt x="66580" y="457510"/>
                      <a:pt x="66199" y="457915"/>
                      <a:pt x="66008" y="458201"/>
                    </a:cubicBezTo>
                    <a:cubicBezTo>
                      <a:pt x="65056" y="458772"/>
                      <a:pt x="64437" y="459296"/>
                      <a:pt x="64151" y="459772"/>
                    </a:cubicBezTo>
                    <a:cubicBezTo>
                      <a:pt x="63484" y="460153"/>
                      <a:pt x="62413" y="460796"/>
                      <a:pt x="60936" y="461701"/>
                    </a:cubicBezTo>
                    <a:cubicBezTo>
                      <a:pt x="59460" y="462606"/>
                      <a:pt x="58055" y="463106"/>
                      <a:pt x="56722" y="463201"/>
                    </a:cubicBezTo>
                    <a:cubicBezTo>
                      <a:pt x="55293" y="463677"/>
                      <a:pt x="53150" y="464487"/>
                      <a:pt x="50292" y="465630"/>
                    </a:cubicBezTo>
                    <a:lnTo>
                      <a:pt x="46577" y="467059"/>
                    </a:lnTo>
                    <a:cubicBezTo>
                      <a:pt x="45244" y="467440"/>
                      <a:pt x="43148" y="467821"/>
                      <a:pt x="40291" y="468202"/>
                    </a:cubicBezTo>
                    <a:cubicBezTo>
                      <a:pt x="39624" y="468488"/>
                      <a:pt x="39386" y="468797"/>
                      <a:pt x="39576" y="469130"/>
                    </a:cubicBezTo>
                    <a:cubicBezTo>
                      <a:pt x="39767" y="469464"/>
                      <a:pt x="40362" y="469988"/>
                      <a:pt x="41362" y="470702"/>
                    </a:cubicBezTo>
                    <a:cubicBezTo>
                      <a:pt x="42363" y="471417"/>
                      <a:pt x="42910" y="472059"/>
                      <a:pt x="43006" y="472631"/>
                    </a:cubicBezTo>
                    <a:cubicBezTo>
                      <a:pt x="43101" y="473298"/>
                      <a:pt x="43244" y="473774"/>
                      <a:pt x="43434" y="474060"/>
                    </a:cubicBezTo>
                    <a:cubicBezTo>
                      <a:pt x="43625" y="474345"/>
                      <a:pt x="43958" y="474655"/>
                      <a:pt x="44434" y="474988"/>
                    </a:cubicBezTo>
                    <a:cubicBezTo>
                      <a:pt x="44910" y="475322"/>
                      <a:pt x="45339" y="475679"/>
                      <a:pt x="45720" y="476060"/>
                    </a:cubicBezTo>
                    <a:cubicBezTo>
                      <a:pt x="46482" y="476250"/>
                      <a:pt x="47411" y="476417"/>
                      <a:pt x="48506" y="476560"/>
                    </a:cubicBezTo>
                    <a:cubicBezTo>
                      <a:pt x="49602" y="476703"/>
                      <a:pt x="50530" y="476941"/>
                      <a:pt x="51292" y="477274"/>
                    </a:cubicBezTo>
                    <a:cubicBezTo>
                      <a:pt x="52054" y="477608"/>
                      <a:pt x="52721" y="478108"/>
                      <a:pt x="53292" y="478775"/>
                    </a:cubicBezTo>
                    <a:cubicBezTo>
                      <a:pt x="54150" y="479346"/>
                      <a:pt x="55531" y="480013"/>
                      <a:pt x="57436" y="480775"/>
                    </a:cubicBezTo>
                    <a:cubicBezTo>
                      <a:pt x="57722" y="481156"/>
                      <a:pt x="58103" y="481346"/>
                      <a:pt x="58579" y="481346"/>
                    </a:cubicBezTo>
                    <a:cubicBezTo>
                      <a:pt x="58865" y="481346"/>
                      <a:pt x="59198" y="481299"/>
                      <a:pt x="59579" y="481203"/>
                    </a:cubicBezTo>
                    <a:cubicBezTo>
                      <a:pt x="59960" y="481108"/>
                      <a:pt x="60293" y="481108"/>
                      <a:pt x="60579" y="481203"/>
                    </a:cubicBezTo>
                    <a:cubicBezTo>
                      <a:pt x="61151" y="481489"/>
                      <a:pt x="61698" y="482013"/>
                      <a:pt x="62222" y="482775"/>
                    </a:cubicBezTo>
                    <a:cubicBezTo>
                      <a:pt x="62746" y="483537"/>
                      <a:pt x="63151" y="484109"/>
                      <a:pt x="63437" y="484490"/>
                    </a:cubicBezTo>
                    <a:cubicBezTo>
                      <a:pt x="64008" y="485633"/>
                      <a:pt x="64437" y="486823"/>
                      <a:pt x="64722" y="488061"/>
                    </a:cubicBezTo>
                    <a:cubicBezTo>
                      <a:pt x="64722" y="488347"/>
                      <a:pt x="64675" y="489062"/>
                      <a:pt x="64580" y="490205"/>
                    </a:cubicBezTo>
                    <a:cubicBezTo>
                      <a:pt x="64484" y="491348"/>
                      <a:pt x="64246" y="492395"/>
                      <a:pt x="63865" y="493348"/>
                    </a:cubicBezTo>
                    <a:cubicBezTo>
                      <a:pt x="62532" y="495729"/>
                      <a:pt x="61532" y="498110"/>
                      <a:pt x="60865" y="500492"/>
                    </a:cubicBezTo>
                    <a:cubicBezTo>
                      <a:pt x="60674" y="501444"/>
                      <a:pt x="60579" y="502968"/>
                      <a:pt x="60579" y="505064"/>
                    </a:cubicBezTo>
                    <a:lnTo>
                      <a:pt x="60579" y="509778"/>
                    </a:lnTo>
                    <a:cubicBezTo>
                      <a:pt x="60960" y="513779"/>
                      <a:pt x="62056" y="517875"/>
                      <a:pt x="63865" y="522066"/>
                    </a:cubicBezTo>
                    <a:cubicBezTo>
                      <a:pt x="64056" y="523209"/>
                      <a:pt x="64056" y="524066"/>
                      <a:pt x="63865" y="524637"/>
                    </a:cubicBezTo>
                    <a:cubicBezTo>
                      <a:pt x="63580" y="525114"/>
                      <a:pt x="63151" y="525733"/>
                      <a:pt x="62579" y="526495"/>
                    </a:cubicBezTo>
                    <a:cubicBezTo>
                      <a:pt x="62008" y="527257"/>
                      <a:pt x="61674" y="527971"/>
                      <a:pt x="61579" y="528638"/>
                    </a:cubicBezTo>
                    <a:lnTo>
                      <a:pt x="60008" y="528352"/>
                    </a:lnTo>
                    <a:cubicBezTo>
                      <a:pt x="59722" y="528447"/>
                      <a:pt x="59103" y="528614"/>
                      <a:pt x="58150" y="528852"/>
                    </a:cubicBezTo>
                    <a:cubicBezTo>
                      <a:pt x="57198" y="529090"/>
                      <a:pt x="56388" y="529495"/>
                      <a:pt x="55721" y="530067"/>
                    </a:cubicBezTo>
                    <a:cubicBezTo>
                      <a:pt x="55436" y="529495"/>
                      <a:pt x="54959" y="529043"/>
                      <a:pt x="54293" y="528709"/>
                    </a:cubicBezTo>
                    <a:cubicBezTo>
                      <a:pt x="53626" y="528376"/>
                      <a:pt x="53197" y="528162"/>
                      <a:pt x="53007" y="528066"/>
                    </a:cubicBezTo>
                    <a:lnTo>
                      <a:pt x="52435" y="528209"/>
                    </a:lnTo>
                    <a:cubicBezTo>
                      <a:pt x="52054" y="528209"/>
                      <a:pt x="51602" y="527900"/>
                      <a:pt x="51078" y="527281"/>
                    </a:cubicBezTo>
                    <a:cubicBezTo>
                      <a:pt x="50554" y="526661"/>
                      <a:pt x="50054" y="526257"/>
                      <a:pt x="49578" y="526066"/>
                    </a:cubicBezTo>
                    <a:cubicBezTo>
                      <a:pt x="48816" y="525971"/>
                      <a:pt x="47863" y="526114"/>
                      <a:pt x="46720" y="526495"/>
                    </a:cubicBezTo>
                    <a:cubicBezTo>
                      <a:pt x="45577" y="526876"/>
                      <a:pt x="44910" y="527114"/>
                      <a:pt x="44720" y="527209"/>
                    </a:cubicBezTo>
                    <a:cubicBezTo>
                      <a:pt x="42910" y="527876"/>
                      <a:pt x="41577" y="528209"/>
                      <a:pt x="40720" y="528209"/>
                    </a:cubicBezTo>
                    <a:cubicBezTo>
                      <a:pt x="40053" y="528209"/>
                      <a:pt x="39719" y="527924"/>
                      <a:pt x="39719" y="527352"/>
                    </a:cubicBezTo>
                    <a:lnTo>
                      <a:pt x="40005" y="526209"/>
                    </a:lnTo>
                    <a:lnTo>
                      <a:pt x="37290" y="525352"/>
                    </a:lnTo>
                    <a:cubicBezTo>
                      <a:pt x="37100" y="525161"/>
                      <a:pt x="36933" y="524876"/>
                      <a:pt x="36790" y="524495"/>
                    </a:cubicBezTo>
                    <a:cubicBezTo>
                      <a:pt x="36648" y="524114"/>
                      <a:pt x="36481" y="523828"/>
                      <a:pt x="36290" y="523637"/>
                    </a:cubicBezTo>
                    <a:cubicBezTo>
                      <a:pt x="36100" y="523447"/>
                      <a:pt x="35814" y="523447"/>
                      <a:pt x="35433" y="523637"/>
                    </a:cubicBezTo>
                    <a:cubicBezTo>
                      <a:pt x="34862" y="523447"/>
                      <a:pt x="34362" y="523232"/>
                      <a:pt x="33933" y="522994"/>
                    </a:cubicBezTo>
                    <a:cubicBezTo>
                      <a:pt x="33504" y="522756"/>
                      <a:pt x="33147" y="522542"/>
                      <a:pt x="32861" y="522351"/>
                    </a:cubicBezTo>
                    <a:cubicBezTo>
                      <a:pt x="32671" y="522066"/>
                      <a:pt x="32338" y="521637"/>
                      <a:pt x="31861" y="521066"/>
                    </a:cubicBezTo>
                    <a:cubicBezTo>
                      <a:pt x="31385" y="520494"/>
                      <a:pt x="31099" y="519994"/>
                      <a:pt x="31004" y="519565"/>
                    </a:cubicBezTo>
                    <a:cubicBezTo>
                      <a:pt x="30909" y="519137"/>
                      <a:pt x="31147" y="518875"/>
                      <a:pt x="31718" y="518780"/>
                    </a:cubicBezTo>
                    <a:lnTo>
                      <a:pt x="29575" y="517208"/>
                    </a:lnTo>
                    <a:cubicBezTo>
                      <a:pt x="28908" y="516636"/>
                      <a:pt x="28385" y="515922"/>
                      <a:pt x="28004" y="515065"/>
                    </a:cubicBezTo>
                    <a:cubicBezTo>
                      <a:pt x="27623" y="514208"/>
                      <a:pt x="27242" y="513493"/>
                      <a:pt x="26861" y="512922"/>
                    </a:cubicBezTo>
                    <a:cubicBezTo>
                      <a:pt x="27242" y="512350"/>
                      <a:pt x="27408" y="511755"/>
                      <a:pt x="27361" y="511136"/>
                    </a:cubicBezTo>
                    <a:cubicBezTo>
                      <a:pt x="27313" y="510517"/>
                      <a:pt x="27289" y="510064"/>
                      <a:pt x="27289" y="509778"/>
                    </a:cubicBezTo>
                    <a:lnTo>
                      <a:pt x="29004" y="510779"/>
                    </a:lnTo>
                    <a:cubicBezTo>
                      <a:pt x="29480" y="511160"/>
                      <a:pt x="30242" y="511803"/>
                      <a:pt x="31290" y="512707"/>
                    </a:cubicBezTo>
                    <a:cubicBezTo>
                      <a:pt x="32338" y="513612"/>
                      <a:pt x="33290" y="514350"/>
                      <a:pt x="34147" y="514922"/>
                    </a:cubicBezTo>
                    <a:cubicBezTo>
                      <a:pt x="34909" y="515303"/>
                      <a:pt x="35814" y="515517"/>
                      <a:pt x="36862" y="515565"/>
                    </a:cubicBezTo>
                    <a:cubicBezTo>
                      <a:pt x="37910" y="515612"/>
                      <a:pt x="38624" y="515636"/>
                      <a:pt x="39005" y="515636"/>
                    </a:cubicBezTo>
                    <a:cubicBezTo>
                      <a:pt x="39862" y="515541"/>
                      <a:pt x="40672" y="515279"/>
                      <a:pt x="41434" y="514850"/>
                    </a:cubicBezTo>
                    <a:cubicBezTo>
                      <a:pt x="42196" y="514422"/>
                      <a:pt x="42958" y="513898"/>
                      <a:pt x="43720" y="513279"/>
                    </a:cubicBezTo>
                    <a:cubicBezTo>
                      <a:pt x="44482" y="512660"/>
                      <a:pt x="45149" y="512160"/>
                      <a:pt x="45720" y="511779"/>
                    </a:cubicBezTo>
                    <a:lnTo>
                      <a:pt x="45292" y="506921"/>
                    </a:lnTo>
                    <a:cubicBezTo>
                      <a:pt x="45196" y="505587"/>
                      <a:pt x="45149" y="503635"/>
                      <a:pt x="45149" y="501063"/>
                    </a:cubicBezTo>
                    <a:cubicBezTo>
                      <a:pt x="45149" y="495824"/>
                      <a:pt x="45625" y="491300"/>
                      <a:pt x="46577" y="487490"/>
                    </a:cubicBezTo>
                    <a:lnTo>
                      <a:pt x="44863" y="487347"/>
                    </a:lnTo>
                    <a:cubicBezTo>
                      <a:pt x="44291" y="487347"/>
                      <a:pt x="43529" y="487442"/>
                      <a:pt x="42577" y="487633"/>
                    </a:cubicBezTo>
                    <a:cubicBezTo>
                      <a:pt x="42482" y="487538"/>
                      <a:pt x="42220" y="487323"/>
                      <a:pt x="41791" y="486990"/>
                    </a:cubicBezTo>
                    <a:cubicBezTo>
                      <a:pt x="41362" y="486656"/>
                      <a:pt x="40910" y="486537"/>
                      <a:pt x="40434" y="486633"/>
                    </a:cubicBezTo>
                    <a:cubicBezTo>
                      <a:pt x="39862" y="486633"/>
                      <a:pt x="39362" y="486871"/>
                      <a:pt x="38934" y="487347"/>
                    </a:cubicBezTo>
                    <a:cubicBezTo>
                      <a:pt x="38505" y="487823"/>
                      <a:pt x="38243" y="488109"/>
                      <a:pt x="38148" y="488204"/>
                    </a:cubicBezTo>
                    <a:cubicBezTo>
                      <a:pt x="37672" y="488966"/>
                      <a:pt x="36862" y="490395"/>
                      <a:pt x="35719" y="492491"/>
                    </a:cubicBezTo>
                    <a:cubicBezTo>
                      <a:pt x="34576" y="494586"/>
                      <a:pt x="33433" y="496443"/>
                      <a:pt x="32290" y="498063"/>
                    </a:cubicBezTo>
                    <a:cubicBezTo>
                      <a:pt x="31433" y="498825"/>
                      <a:pt x="30647" y="499896"/>
                      <a:pt x="29932" y="501277"/>
                    </a:cubicBezTo>
                    <a:cubicBezTo>
                      <a:pt x="29218" y="502658"/>
                      <a:pt x="28623" y="503730"/>
                      <a:pt x="28146" y="504492"/>
                    </a:cubicBezTo>
                    <a:lnTo>
                      <a:pt x="25860" y="508921"/>
                    </a:lnTo>
                    <a:cubicBezTo>
                      <a:pt x="23003" y="514636"/>
                      <a:pt x="21336" y="518065"/>
                      <a:pt x="20860" y="519208"/>
                    </a:cubicBezTo>
                    <a:lnTo>
                      <a:pt x="22717" y="519065"/>
                    </a:lnTo>
                    <a:cubicBezTo>
                      <a:pt x="22527" y="519732"/>
                      <a:pt x="22217" y="520518"/>
                      <a:pt x="21789" y="521423"/>
                    </a:cubicBezTo>
                    <a:cubicBezTo>
                      <a:pt x="21360" y="522328"/>
                      <a:pt x="21003" y="523161"/>
                      <a:pt x="20717" y="523923"/>
                    </a:cubicBezTo>
                    <a:cubicBezTo>
                      <a:pt x="20812" y="524304"/>
                      <a:pt x="20860" y="524828"/>
                      <a:pt x="20860" y="525495"/>
                    </a:cubicBezTo>
                    <a:cubicBezTo>
                      <a:pt x="20860" y="526828"/>
                      <a:pt x="20550" y="528066"/>
                      <a:pt x="19931" y="529209"/>
                    </a:cubicBezTo>
                    <a:cubicBezTo>
                      <a:pt x="19312" y="530352"/>
                      <a:pt x="18431" y="531257"/>
                      <a:pt x="17288" y="531924"/>
                    </a:cubicBezTo>
                    <a:cubicBezTo>
                      <a:pt x="16716" y="532115"/>
                      <a:pt x="16288" y="532210"/>
                      <a:pt x="16002" y="532210"/>
                    </a:cubicBezTo>
                    <a:cubicBezTo>
                      <a:pt x="15145" y="532210"/>
                      <a:pt x="14764" y="531734"/>
                      <a:pt x="14859" y="530781"/>
                    </a:cubicBezTo>
                    <a:cubicBezTo>
                      <a:pt x="14669" y="530686"/>
                      <a:pt x="14573" y="530495"/>
                      <a:pt x="14573" y="530210"/>
                    </a:cubicBezTo>
                    <a:cubicBezTo>
                      <a:pt x="14573" y="530019"/>
                      <a:pt x="14669" y="529757"/>
                      <a:pt x="14859" y="529424"/>
                    </a:cubicBezTo>
                    <a:cubicBezTo>
                      <a:pt x="15050" y="529090"/>
                      <a:pt x="14907" y="528828"/>
                      <a:pt x="14430" y="528638"/>
                    </a:cubicBezTo>
                    <a:cubicBezTo>
                      <a:pt x="13192" y="528638"/>
                      <a:pt x="12335" y="528876"/>
                      <a:pt x="11859" y="529352"/>
                    </a:cubicBezTo>
                    <a:cubicBezTo>
                      <a:pt x="11764" y="529638"/>
                      <a:pt x="11621" y="529829"/>
                      <a:pt x="11430" y="529924"/>
                    </a:cubicBezTo>
                    <a:cubicBezTo>
                      <a:pt x="11335" y="529924"/>
                      <a:pt x="11144" y="529614"/>
                      <a:pt x="10859" y="528995"/>
                    </a:cubicBezTo>
                    <a:cubicBezTo>
                      <a:pt x="10573" y="528376"/>
                      <a:pt x="10144" y="528257"/>
                      <a:pt x="9573" y="528638"/>
                    </a:cubicBezTo>
                    <a:cubicBezTo>
                      <a:pt x="9382" y="528162"/>
                      <a:pt x="8835" y="527543"/>
                      <a:pt x="7930" y="526781"/>
                    </a:cubicBezTo>
                    <a:cubicBezTo>
                      <a:pt x="7025" y="526019"/>
                      <a:pt x="6430" y="525423"/>
                      <a:pt x="6144" y="524995"/>
                    </a:cubicBezTo>
                    <a:cubicBezTo>
                      <a:pt x="5858" y="524566"/>
                      <a:pt x="6096" y="524209"/>
                      <a:pt x="6858" y="523923"/>
                    </a:cubicBezTo>
                    <a:cubicBezTo>
                      <a:pt x="6572" y="523542"/>
                      <a:pt x="6310" y="523137"/>
                      <a:pt x="6072" y="522709"/>
                    </a:cubicBezTo>
                    <a:cubicBezTo>
                      <a:pt x="5834" y="522280"/>
                      <a:pt x="5858" y="521875"/>
                      <a:pt x="6144" y="521494"/>
                    </a:cubicBezTo>
                    <a:cubicBezTo>
                      <a:pt x="5668" y="521208"/>
                      <a:pt x="5215" y="520685"/>
                      <a:pt x="4786" y="519923"/>
                    </a:cubicBezTo>
                    <a:cubicBezTo>
                      <a:pt x="4358" y="519161"/>
                      <a:pt x="3953" y="518541"/>
                      <a:pt x="3572" y="518065"/>
                    </a:cubicBezTo>
                    <a:cubicBezTo>
                      <a:pt x="3286" y="517494"/>
                      <a:pt x="3048" y="516636"/>
                      <a:pt x="2858" y="515493"/>
                    </a:cubicBezTo>
                    <a:cubicBezTo>
                      <a:pt x="2667" y="515208"/>
                      <a:pt x="2143" y="514469"/>
                      <a:pt x="1286" y="513279"/>
                    </a:cubicBezTo>
                    <a:cubicBezTo>
                      <a:pt x="429" y="512088"/>
                      <a:pt x="0" y="511207"/>
                      <a:pt x="0" y="510636"/>
                    </a:cubicBezTo>
                    <a:cubicBezTo>
                      <a:pt x="0" y="510064"/>
                      <a:pt x="429" y="509921"/>
                      <a:pt x="1286" y="510207"/>
                    </a:cubicBezTo>
                    <a:cubicBezTo>
                      <a:pt x="1667" y="510302"/>
                      <a:pt x="2167" y="510588"/>
                      <a:pt x="2786" y="511064"/>
                    </a:cubicBezTo>
                    <a:cubicBezTo>
                      <a:pt x="3405" y="511541"/>
                      <a:pt x="3905" y="511826"/>
                      <a:pt x="4286" y="511922"/>
                    </a:cubicBezTo>
                    <a:cubicBezTo>
                      <a:pt x="3810" y="511636"/>
                      <a:pt x="3453" y="511207"/>
                      <a:pt x="3215" y="510636"/>
                    </a:cubicBezTo>
                    <a:cubicBezTo>
                      <a:pt x="2977" y="510064"/>
                      <a:pt x="2810" y="509683"/>
                      <a:pt x="2715" y="509493"/>
                    </a:cubicBezTo>
                    <a:cubicBezTo>
                      <a:pt x="1572" y="508540"/>
                      <a:pt x="857" y="507873"/>
                      <a:pt x="572" y="507492"/>
                    </a:cubicBezTo>
                    <a:lnTo>
                      <a:pt x="857" y="507350"/>
                    </a:lnTo>
                    <a:cubicBezTo>
                      <a:pt x="1048" y="507350"/>
                      <a:pt x="1286" y="507445"/>
                      <a:pt x="1572" y="507635"/>
                    </a:cubicBezTo>
                    <a:cubicBezTo>
                      <a:pt x="1857" y="507826"/>
                      <a:pt x="2096" y="507873"/>
                      <a:pt x="2286" y="507778"/>
                    </a:cubicBezTo>
                    <a:cubicBezTo>
                      <a:pt x="2572" y="507873"/>
                      <a:pt x="2905" y="508088"/>
                      <a:pt x="3286" y="508421"/>
                    </a:cubicBezTo>
                    <a:cubicBezTo>
                      <a:pt x="3667" y="508754"/>
                      <a:pt x="3953" y="509016"/>
                      <a:pt x="4144" y="509207"/>
                    </a:cubicBezTo>
                    <a:cubicBezTo>
                      <a:pt x="4906" y="509683"/>
                      <a:pt x="5929" y="510398"/>
                      <a:pt x="7215" y="511350"/>
                    </a:cubicBezTo>
                    <a:cubicBezTo>
                      <a:pt x="8501" y="512303"/>
                      <a:pt x="9763" y="512874"/>
                      <a:pt x="11002" y="513065"/>
                    </a:cubicBezTo>
                    <a:lnTo>
                      <a:pt x="23146" y="492633"/>
                    </a:lnTo>
                    <a:lnTo>
                      <a:pt x="25432" y="487776"/>
                    </a:lnTo>
                    <a:cubicBezTo>
                      <a:pt x="27623" y="483489"/>
                      <a:pt x="29242" y="479822"/>
                      <a:pt x="30290" y="476774"/>
                    </a:cubicBezTo>
                    <a:cubicBezTo>
                      <a:pt x="30385" y="476393"/>
                      <a:pt x="30480" y="475822"/>
                      <a:pt x="30575" y="475060"/>
                    </a:cubicBezTo>
                    <a:cubicBezTo>
                      <a:pt x="30671" y="474298"/>
                      <a:pt x="30790" y="473750"/>
                      <a:pt x="30933" y="473417"/>
                    </a:cubicBezTo>
                    <a:cubicBezTo>
                      <a:pt x="31075" y="473083"/>
                      <a:pt x="31290" y="473155"/>
                      <a:pt x="31576" y="473631"/>
                    </a:cubicBezTo>
                    <a:lnTo>
                      <a:pt x="31004" y="477060"/>
                    </a:lnTo>
                    <a:lnTo>
                      <a:pt x="32290" y="474488"/>
                    </a:lnTo>
                    <a:cubicBezTo>
                      <a:pt x="32480" y="473536"/>
                      <a:pt x="32576" y="472821"/>
                      <a:pt x="32576" y="472345"/>
                    </a:cubicBezTo>
                    <a:cubicBezTo>
                      <a:pt x="32576" y="471774"/>
                      <a:pt x="32433" y="471297"/>
                      <a:pt x="32147" y="470916"/>
                    </a:cubicBezTo>
                    <a:cubicBezTo>
                      <a:pt x="31576" y="471012"/>
                      <a:pt x="30814" y="471155"/>
                      <a:pt x="29861" y="471345"/>
                    </a:cubicBezTo>
                    <a:cubicBezTo>
                      <a:pt x="28908" y="471536"/>
                      <a:pt x="28051" y="471583"/>
                      <a:pt x="27289" y="471488"/>
                    </a:cubicBezTo>
                    <a:cubicBezTo>
                      <a:pt x="26051" y="471107"/>
                      <a:pt x="24670" y="470821"/>
                      <a:pt x="23146" y="470631"/>
                    </a:cubicBezTo>
                    <a:cubicBezTo>
                      <a:pt x="21336" y="470345"/>
                      <a:pt x="19979" y="470059"/>
                      <a:pt x="19074" y="469773"/>
                    </a:cubicBezTo>
                    <a:cubicBezTo>
                      <a:pt x="18169" y="469488"/>
                      <a:pt x="17288" y="468916"/>
                      <a:pt x="16431" y="468059"/>
                    </a:cubicBezTo>
                    <a:cubicBezTo>
                      <a:pt x="15288" y="466725"/>
                      <a:pt x="14526" y="465487"/>
                      <a:pt x="14145" y="464344"/>
                    </a:cubicBezTo>
                    <a:cubicBezTo>
                      <a:pt x="13859" y="464154"/>
                      <a:pt x="13478" y="463963"/>
                      <a:pt x="13002" y="463773"/>
                    </a:cubicBezTo>
                    <a:cubicBezTo>
                      <a:pt x="12526" y="463582"/>
                      <a:pt x="12192" y="463392"/>
                      <a:pt x="12002" y="463201"/>
                    </a:cubicBezTo>
                    <a:cubicBezTo>
                      <a:pt x="12097" y="462534"/>
                      <a:pt x="11787" y="461772"/>
                      <a:pt x="11073" y="460915"/>
                    </a:cubicBezTo>
                    <a:cubicBezTo>
                      <a:pt x="10359" y="460058"/>
                      <a:pt x="10001" y="459344"/>
                      <a:pt x="10001" y="458772"/>
                    </a:cubicBezTo>
                    <a:cubicBezTo>
                      <a:pt x="11430" y="456486"/>
                      <a:pt x="12478" y="455343"/>
                      <a:pt x="13145" y="455343"/>
                    </a:cubicBezTo>
                    <a:cubicBezTo>
                      <a:pt x="13430" y="455343"/>
                      <a:pt x="13621" y="455676"/>
                      <a:pt x="13716" y="456343"/>
                    </a:cubicBezTo>
                    <a:cubicBezTo>
                      <a:pt x="14383" y="456057"/>
                      <a:pt x="14788" y="455510"/>
                      <a:pt x="14931" y="454700"/>
                    </a:cubicBezTo>
                    <a:cubicBezTo>
                      <a:pt x="15073" y="453890"/>
                      <a:pt x="15216" y="453367"/>
                      <a:pt x="15359" y="453128"/>
                    </a:cubicBezTo>
                    <a:cubicBezTo>
                      <a:pt x="15502" y="452890"/>
                      <a:pt x="15859" y="453057"/>
                      <a:pt x="16431" y="453629"/>
                    </a:cubicBezTo>
                    <a:cubicBezTo>
                      <a:pt x="17383" y="453724"/>
                      <a:pt x="18550" y="454033"/>
                      <a:pt x="19931" y="454557"/>
                    </a:cubicBezTo>
                    <a:cubicBezTo>
                      <a:pt x="21312" y="455081"/>
                      <a:pt x="22384" y="455486"/>
                      <a:pt x="23146" y="455772"/>
                    </a:cubicBezTo>
                    <a:cubicBezTo>
                      <a:pt x="23813" y="456057"/>
                      <a:pt x="24527" y="456486"/>
                      <a:pt x="25289" y="457058"/>
                    </a:cubicBezTo>
                    <a:cubicBezTo>
                      <a:pt x="26051" y="457629"/>
                      <a:pt x="26622" y="458058"/>
                      <a:pt x="27004" y="458343"/>
                    </a:cubicBezTo>
                    <a:cubicBezTo>
                      <a:pt x="27480" y="458439"/>
                      <a:pt x="28123" y="458558"/>
                      <a:pt x="28932" y="458701"/>
                    </a:cubicBezTo>
                    <a:cubicBezTo>
                      <a:pt x="29742" y="458844"/>
                      <a:pt x="30385" y="458915"/>
                      <a:pt x="30861" y="458915"/>
                    </a:cubicBezTo>
                    <a:cubicBezTo>
                      <a:pt x="31718" y="458820"/>
                      <a:pt x="32647" y="458629"/>
                      <a:pt x="33647" y="458343"/>
                    </a:cubicBezTo>
                    <a:cubicBezTo>
                      <a:pt x="34647" y="458058"/>
                      <a:pt x="35338" y="457867"/>
                      <a:pt x="35719" y="457772"/>
                    </a:cubicBezTo>
                    <a:lnTo>
                      <a:pt x="38719" y="456629"/>
                    </a:lnTo>
                    <a:cubicBezTo>
                      <a:pt x="39767" y="456248"/>
                      <a:pt x="41029" y="455796"/>
                      <a:pt x="42505" y="455272"/>
                    </a:cubicBezTo>
                    <a:cubicBezTo>
                      <a:pt x="43982" y="454748"/>
                      <a:pt x="45720" y="454200"/>
                      <a:pt x="47720" y="453629"/>
                    </a:cubicBezTo>
                    <a:cubicBezTo>
                      <a:pt x="50864" y="452105"/>
                      <a:pt x="53626" y="451438"/>
                      <a:pt x="56007" y="451628"/>
                    </a:cubicBezTo>
                    <a:cubicBezTo>
                      <a:pt x="56674" y="451343"/>
                      <a:pt x="57412" y="450914"/>
                      <a:pt x="58222" y="450342"/>
                    </a:cubicBezTo>
                    <a:cubicBezTo>
                      <a:pt x="59031" y="449771"/>
                      <a:pt x="59746" y="449366"/>
                      <a:pt x="60365" y="449128"/>
                    </a:cubicBezTo>
                    <a:cubicBezTo>
                      <a:pt x="60984" y="448890"/>
                      <a:pt x="61674" y="448866"/>
                      <a:pt x="62436" y="449057"/>
                    </a:cubicBezTo>
                    <a:close/>
                    <a:moveTo>
                      <a:pt x="32290" y="430340"/>
                    </a:moveTo>
                    <a:lnTo>
                      <a:pt x="32719" y="430626"/>
                    </a:lnTo>
                    <a:lnTo>
                      <a:pt x="34147" y="431054"/>
                    </a:lnTo>
                    <a:cubicBezTo>
                      <a:pt x="34719" y="431150"/>
                      <a:pt x="35719" y="431269"/>
                      <a:pt x="37148" y="431411"/>
                    </a:cubicBezTo>
                    <a:cubicBezTo>
                      <a:pt x="38576" y="431554"/>
                      <a:pt x="39815" y="431769"/>
                      <a:pt x="40862" y="432054"/>
                    </a:cubicBezTo>
                    <a:cubicBezTo>
                      <a:pt x="42863" y="433007"/>
                      <a:pt x="44672" y="434007"/>
                      <a:pt x="46292" y="435055"/>
                    </a:cubicBezTo>
                    <a:cubicBezTo>
                      <a:pt x="47911" y="436388"/>
                      <a:pt x="49197" y="437769"/>
                      <a:pt x="50149" y="439198"/>
                    </a:cubicBezTo>
                    <a:cubicBezTo>
                      <a:pt x="50816" y="440532"/>
                      <a:pt x="51054" y="442389"/>
                      <a:pt x="50864" y="444770"/>
                    </a:cubicBezTo>
                    <a:cubicBezTo>
                      <a:pt x="50768" y="445151"/>
                      <a:pt x="50578" y="445675"/>
                      <a:pt x="50292" y="446342"/>
                    </a:cubicBezTo>
                    <a:cubicBezTo>
                      <a:pt x="50006" y="447009"/>
                      <a:pt x="49911" y="447580"/>
                      <a:pt x="50006" y="448056"/>
                    </a:cubicBezTo>
                    <a:cubicBezTo>
                      <a:pt x="49625" y="448247"/>
                      <a:pt x="49221" y="448676"/>
                      <a:pt x="48792" y="449342"/>
                    </a:cubicBezTo>
                    <a:cubicBezTo>
                      <a:pt x="48363" y="450009"/>
                      <a:pt x="47911" y="450438"/>
                      <a:pt x="47435" y="450628"/>
                    </a:cubicBezTo>
                    <a:lnTo>
                      <a:pt x="44863" y="450771"/>
                    </a:lnTo>
                    <a:cubicBezTo>
                      <a:pt x="41243" y="450771"/>
                      <a:pt x="38148" y="450057"/>
                      <a:pt x="35576" y="448628"/>
                    </a:cubicBezTo>
                    <a:cubicBezTo>
                      <a:pt x="34242" y="447771"/>
                      <a:pt x="32861" y="446818"/>
                      <a:pt x="31433" y="445770"/>
                    </a:cubicBezTo>
                    <a:cubicBezTo>
                      <a:pt x="30766" y="445104"/>
                      <a:pt x="30242" y="444437"/>
                      <a:pt x="29861" y="443770"/>
                    </a:cubicBezTo>
                    <a:cubicBezTo>
                      <a:pt x="29861" y="443675"/>
                      <a:pt x="29766" y="443318"/>
                      <a:pt x="29575" y="442699"/>
                    </a:cubicBezTo>
                    <a:cubicBezTo>
                      <a:pt x="29385" y="442080"/>
                      <a:pt x="29004" y="441627"/>
                      <a:pt x="28432" y="441341"/>
                    </a:cubicBezTo>
                    <a:cubicBezTo>
                      <a:pt x="28051" y="440770"/>
                      <a:pt x="27599" y="440198"/>
                      <a:pt x="27075" y="439627"/>
                    </a:cubicBezTo>
                    <a:cubicBezTo>
                      <a:pt x="26551" y="439055"/>
                      <a:pt x="26146" y="438508"/>
                      <a:pt x="25860" y="437984"/>
                    </a:cubicBezTo>
                    <a:cubicBezTo>
                      <a:pt x="25575" y="437460"/>
                      <a:pt x="25527" y="436865"/>
                      <a:pt x="25718" y="436198"/>
                    </a:cubicBezTo>
                    <a:lnTo>
                      <a:pt x="29718" y="433055"/>
                    </a:lnTo>
                    <a:cubicBezTo>
                      <a:pt x="29909" y="432769"/>
                      <a:pt x="30123" y="432364"/>
                      <a:pt x="30361" y="431840"/>
                    </a:cubicBezTo>
                    <a:cubicBezTo>
                      <a:pt x="30599" y="431316"/>
                      <a:pt x="30861" y="430935"/>
                      <a:pt x="31147" y="430697"/>
                    </a:cubicBezTo>
                    <a:cubicBezTo>
                      <a:pt x="31433" y="430459"/>
                      <a:pt x="31814" y="430340"/>
                      <a:pt x="32290" y="430340"/>
                    </a:cubicBezTo>
                    <a:close/>
                    <a:moveTo>
                      <a:pt x="90869" y="427768"/>
                    </a:moveTo>
                    <a:lnTo>
                      <a:pt x="91012" y="428197"/>
                    </a:lnTo>
                    <a:cubicBezTo>
                      <a:pt x="91202" y="428768"/>
                      <a:pt x="91535" y="429125"/>
                      <a:pt x="92012" y="429268"/>
                    </a:cubicBezTo>
                    <a:cubicBezTo>
                      <a:pt x="92488" y="429411"/>
                      <a:pt x="92869" y="429578"/>
                      <a:pt x="93155" y="429768"/>
                    </a:cubicBezTo>
                    <a:cubicBezTo>
                      <a:pt x="94012" y="430530"/>
                      <a:pt x="95202" y="431769"/>
                      <a:pt x="96726" y="433483"/>
                    </a:cubicBezTo>
                    <a:cubicBezTo>
                      <a:pt x="97203" y="433674"/>
                      <a:pt x="97560" y="434007"/>
                      <a:pt x="97798" y="434483"/>
                    </a:cubicBezTo>
                    <a:cubicBezTo>
                      <a:pt x="98036" y="434960"/>
                      <a:pt x="98227" y="435531"/>
                      <a:pt x="98370" y="436198"/>
                    </a:cubicBezTo>
                    <a:cubicBezTo>
                      <a:pt x="98512" y="436865"/>
                      <a:pt x="98679" y="437484"/>
                      <a:pt x="98870" y="438055"/>
                    </a:cubicBezTo>
                    <a:lnTo>
                      <a:pt x="98727" y="441056"/>
                    </a:lnTo>
                    <a:cubicBezTo>
                      <a:pt x="98727" y="441532"/>
                      <a:pt x="98822" y="442246"/>
                      <a:pt x="99012" y="443199"/>
                    </a:cubicBezTo>
                    <a:cubicBezTo>
                      <a:pt x="99584" y="443675"/>
                      <a:pt x="100394" y="443913"/>
                      <a:pt x="101441" y="443913"/>
                    </a:cubicBezTo>
                    <a:cubicBezTo>
                      <a:pt x="102584" y="443627"/>
                      <a:pt x="104299" y="443294"/>
                      <a:pt x="106585" y="442913"/>
                    </a:cubicBezTo>
                    <a:cubicBezTo>
                      <a:pt x="107918" y="442913"/>
                      <a:pt x="108918" y="443008"/>
                      <a:pt x="109585" y="443199"/>
                    </a:cubicBezTo>
                    <a:cubicBezTo>
                      <a:pt x="110062" y="444246"/>
                      <a:pt x="110966" y="444913"/>
                      <a:pt x="112300" y="445199"/>
                    </a:cubicBezTo>
                    <a:cubicBezTo>
                      <a:pt x="116396" y="445580"/>
                      <a:pt x="119301" y="446961"/>
                      <a:pt x="121015" y="449342"/>
                    </a:cubicBezTo>
                    <a:cubicBezTo>
                      <a:pt x="121110" y="449723"/>
                      <a:pt x="121325" y="450366"/>
                      <a:pt x="121658" y="451271"/>
                    </a:cubicBezTo>
                    <a:cubicBezTo>
                      <a:pt x="121992" y="452176"/>
                      <a:pt x="122158" y="452962"/>
                      <a:pt x="122158" y="453629"/>
                    </a:cubicBezTo>
                    <a:cubicBezTo>
                      <a:pt x="122158" y="454581"/>
                      <a:pt x="121825" y="455438"/>
                      <a:pt x="121158" y="456200"/>
                    </a:cubicBezTo>
                    <a:cubicBezTo>
                      <a:pt x="120491" y="456962"/>
                      <a:pt x="119586" y="457820"/>
                      <a:pt x="118444" y="458772"/>
                    </a:cubicBezTo>
                    <a:cubicBezTo>
                      <a:pt x="117586" y="459153"/>
                      <a:pt x="115681" y="459772"/>
                      <a:pt x="112728" y="460629"/>
                    </a:cubicBezTo>
                    <a:cubicBezTo>
                      <a:pt x="111966" y="460725"/>
                      <a:pt x="111062" y="460963"/>
                      <a:pt x="110014" y="461344"/>
                    </a:cubicBezTo>
                    <a:cubicBezTo>
                      <a:pt x="108490" y="461534"/>
                      <a:pt x="107394" y="461630"/>
                      <a:pt x="106728" y="461630"/>
                    </a:cubicBezTo>
                    <a:lnTo>
                      <a:pt x="102299" y="461487"/>
                    </a:lnTo>
                    <a:lnTo>
                      <a:pt x="99012" y="460772"/>
                    </a:lnTo>
                    <a:cubicBezTo>
                      <a:pt x="95488" y="460201"/>
                      <a:pt x="92964" y="459486"/>
                      <a:pt x="91440" y="458629"/>
                    </a:cubicBezTo>
                    <a:cubicBezTo>
                      <a:pt x="90297" y="457772"/>
                      <a:pt x="89535" y="457296"/>
                      <a:pt x="89154" y="457200"/>
                    </a:cubicBezTo>
                    <a:cubicBezTo>
                      <a:pt x="88583" y="457867"/>
                      <a:pt x="87773" y="458915"/>
                      <a:pt x="86725" y="460344"/>
                    </a:cubicBezTo>
                    <a:cubicBezTo>
                      <a:pt x="85678" y="461772"/>
                      <a:pt x="84582" y="462868"/>
                      <a:pt x="83439" y="463630"/>
                    </a:cubicBezTo>
                    <a:cubicBezTo>
                      <a:pt x="83344" y="463820"/>
                      <a:pt x="83106" y="464177"/>
                      <a:pt x="82725" y="464701"/>
                    </a:cubicBezTo>
                    <a:cubicBezTo>
                      <a:pt x="82344" y="465225"/>
                      <a:pt x="82106" y="465773"/>
                      <a:pt x="82010" y="466344"/>
                    </a:cubicBezTo>
                    <a:lnTo>
                      <a:pt x="85011" y="469488"/>
                    </a:lnTo>
                    <a:cubicBezTo>
                      <a:pt x="86058" y="471012"/>
                      <a:pt x="87202" y="472440"/>
                      <a:pt x="88440" y="473774"/>
                    </a:cubicBezTo>
                    <a:cubicBezTo>
                      <a:pt x="88725" y="473964"/>
                      <a:pt x="89154" y="474417"/>
                      <a:pt x="89726" y="475131"/>
                    </a:cubicBezTo>
                    <a:cubicBezTo>
                      <a:pt x="90297" y="475846"/>
                      <a:pt x="90869" y="476203"/>
                      <a:pt x="91440" y="476203"/>
                    </a:cubicBezTo>
                    <a:lnTo>
                      <a:pt x="90869" y="474345"/>
                    </a:lnTo>
                    <a:lnTo>
                      <a:pt x="90869" y="474060"/>
                    </a:lnTo>
                    <a:cubicBezTo>
                      <a:pt x="90869" y="473679"/>
                      <a:pt x="91059" y="473464"/>
                      <a:pt x="91440" y="473417"/>
                    </a:cubicBezTo>
                    <a:cubicBezTo>
                      <a:pt x="91821" y="473369"/>
                      <a:pt x="92059" y="473321"/>
                      <a:pt x="92154" y="473274"/>
                    </a:cubicBezTo>
                    <a:cubicBezTo>
                      <a:pt x="92250" y="473226"/>
                      <a:pt x="92154" y="473012"/>
                      <a:pt x="91869" y="472631"/>
                    </a:cubicBezTo>
                    <a:cubicBezTo>
                      <a:pt x="96250" y="472155"/>
                      <a:pt x="99965" y="471488"/>
                      <a:pt x="103013" y="470631"/>
                    </a:cubicBezTo>
                    <a:cubicBezTo>
                      <a:pt x="104156" y="470250"/>
                      <a:pt x="105537" y="469631"/>
                      <a:pt x="107156" y="468773"/>
                    </a:cubicBezTo>
                    <a:cubicBezTo>
                      <a:pt x="109157" y="467630"/>
                      <a:pt x="111014" y="466916"/>
                      <a:pt x="112728" y="466630"/>
                    </a:cubicBezTo>
                    <a:cubicBezTo>
                      <a:pt x="113871" y="467106"/>
                      <a:pt x="114586" y="467487"/>
                      <a:pt x="114872" y="467773"/>
                    </a:cubicBezTo>
                    <a:cubicBezTo>
                      <a:pt x="115253" y="468249"/>
                      <a:pt x="115657" y="468845"/>
                      <a:pt x="116086" y="469559"/>
                    </a:cubicBezTo>
                    <a:cubicBezTo>
                      <a:pt x="116515" y="470273"/>
                      <a:pt x="116919" y="470797"/>
                      <a:pt x="117300" y="471131"/>
                    </a:cubicBezTo>
                    <a:cubicBezTo>
                      <a:pt x="117682" y="471464"/>
                      <a:pt x="118158" y="471631"/>
                      <a:pt x="118729" y="471631"/>
                    </a:cubicBezTo>
                    <a:cubicBezTo>
                      <a:pt x="119872" y="471059"/>
                      <a:pt x="120777" y="470774"/>
                      <a:pt x="121444" y="470774"/>
                    </a:cubicBezTo>
                    <a:cubicBezTo>
                      <a:pt x="122492" y="470774"/>
                      <a:pt x="122825" y="471345"/>
                      <a:pt x="122444" y="472488"/>
                    </a:cubicBezTo>
                    <a:cubicBezTo>
                      <a:pt x="122063" y="472774"/>
                      <a:pt x="121872" y="472964"/>
                      <a:pt x="121872" y="473060"/>
                    </a:cubicBezTo>
                    <a:cubicBezTo>
                      <a:pt x="121872" y="473155"/>
                      <a:pt x="122087" y="473345"/>
                      <a:pt x="122515" y="473631"/>
                    </a:cubicBezTo>
                    <a:cubicBezTo>
                      <a:pt x="122944" y="473917"/>
                      <a:pt x="123015" y="474345"/>
                      <a:pt x="122730" y="474917"/>
                    </a:cubicBezTo>
                    <a:cubicBezTo>
                      <a:pt x="122444" y="475393"/>
                      <a:pt x="122063" y="475893"/>
                      <a:pt x="121587" y="476417"/>
                    </a:cubicBezTo>
                    <a:cubicBezTo>
                      <a:pt x="121110" y="476941"/>
                      <a:pt x="120825" y="477632"/>
                      <a:pt x="120730" y="478489"/>
                    </a:cubicBezTo>
                    <a:cubicBezTo>
                      <a:pt x="120348" y="478870"/>
                      <a:pt x="119872" y="479179"/>
                      <a:pt x="119301" y="479418"/>
                    </a:cubicBezTo>
                    <a:cubicBezTo>
                      <a:pt x="118729" y="479656"/>
                      <a:pt x="118348" y="479822"/>
                      <a:pt x="118158" y="479918"/>
                    </a:cubicBezTo>
                    <a:cubicBezTo>
                      <a:pt x="117396" y="480013"/>
                      <a:pt x="116348" y="480441"/>
                      <a:pt x="115014" y="481203"/>
                    </a:cubicBezTo>
                    <a:cubicBezTo>
                      <a:pt x="113490" y="481870"/>
                      <a:pt x="111728" y="482442"/>
                      <a:pt x="109728" y="482918"/>
                    </a:cubicBezTo>
                    <a:cubicBezTo>
                      <a:pt x="107728" y="483394"/>
                      <a:pt x="106252" y="483728"/>
                      <a:pt x="105299" y="483918"/>
                    </a:cubicBezTo>
                    <a:cubicBezTo>
                      <a:pt x="104823" y="483918"/>
                      <a:pt x="104204" y="483990"/>
                      <a:pt x="103442" y="484132"/>
                    </a:cubicBezTo>
                    <a:cubicBezTo>
                      <a:pt x="102680" y="484275"/>
                      <a:pt x="102013" y="484251"/>
                      <a:pt x="101441" y="484061"/>
                    </a:cubicBezTo>
                    <a:cubicBezTo>
                      <a:pt x="101632" y="483585"/>
                      <a:pt x="102060" y="483323"/>
                      <a:pt x="102727" y="483275"/>
                    </a:cubicBezTo>
                    <a:cubicBezTo>
                      <a:pt x="103394" y="483228"/>
                      <a:pt x="103870" y="483156"/>
                      <a:pt x="104156" y="483061"/>
                    </a:cubicBezTo>
                    <a:lnTo>
                      <a:pt x="101013" y="483347"/>
                    </a:lnTo>
                    <a:cubicBezTo>
                      <a:pt x="101203" y="483823"/>
                      <a:pt x="101632" y="484823"/>
                      <a:pt x="102299" y="486347"/>
                    </a:cubicBezTo>
                    <a:cubicBezTo>
                      <a:pt x="102965" y="487871"/>
                      <a:pt x="103299" y="489347"/>
                      <a:pt x="103299" y="490776"/>
                    </a:cubicBezTo>
                    <a:cubicBezTo>
                      <a:pt x="103299" y="491062"/>
                      <a:pt x="103275" y="491562"/>
                      <a:pt x="103227" y="492276"/>
                    </a:cubicBezTo>
                    <a:cubicBezTo>
                      <a:pt x="103180" y="492991"/>
                      <a:pt x="103203" y="493467"/>
                      <a:pt x="103299" y="493705"/>
                    </a:cubicBezTo>
                    <a:cubicBezTo>
                      <a:pt x="103394" y="493943"/>
                      <a:pt x="103632" y="493824"/>
                      <a:pt x="104013" y="493348"/>
                    </a:cubicBezTo>
                    <a:cubicBezTo>
                      <a:pt x="104204" y="492872"/>
                      <a:pt x="104299" y="492110"/>
                      <a:pt x="104299" y="491062"/>
                    </a:cubicBezTo>
                    <a:cubicBezTo>
                      <a:pt x="104299" y="490014"/>
                      <a:pt x="104251" y="489109"/>
                      <a:pt x="104156" y="488347"/>
                    </a:cubicBezTo>
                    <a:cubicBezTo>
                      <a:pt x="104061" y="487585"/>
                      <a:pt x="103966" y="486918"/>
                      <a:pt x="103870" y="486347"/>
                    </a:cubicBezTo>
                    <a:cubicBezTo>
                      <a:pt x="104442" y="487871"/>
                      <a:pt x="104727" y="489443"/>
                      <a:pt x="104727" y="491062"/>
                    </a:cubicBezTo>
                    <a:cubicBezTo>
                      <a:pt x="104727" y="491633"/>
                      <a:pt x="104632" y="492491"/>
                      <a:pt x="104442" y="493634"/>
                    </a:cubicBezTo>
                    <a:cubicBezTo>
                      <a:pt x="105204" y="493253"/>
                      <a:pt x="106109" y="492848"/>
                      <a:pt x="107156" y="492419"/>
                    </a:cubicBezTo>
                    <a:cubicBezTo>
                      <a:pt x="108204" y="491991"/>
                      <a:pt x="108966" y="491681"/>
                      <a:pt x="109442" y="491490"/>
                    </a:cubicBezTo>
                    <a:cubicBezTo>
                      <a:pt x="112871" y="490062"/>
                      <a:pt x="115586" y="488728"/>
                      <a:pt x="117586" y="487490"/>
                    </a:cubicBezTo>
                    <a:cubicBezTo>
                      <a:pt x="118062" y="487490"/>
                      <a:pt x="118467" y="487609"/>
                      <a:pt x="118801" y="487847"/>
                    </a:cubicBezTo>
                    <a:cubicBezTo>
                      <a:pt x="119134" y="488085"/>
                      <a:pt x="119539" y="488514"/>
                      <a:pt x="120015" y="489133"/>
                    </a:cubicBezTo>
                    <a:cubicBezTo>
                      <a:pt x="120491" y="489752"/>
                      <a:pt x="120920" y="490205"/>
                      <a:pt x="121301" y="490490"/>
                    </a:cubicBezTo>
                    <a:cubicBezTo>
                      <a:pt x="121872" y="490490"/>
                      <a:pt x="122277" y="490871"/>
                      <a:pt x="122515" y="491633"/>
                    </a:cubicBezTo>
                    <a:cubicBezTo>
                      <a:pt x="122754" y="492395"/>
                      <a:pt x="123111" y="492824"/>
                      <a:pt x="123587" y="492919"/>
                    </a:cubicBezTo>
                    <a:cubicBezTo>
                      <a:pt x="123396" y="493395"/>
                      <a:pt x="123111" y="493967"/>
                      <a:pt x="122730" y="494634"/>
                    </a:cubicBezTo>
                    <a:cubicBezTo>
                      <a:pt x="122349" y="495300"/>
                      <a:pt x="122158" y="495777"/>
                      <a:pt x="122158" y="496062"/>
                    </a:cubicBezTo>
                    <a:cubicBezTo>
                      <a:pt x="122158" y="496348"/>
                      <a:pt x="122444" y="496348"/>
                      <a:pt x="123015" y="496062"/>
                    </a:cubicBezTo>
                    <a:lnTo>
                      <a:pt x="123015" y="496348"/>
                    </a:lnTo>
                    <a:cubicBezTo>
                      <a:pt x="123015" y="496824"/>
                      <a:pt x="122801" y="497420"/>
                      <a:pt x="122373" y="498134"/>
                    </a:cubicBezTo>
                    <a:cubicBezTo>
                      <a:pt x="121944" y="498848"/>
                      <a:pt x="121682" y="499396"/>
                      <a:pt x="121587" y="499777"/>
                    </a:cubicBezTo>
                    <a:cubicBezTo>
                      <a:pt x="121110" y="500063"/>
                      <a:pt x="120444" y="500587"/>
                      <a:pt x="119586" y="501349"/>
                    </a:cubicBezTo>
                    <a:cubicBezTo>
                      <a:pt x="118729" y="502111"/>
                      <a:pt x="118015" y="502635"/>
                      <a:pt x="117443" y="502920"/>
                    </a:cubicBezTo>
                    <a:lnTo>
                      <a:pt x="117015" y="503063"/>
                    </a:lnTo>
                    <a:cubicBezTo>
                      <a:pt x="116919" y="503063"/>
                      <a:pt x="116872" y="503016"/>
                      <a:pt x="116872" y="502920"/>
                    </a:cubicBezTo>
                    <a:cubicBezTo>
                      <a:pt x="116967" y="502730"/>
                      <a:pt x="117277" y="502397"/>
                      <a:pt x="117801" y="501920"/>
                    </a:cubicBezTo>
                    <a:cubicBezTo>
                      <a:pt x="118324" y="501444"/>
                      <a:pt x="118205" y="501206"/>
                      <a:pt x="117443" y="501206"/>
                    </a:cubicBezTo>
                    <a:cubicBezTo>
                      <a:pt x="117158" y="501301"/>
                      <a:pt x="116538" y="501682"/>
                      <a:pt x="115586" y="502349"/>
                    </a:cubicBezTo>
                    <a:cubicBezTo>
                      <a:pt x="112919" y="502730"/>
                      <a:pt x="110228" y="503492"/>
                      <a:pt x="107514" y="504635"/>
                    </a:cubicBezTo>
                    <a:cubicBezTo>
                      <a:pt x="104799" y="505778"/>
                      <a:pt x="103156" y="506445"/>
                      <a:pt x="102584" y="506635"/>
                    </a:cubicBezTo>
                    <a:cubicBezTo>
                      <a:pt x="100965" y="507016"/>
                      <a:pt x="99917" y="507492"/>
                      <a:pt x="99441" y="508064"/>
                    </a:cubicBezTo>
                    <a:cubicBezTo>
                      <a:pt x="99060" y="508731"/>
                      <a:pt x="98703" y="509445"/>
                      <a:pt x="98370" y="510207"/>
                    </a:cubicBezTo>
                    <a:cubicBezTo>
                      <a:pt x="98036" y="510969"/>
                      <a:pt x="97917" y="511683"/>
                      <a:pt x="98012" y="512350"/>
                    </a:cubicBezTo>
                    <a:cubicBezTo>
                      <a:pt x="98870" y="512541"/>
                      <a:pt x="99703" y="512922"/>
                      <a:pt x="100513" y="513493"/>
                    </a:cubicBezTo>
                    <a:cubicBezTo>
                      <a:pt x="101322" y="514065"/>
                      <a:pt x="101870" y="514446"/>
                      <a:pt x="102156" y="514636"/>
                    </a:cubicBezTo>
                    <a:cubicBezTo>
                      <a:pt x="106347" y="516065"/>
                      <a:pt x="109204" y="517160"/>
                      <a:pt x="110728" y="517922"/>
                    </a:cubicBezTo>
                    <a:cubicBezTo>
                      <a:pt x="112538" y="518875"/>
                      <a:pt x="114157" y="519780"/>
                      <a:pt x="115586" y="520637"/>
                    </a:cubicBezTo>
                    <a:lnTo>
                      <a:pt x="118444" y="522351"/>
                    </a:lnTo>
                    <a:cubicBezTo>
                      <a:pt x="118634" y="522447"/>
                      <a:pt x="119015" y="522566"/>
                      <a:pt x="119586" y="522709"/>
                    </a:cubicBezTo>
                    <a:cubicBezTo>
                      <a:pt x="120158" y="522851"/>
                      <a:pt x="120634" y="523113"/>
                      <a:pt x="121015" y="523494"/>
                    </a:cubicBezTo>
                    <a:cubicBezTo>
                      <a:pt x="121396" y="523399"/>
                      <a:pt x="121944" y="523399"/>
                      <a:pt x="122658" y="523494"/>
                    </a:cubicBezTo>
                    <a:cubicBezTo>
                      <a:pt x="123373" y="523590"/>
                      <a:pt x="123920" y="523542"/>
                      <a:pt x="124301" y="523352"/>
                    </a:cubicBezTo>
                    <a:cubicBezTo>
                      <a:pt x="124778" y="523256"/>
                      <a:pt x="125373" y="523161"/>
                      <a:pt x="126087" y="523066"/>
                    </a:cubicBezTo>
                    <a:cubicBezTo>
                      <a:pt x="126802" y="522971"/>
                      <a:pt x="127635" y="522923"/>
                      <a:pt x="128588" y="522923"/>
                    </a:cubicBezTo>
                    <a:cubicBezTo>
                      <a:pt x="129254" y="523209"/>
                      <a:pt x="129731" y="523590"/>
                      <a:pt x="130016" y="524066"/>
                    </a:cubicBezTo>
                    <a:cubicBezTo>
                      <a:pt x="130302" y="524542"/>
                      <a:pt x="130564" y="524923"/>
                      <a:pt x="130802" y="525209"/>
                    </a:cubicBezTo>
                    <a:cubicBezTo>
                      <a:pt x="131040" y="525495"/>
                      <a:pt x="131493" y="525638"/>
                      <a:pt x="132159" y="525638"/>
                    </a:cubicBezTo>
                    <a:cubicBezTo>
                      <a:pt x="132636" y="525733"/>
                      <a:pt x="133088" y="526066"/>
                      <a:pt x="133517" y="526638"/>
                    </a:cubicBezTo>
                    <a:cubicBezTo>
                      <a:pt x="133945" y="527209"/>
                      <a:pt x="134184" y="527638"/>
                      <a:pt x="134231" y="527924"/>
                    </a:cubicBezTo>
                    <a:cubicBezTo>
                      <a:pt x="134279" y="528209"/>
                      <a:pt x="134017" y="528162"/>
                      <a:pt x="133445" y="527781"/>
                    </a:cubicBezTo>
                    <a:cubicBezTo>
                      <a:pt x="133160" y="528543"/>
                      <a:pt x="133017" y="529305"/>
                      <a:pt x="133017" y="530067"/>
                    </a:cubicBezTo>
                    <a:cubicBezTo>
                      <a:pt x="133017" y="530352"/>
                      <a:pt x="133112" y="530876"/>
                      <a:pt x="133302" y="531638"/>
                    </a:cubicBezTo>
                    <a:cubicBezTo>
                      <a:pt x="133302" y="532305"/>
                      <a:pt x="133207" y="533210"/>
                      <a:pt x="133017" y="534353"/>
                    </a:cubicBezTo>
                    <a:cubicBezTo>
                      <a:pt x="132159" y="536258"/>
                      <a:pt x="131016" y="537925"/>
                      <a:pt x="129588" y="539354"/>
                    </a:cubicBezTo>
                    <a:cubicBezTo>
                      <a:pt x="128159" y="540782"/>
                      <a:pt x="126540" y="541735"/>
                      <a:pt x="124730" y="542211"/>
                    </a:cubicBezTo>
                    <a:cubicBezTo>
                      <a:pt x="124349" y="542306"/>
                      <a:pt x="123516" y="542497"/>
                      <a:pt x="122230" y="542783"/>
                    </a:cubicBezTo>
                    <a:cubicBezTo>
                      <a:pt x="120944" y="543068"/>
                      <a:pt x="119777" y="543211"/>
                      <a:pt x="118729" y="543211"/>
                    </a:cubicBezTo>
                    <a:cubicBezTo>
                      <a:pt x="117491" y="543211"/>
                      <a:pt x="116443" y="543021"/>
                      <a:pt x="115586" y="542640"/>
                    </a:cubicBezTo>
                    <a:cubicBezTo>
                      <a:pt x="115110" y="542354"/>
                      <a:pt x="114324" y="541997"/>
                      <a:pt x="113229" y="541568"/>
                    </a:cubicBezTo>
                    <a:cubicBezTo>
                      <a:pt x="112133" y="541139"/>
                      <a:pt x="111276" y="540735"/>
                      <a:pt x="110657" y="540354"/>
                    </a:cubicBezTo>
                    <a:cubicBezTo>
                      <a:pt x="110038" y="539973"/>
                      <a:pt x="109538" y="539401"/>
                      <a:pt x="109157" y="538639"/>
                    </a:cubicBezTo>
                    <a:cubicBezTo>
                      <a:pt x="105823" y="535020"/>
                      <a:pt x="102632" y="531924"/>
                      <a:pt x="99584" y="529352"/>
                    </a:cubicBezTo>
                    <a:cubicBezTo>
                      <a:pt x="99012" y="528971"/>
                      <a:pt x="98465" y="528471"/>
                      <a:pt x="97941" y="527852"/>
                    </a:cubicBezTo>
                    <a:cubicBezTo>
                      <a:pt x="97417" y="527233"/>
                      <a:pt x="97393" y="526876"/>
                      <a:pt x="97870" y="526781"/>
                    </a:cubicBezTo>
                    <a:cubicBezTo>
                      <a:pt x="98346" y="527352"/>
                      <a:pt x="98870" y="527638"/>
                      <a:pt x="99441" y="527638"/>
                    </a:cubicBezTo>
                    <a:cubicBezTo>
                      <a:pt x="99917" y="527638"/>
                      <a:pt x="100156" y="527447"/>
                      <a:pt x="100156" y="527066"/>
                    </a:cubicBezTo>
                    <a:cubicBezTo>
                      <a:pt x="100156" y="526781"/>
                      <a:pt x="99870" y="526495"/>
                      <a:pt x="99298" y="526209"/>
                    </a:cubicBezTo>
                    <a:cubicBezTo>
                      <a:pt x="97679" y="525161"/>
                      <a:pt x="96584" y="524542"/>
                      <a:pt x="96012" y="524352"/>
                    </a:cubicBezTo>
                    <a:cubicBezTo>
                      <a:pt x="94869" y="522256"/>
                      <a:pt x="94298" y="520351"/>
                      <a:pt x="94298" y="518637"/>
                    </a:cubicBezTo>
                    <a:lnTo>
                      <a:pt x="91297" y="525638"/>
                    </a:lnTo>
                    <a:cubicBezTo>
                      <a:pt x="89773" y="528495"/>
                      <a:pt x="88821" y="530733"/>
                      <a:pt x="88440" y="532353"/>
                    </a:cubicBezTo>
                    <a:cubicBezTo>
                      <a:pt x="88249" y="532829"/>
                      <a:pt x="87844" y="533639"/>
                      <a:pt x="87225" y="534782"/>
                    </a:cubicBezTo>
                    <a:cubicBezTo>
                      <a:pt x="86606" y="535925"/>
                      <a:pt x="86297" y="537068"/>
                      <a:pt x="86297" y="538211"/>
                    </a:cubicBezTo>
                    <a:cubicBezTo>
                      <a:pt x="86106" y="538782"/>
                      <a:pt x="85511" y="539068"/>
                      <a:pt x="84511" y="539068"/>
                    </a:cubicBezTo>
                    <a:cubicBezTo>
                      <a:pt x="83511" y="539068"/>
                      <a:pt x="82868" y="539163"/>
                      <a:pt x="82582" y="539354"/>
                    </a:cubicBezTo>
                    <a:lnTo>
                      <a:pt x="81439" y="538211"/>
                    </a:lnTo>
                    <a:cubicBezTo>
                      <a:pt x="80867" y="538211"/>
                      <a:pt x="80201" y="538377"/>
                      <a:pt x="79439" y="538711"/>
                    </a:cubicBezTo>
                    <a:cubicBezTo>
                      <a:pt x="78677" y="539044"/>
                      <a:pt x="78177" y="539258"/>
                      <a:pt x="77938" y="539354"/>
                    </a:cubicBezTo>
                    <a:cubicBezTo>
                      <a:pt x="77700" y="539449"/>
                      <a:pt x="77867" y="539211"/>
                      <a:pt x="78438" y="538639"/>
                    </a:cubicBezTo>
                    <a:cubicBezTo>
                      <a:pt x="79200" y="538544"/>
                      <a:pt x="79582" y="538306"/>
                      <a:pt x="79582" y="537925"/>
                    </a:cubicBezTo>
                    <a:cubicBezTo>
                      <a:pt x="79582" y="537734"/>
                      <a:pt x="79367" y="537520"/>
                      <a:pt x="78939" y="537282"/>
                    </a:cubicBezTo>
                    <a:cubicBezTo>
                      <a:pt x="78510" y="537044"/>
                      <a:pt x="78010" y="536972"/>
                      <a:pt x="77438" y="537068"/>
                    </a:cubicBezTo>
                    <a:cubicBezTo>
                      <a:pt x="77153" y="536972"/>
                      <a:pt x="76748" y="536877"/>
                      <a:pt x="76224" y="536782"/>
                    </a:cubicBezTo>
                    <a:cubicBezTo>
                      <a:pt x="75700" y="536687"/>
                      <a:pt x="75295" y="536448"/>
                      <a:pt x="75010" y="536067"/>
                    </a:cubicBezTo>
                    <a:cubicBezTo>
                      <a:pt x="75295" y="535972"/>
                      <a:pt x="75772" y="535901"/>
                      <a:pt x="76438" y="535853"/>
                    </a:cubicBezTo>
                    <a:cubicBezTo>
                      <a:pt x="77105" y="535805"/>
                      <a:pt x="77391" y="535544"/>
                      <a:pt x="77296" y="535067"/>
                    </a:cubicBezTo>
                    <a:cubicBezTo>
                      <a:pt x="76629" y="534686"/>
                      <a:pt x="75819" y="534401"/>
                      <a:pt x="74867" y="534210"/>
                    </a:cubicBezTo>
                    <a:cubicBezTo>
                      <a:pt x="74295" y="533829"/>
                      <a:pt x="73533" y="533281"/>
                      <a:pt x="72581" y="532567"/>
                    </a:cubicBezTo>
                    <a:cubicBezTo>
                      <a:pt x="71628" y="531853"/>
                      <a:pt x="70723" y="531448"/>
                      <a:pt x="69866" y="531353"/>
                    </a:cubicBezTo>
                    <a:lnTo>
                      <a:pt x="69723" y="531210"/>
                    </a:lnTo>
                    <a:cubicBezTo>
                      <a:pt x="70199" y="530733"/>
                      <a:pt x="70438" y="530257"/>
                      <a:pt x="70438" y="529781"/>
                    </a:cubicBezTo>
                    <a:cubicBezTo>
                      <a:pt x="70438" y="529305"/>
                      <a:pt x="70152" y="528971"/>
                      <a:pt x="69580" y="528781"/>
                    </a:cubicBezTo>
                    <a:cubicBezTo>
                      <a:pt x="69485" y="528400"/>
                      <a:pt x="69104" y="527828"/>
                      <a:pt x="68437" y="527066"/>
                    </a:cubicBezTo>
                    <a:cubicBezTo>
                      <a:pt x="67770" y="526304"/>
                      <a:pt x="67342" y="525757"/>
                      <a:pt x="67151" y="525423"/>
                    </a:cubicBezTo>
                    <a:cubicBezTo>
                      <a:pt x="66961" y="525090"/>
                      <a:pt x="67247" y="524971"/>
                      <a:pt x="68009" y="525066"/>
                    </a:cubicBezTo>
                    <a:lnTo>
                      <a:pt x="69294" y="525209"/>
                    </a:lnTo>
                    <a:cubicBezTo>
                      <a:pt x="70818" y="525209"/>
                      <a:pt x="71390" y="524637"/>
                      <a:pt x="71009" y="523494"/>
                    </a:cubicBezTo>
                    <a:cubicBezTo>
                      <a:pt x="71676" y="523304"/>
                      <a:pt x="72438" y="523042"/>
                      <a:pt x="73295" y="522709"/>
                    </a:cubicBezTo>
                    <a:cubicBezTo>
                      <a:pt x="74152" y="522375"/>
                      <a:pt x="74819" y="522209"/>
                      <a:pt x="75295" y="522209"/>
                    </a:cubicBezTo>
                    <a:cubicBezTo>
                      <a:pt x="75772" y="522209"/>
                      <a:pt x="76152" y="522351"/>
                      <a:pt x="76438" y="522637"/>
                    </a:cubicBezTo>
                    <a:cubicBezTo>
                      <a:pt x="75867" y="522732"/>
                      <a:pt x="75581" y="522875"/>
                      <a:pt x="75581" y="523066"/>
                    </a:cubicBezTo>
                    <a:lnTo>
                      <a:pt x="75724" y="523066"/>
                    </a:lnTo>
                    <a:cubicBezTo>
                      <a:pt x="76295" y="523066"/>
                      <a:pt x="76867" y="522828"/>
                      <a:pt x="77438" y="522351"/>
                    </a:cubicBezTo>
                    <a:lnTo>
                      <a:pt x="82010" y="514922"/>
                    </a:lnTo>
                    <a:cubicBezTo>
                      <a:pt x="82010" y="514446"/>
                      <a:pt x="82106" y="513874"/>
                      <a:pt x="82296" y="513207"/>
                    </a:cubicBezTo>
                    <a:cubicBezTo>
                      <a:pt x="82487" y="512541"/>
                      <a:pt x="82534" y="512064"/>
                      <a:pt x="82439" y="511779"/>
                    </a:cubicBezTo>
                    <a:cubicBezTo>
                      <a:pt x="82344" y="511493"/>
                      <a:pt x="82058" y="511493"/>
                      <a:pt x="81582" y="511779"/>
                    </a:cubicBezTo>
                    <a:cubicBezTo>
                      <a:pt x="80344" y="511874"/>
                      <a:pt x="78962" y="511588"/>
                      <a:pt x="77438" y="510921"/>
                    </a:cubicBezTo>
                    <a:cubicBezTo>
                      <a:pt x="76105" y="510540"/>
                      <a:pt x="75057" y="510302"/>
                      <a:pt x="74295" y="510207"/>
                    </a:cubicBezTo>
                    <a:cubicBezTo>
                      <a:pt x="74105" y="510112"/>
                      <a:pt x="73747" y="509993"/>
                      <a:pt x="73224" y="509850"/>
                    </a:cubicBezTo>
                    <a:cubicBezTo>
                      <a:pt x="72700" y="509707"/>
                      <a:pt x="72342" y="509445"/>
                      <a:pt x="72152" y="509064"/>
                    </a:cubicBezTo>
                    <a:cubicBezTo>
                      <a:pt x="71962" y="508969"/>
                      <a:pt x="71604" y="508754"/>
                      <a:pt x="71080" y="508421"/>
                    </a:cubicBezTo>
                    <a:cubicBezTo>
                      <a:pt x="70557" y="508088"/>
                      <a:pt x="70152" y="507683"/>
                      <a:pt x="69866" y="507207"/>
                    </a:cubicBezTo>
                    <a:cubicBezTo>
                      <a:pt x="69676" y="506635"/>
                      <a:pt x="69461" y="505921"/>
                      <a:pt x="69223" y="505064"/>
                    </a:cubicBezTo>
                    <a:cubicBezTo>
                      <a:pt x="68985" y="504206"/>
                      <a:pt x="68675" y="503492"/>
                      <a:pt x="68294" y="502920"/>
                    </a:cubicBezTo>
                    <a:lnTo>
                      <a:pt x="68294" y="502349"/>
                    </a:lnTo>
                    <a:cubicBezTo>
                      <a:pt x="68294" y="501777"/>
                      <a:pt x="68437" y="501396"/>
                      <a:pt x="68723" y="501206"/>
                    </a:cubicBezTo>
                    <a:cubicBezTo>
                      <a:pt x="69294" y="501396"/>
                      <a:pt x="69628" y="501492"/>
                      <a:pt x="69723" y="501492"/>
                    </a:cubicBezTo>
                    <a:cubicBezTo>
                      <a:pt x="70104" y="501492"/>
                      <a:pt x="70414" y="501301"/>
                      <a:pt x="70652" y="500920"/>
                    </a:cubicBezTo>
                    <a:cubicBezTo>
                      <a:pt x="70890" y="500539"/>
                      <a:pt x="71057" y="500253"/>
                      <a:pt x="71152" y="500063"/>
                    </a:cubicBezTo>
                    <a:cubicBezTo>
                      <a:pt x="71533" y="500253"/>
                      <a:pt x="71866" y="500325"/>
                      <a:pt x="72152" y="500277"/>
                    </a:cubicBezTo>
                    <a:cubicBezTo>
                      <a:pt x="72438" y="500230"/>
                      <a:pt x="72557" y="500111"/>
                      <a:pt x="72509" y="499920"/>
                    </a:cubicBezTo>
                    <a:cubicBezTo>
                      <a:pt x="72462" y="499730"/>
                      <a:pt x="72200" y="499634"/>
                      <a:pt x="71723" y="499634"/>
                    </a:cubicBezTo>
                    <a:lnTo>
                      <a:pt x="72438" y="498348"/>
                    </a:lnTo>
                    <a:cubicBezTo>
                      <a:pt x="73200" y="497205"/>
                      <a:pt x="73962" y="496920"/>
                      <a:pt x="74724" y="497491"/>
                    </a:cubicBezTo>
                    <a:cubicBezTo>
                      <a:pt x="76152" y="497777"/>
                      <a:pt x="78296" y="497920"/>
                      <a:pt x="81153" y="497920"/>
                    </a:cubicBezTo>
                    <a:lnTo>
                      <a:pt x="86297" y="497920"/>
                    </a:lnTo>
                    <a:cubicBezTo>
                      <a:pt x="87821" y="497729"/>
                      <a:pt x="88916" y="497444"/>
                      <a:pt x="89583" y="497063"/>
                    </a:cubicBezTo>
                    <a:cubicBezTo>
                      <a:pt x="90535" y="495729"/>
                      <a:pt x="91107" y="494777"/>
                      <a:pt x="91297" y="494205"/>
                    </a:cubicBezTo>
                    <a:cubicBezTo>
                      <a:pt x="91488" y="493443"/>
                      <a:pt x="91583" y="492919"/>
                      <a:pt x="91583" y="492633"/>
                    </a:cubicBezTo>
                    <a:cubicBezTo>
                      <a:pt x="91583" y="492252"/>
                      <a:pt x="91440" y="491871"/>
                      <a:pt x="91154" y="491490"/>
                    </a:cubicBezTo>
                    <a:cubicBezTo>
                      <a:pt x="91250" y="491205"/>
                      <a:pt x="91297" y="490728"/>
                      <a:pt x="91297" y="490062"/>
                    </a:cubicBezTo>
                    <a:cubicBezTo>
                      <a:pt x="91297" y="489395"/>
                      <a:pt x="91250" y="488776"/>
                      <a:pt x="91154" y="488204"/>
                    </a:cubicBezTo>
                    <a:cubicBezTo>
                      <a:pt x="91059" y="487633"/>
                      <a:pt x="91012" y="487061"/>
                      <a:pt x="91012" y="486490"/>
                    </a:cubicBezTo>
                    <a:cubicBezTo>
                      <a:pt x="91012" y="485347"/>
                      <a:pt x="91392" y="484394"/>
                      <a:pt x="92154" y="483632"/>
                    </a:cubicBezTo>
                    <a:cubicBezTo>
                      <a:pt x="92726" y="484585"/>
                      <a:pt x="93250" y="485204"/>
                      <a:pt x="93726" y="485490"/>
                    </a:cubicBezTo>
                    <a:cubicBezTo>
                      <a:pt x="92964" y="483585"/>
                      <a:pt x="91916" y="482061"/>
                      <a:pt x="90583" y="480918"/>
                    </a:cubicBezTo>
                    <a:lnTo>
                      <a:pt x="89868" y="480775"/>
                    </a:lnTo>
                    <a:cubicBezTo>
                      <a:pt x="89297" y="480775"/>
                      <a:pt x="88868" y="481013"/>
                      <a:pt x="88583" y="481489"/>
                    </a:cubicBezTo>
                    <a:cubicBezTo>
                      <a:pt x="88964" y="481775"/>
                      <a:pt x="89083" y="482108"/>
                      <a:pt x="88940" y="482489"/>
                    </a:cubicBezTo>
                    <a:cubicBezTo>
                      <a:pt x="88797" y="482870"/>
                      <a:pt x="88392" y="483489"/>
                      <a:pt x="87725" y="484347"/>
                    </a:cubicBezTo>
                    <a:cubicBezTo>
                      <a:pt x="87059" y="485204"/>
                      <a:pt x="86725" y="485918"/>
                      <a:pt x="86725" y="486490"/>
                    </a:cubicBezTo>
                    <a:lnTo>
                      <a:pt x="88011" y="485775"/>
                    </a:lnTo>
                    <a:lnTo>
                      <a:pt x="88011" y="485918"/>
                    </a:lnTo>
                    <a:cubicBezTo>
                      <a:pt x="87821" y="486299"/>
                      <a:pt x="87297" y="487157"/>
                      <a:pt x="86440" y="488490"/>
                    </a:cubicBezTo>
                    <a:cubicBezTo>
                      <a:pt x="85582" y="489824"/>
                      <a:pt x="84677" y="490967"/>
                      <a:pt x="83725" y="491919"/>
                    </a:cubicBezTo>
                    <a:cubicBezTo>
                      <a:pt x="82772" y="492872"/>
                      <a:pt x="81772" y="493634"/>
                      <a:pt x="80724" y="494205"/>
                    </a:cubicBezTo>
                    <a:cubicBezTo>
                      <a:pt x="79962" y="494491"/>
                      <a:pt x="79010" y="494681"/>
                      <a:pt x="77867" y="494777"/>
                    </a:cubicBezTo>
                    <a:cubicBezTo>
                      <a:pt x="76724" y="494872"/>
                      <a:pt x="75867" y="494967"/>
                      <a:pt x="75295" y="495062"/>
                    </a:cubicBezTo>
                    <a:cubicBezTo>
                      <a:pt x="75105" y="495158"/>
                      <a:pt x="74867" y="495205"/>
                      <a:pt x="74581" y="495205"/>
                    </a:cubicBezTo>
                    <a:cubicBezTo>
                      <a:pt x="74390" y="495205"/>
                      <a:pt x="74152" y="495134"/>
                      <a:pt x="73866" y="494991"/>
                    </a:cubicBezTo>
                    <a:cubicBezTo>
                      <a:pt x="73581" y="494848"/>
                      <a:pt x="73247" y="494824"/>
                      <a:pt x="72866" y="494919"/>
                    </a:cubicBezTo>
                    <a:lnTo>
                      <a:pt x="72866" y="494777"/>
                    </a:lnTo>
                    <a:cubicBezTo>
                      <a:pt x="72962" y="494396"/>
                      <a:pt x="73200" y="494038"/>
                      <a:pt x="73581" y="493705"/>
                    </a:cubicBezTo>
                    <a:cubicBezTo>
                      <a:pt x="73962" y="493372"/>
                      <a:pt x="74248" y="493110"/>
                      <a:pt x="74438" y="492919"/>
                    </a:cubicBezTo>
                    <a:cubicBezTo>
                      <a:pt x="74057" y="493014"/>
                      <a:pt x="73533" y="493253"/>
                      <a:pt x="72866" y="493634"/>
                    </a:cubicBezTo>
                    <a:cubicBezTo>
                      <a:pt x="72200" y="494015"/>
                      <a:pt x="71580" y="494157"/>
                      <a:pt x="71009" y="494062"/>
                    </a:cubicBezTo>
                    <a:lnTo>
                      <a:pt x="70438" y="494348"/>
                    </a:lnTo>
                    <a:cubicBezTo>
                      <a:pt x="70342" y="494348"/>
                      <a:pt x="70366" y="494134"/>
                      <a:pt x="70509" y="493705"/>
                    </a:cubicBezTo>
                    <a:cubicBezTo>
                      <a:pt x="70652" y="493276"/>
                      <a:pt x="70676" y="492872"/>
                      <a:pt x="70580" y="492491"/>
                    </a:cubicBezTo>
                    <a:cubicBezTo>
                      <a:pt x="70199" y="492300"/>
                      <a:pt x="69628" y="492110"/>
                      <a:pt x="68866" y="491919"/>
                    </a:cubicBezTo>
                    <a:cubicBezTo>
                      <a:pt x="68104" y="491729"/>
                      <a:pt x="67437" y="491514"/>
                      <a:pt x="66866" y="491276"/>
                    </a:cubicBezTo>
                    <a:cubicBezTo>
                      <a:pt x="66294" y="491038"/>
                      <a:pt x="65866" y="490681"/>
                      <a:pt x="65580" y="490205"/>
                    </a:cubicBezTo>
                    <a:cubicBezTo>
                      <a:pt x="65484" y="489728"/>
                      <a:pt x="65270" y="489062"/>
                      <a:pt x="64937" y="488204"/>
                    </a:cubicBezTo>
                    <a:cubicBezTo>
                      <a:pt x="64603" y="487347"/>
                      <a:pt x="64580" y="486585"/>
                      <a:pt x="64865" y="485918"/>
                    </a:cubicBezTo>
                    <a:cubicBezTo>
                      <a:pt x="65246" y="485728"/>
                      <a:pt x="65794" y="485466"/>
                      <a:pt x="66508" y="485132"/>
                    </a:cubicBezTo>
                    <a:cubicBezTo>
                      <a:pt x="67223" y="484799"/>
                      <a:pt x="67770" y="484251"/>
                      <a:pt x="68152" y="483489"/>
                    </a:cubicBezTo>
                    <a:cubicBezTo>
                      <a:pt x="68532" y="483013"/>
                      <a:pt x="69366" y="482299"/>
                      <a:pt x="70652" y="481346"/>
                    </a:cubicBezTo>
                    <a:cubicBezTo>
                      <a:pt x="71938" y="480394"/>
                      <a:pt x="72819" y="479489"/>
                      <a:pt x="73295" y="478632"/>
                    </a:cubicBezTo>
                    <a:cubicBezTo>
                      <a:pt x="74152" y="477203"/>
                      <a:pt x="74867" y="475107"/>
                      <a:pt x="75438" y="472345"/>
                    </a:cubicBezTo>
                    <a:lnTo>
                      <a:pt x="75724" y="472345"/>
                    </a:lnTo>
                    <a:cubicBezTo>
                      <a:pt x="75914" y="472345"/>
                      <a:pt x="76248" y="472464"/>
                      <a:pt x="76724" y="472702"/>
                    </a:cubicBezTo>
                    <a:cubicBezTo>
                      <a:pt x="77200" y="472941"/>
                      <a:pt x="77534" y="472869"/>
                      <a:pt x="77724" y="472488"/>
                    </a:cubicBezTo>
                    <a:lnTo>
                      <a:pt x="77724" y="472202"/>
                    </a:lnTo>
                    <a:cubicBezTo>
                      <a:pt x="77724" y="471631"/>
                      <a:pt x="77986" y="470988"/>
                      <a:pt x="78510" y="470273"/>
                    </a:cubicBezTo>
                    <a:cubicBezTo>
                      <a:pt x="79034" y="469559"/>
                      <a:pt x="79391" y="469011"/>
                      <a:pt x="79582" y="468630"/>
                    </a:cubicBezTo>
                    <a:cubicBezTo>
                      <a:pt x="79867" y="468916"/>
                      <a:pt x="80010" y="469250"/>
                      <a:pt x="80010" y="469631"/>
                    </a:cubicBezTo>
                    <a:lnTo>
                      <a:pt x="79867" y="470916"/>
                    </a:lnTo>
                    <a:lnTo>
                      <a:pt x="80010" y="471059"/>
                    </a:lnTo>
                    <a:cubicBezTo>
                      <a:pt x="80296" y="470869"/>
                      <a:pt x="80582" y="470297"/>
                      <a:pt x="80867" y="469345"/>
                    </a:cubicBezTo>
                    <a:cubicBezTo>
                      <a:pt x="80867" y="468773"/>
                      <a:pt x="80963" y="468345"/>
                      <a:pt x="81153" y="468059"/>
                    </a:cubicBezTo>
                    <a:cubicBezTo>
                      <a:pt x="81344" y="467773"/>
                      <a:pt x="81486" y="467440"/>
                      <a:pt x="81582" y="467059"/>
                    </a:cubicBezTo>
                    <a:cubicBezTo>
                      <a:pt x="81296" y="466773"/>
                      <a:pt x="80820" y="466630"/>
                      <a:pt x="80153" y="466630"/>
                    </a:cubicBezTo>
                    <a:lnTo>
                      <a:pt x="78153" y="466773"/>
                    </a:lnTo>
                    <a:cubicBezTo>
                      <a:pt x="76534" y="466773"/>
                      <a:pt x="75200" y="466487"/>
                      <a:pt x="74152" y="465916"/>
                    </a:cubicBezTo>
                    <a:cubicBezTo>
                      <a:pt x="73771" y="465630"/>
                      <a:pt x="73224" y="465273"/>
                      <a:pt x="72509" y="464844"/>
                    </a:cubicBezTo>
                    <a:cubicBezTo>
                      <a:pt x="71795" y="464416"/>
                      <a:pt x="71295" y="463963"/>
                      <a:pt x="71009" y="463487"/>
                    </a:cubicBezTo>
                    <a:cubicBezTo>
                      <a:pt x="70914" y="463487"/>
                      <a:pt x="70628" y="463392"/>
                      <a:pt x="70152" y="463201"/>
                    </a:cubicBezTo>
                    <a:cubicBezTo>
                      <a:pt x="69676" y="463011"/>
                      <a:pt x="69485" y="462677"/>
                      <a:pt x="69580" y="462201"/>
                    </a:cubicBezTo>
                    <a:cubicBezTo>
                      <a:pt x="69961" y="461725"/>
                      <a:pt x="70461" y="461320"/>
                      <a:pt x="71080" y="460987"/>
                    </a:cubicBezTo>
                    <a:cubicBezTo>
                      <a:pt x="71700" y="460653"/>
                      <a:pt x="72104" y="460439"/>
                      <a:pt x="72295" y="460344"/>
                    </a:cubicBezTo>
                    <a:cubicBezTo>
                      <a:pt x="72200" y="460153"/>
                      <a:pt x="72152" y="459867"/>
                      <a:pt x="72152" y="459486"/>
                    </a:cubicBezTo>
                    <a:cubicBezTo>
                      <a:pt x="72152" y="458724"/>
                      <a:pt x="72533" y="458296"/>
                      <a:pt x="73295" y="458201"/>
                    </a:cubicBezTo>
                    <a:cubicBezTo>
                      <a:pt x="73676" y="458010"/>
                      <a:pt x="74009" y="457772"/>
                      <a:pt x="74295" y="457486"/>
                    </a:cubicBezTo>
                    <a:cubicBezTo>
                      <a:pt x="74581" y="457200"/>
                      <a:pt x="74724" y="456962"/>
                      <a:pt x="74724" y="456772"/>
                    </a:cubicBezTo>
                    <a:cubicBezTo>
                      <a:pt x="74724" y="456581"/>
                      <a:pt x="74605" y="456486"/>
                      <a:pt x="74367" y="456486"/>
                    </a:cubicBezTo>
                    <a:cubicBezTo>
                      <a:pt x="74128" y="456486"/>
                      <a:pt x="73819" y="456629"/>
                      <a:pt x="73438" y="456915"/>
                    </a:cubicBezTo>
                    <a:lnTo>
                      <a:pt x="72152" y="457058"/>
                    </a:lnTo>
                    <a:lnTo>
                      <a:pt x="70866" y="456915"/>
                    </a:lnTo>
                    <a:cubicBezTo>
                      <a:pt x="71057" y="456343"/>
                      <a:pt x="71152" y="455843"/>
                      <a:pt x="71152" y="455415"/>
                    </a:cubicBezTo>
                    <a:cubicBezTo>
                      <a:pt x="71152" y="454986"/>
                      <a:pt x="71200" y="454533"/>
                      <a:pt x="71295" y="454057"/>
                    </a:cubicBezTo>
                    <a:cubicBezTo>
                      <a:pt x="71485" y="454152"/>
                      <a:pt x="71819" y="454272"/>
                      <a:pt x="72295" y="454414"/>
                    </a:cubicBezTo>
                    <a:cubicBezTo>
                      <a:pt x="72771" y="454557"/>
                      <a:pt x="73152" y="454533"/>
                      <a:pt x="73438" y="454343"/>
                    </a:cubicBezTo>
                    <a:cubicBezTo>
                      <a:pt x="73438" y="454152"/>
                      <a:pt x="73414" y="453748"/>
                      <a:pt x="73366" y="453128"/>
                    </a:cubicBezTo>
                    <a:cubicBezTo>
                      <a:pt x="73319" y="452509"/>
                      <a:pt x="73009" y="452152"/>
                      <a:pt x="72438" y="452057"/>
                    </a:cubicBezTo>
                    <a:cubicBezTo>
                      <a:pt x="72247" y="452057"/>
                      <a:pt x="71842" y="452033"/>
                      <a:pt x="71223" y="451985"/>
                    </a:cubicBezTo>
                    <a:cubicBezTo>
                      <a:pt x="70604" y="451938"/>
                      <a:pt x="70152" y="451819"/>
                      <a:pt x="69866" y="451628"/>
                    </a:cubicBezTo>
                    <a:cubicBezTo>
                      <a:pt x="69580" y="451438"/>
                      <a:pt x="69533" y="451152"/>
                      <a:pt x="69723" y="450771"/>
                    </a:cubicBezTo>
                    <a:lnTo>
                      <a:pt x="72581" y="451200"/>
                    </a:lnTo>
                    <a:cubicBezTo>
                      <a:pt x="73247" y="451485"/>
                      <a:pt x="73843" y="451676"/>
                      <a:pt x="74367" y="451771"/>
                    </a:cubicBezTo>
                    <a:cubicBezTo>
                      <a:pt x="74890" y="451866"/>
                      <a:pt x="75295" y="451962"/>
                      <a:pt x="75581" y="452057"/>
                    </a:cubicBezTo>
                    <a:cubicBezTo>
                      <a:pt x="77962" y="451581"/>
                      <a:pt x="79724" y="450319"/>
                      <a:pt x="80867" y="448271"/>
                    </a:cubicBezTo>
                    <a:cubicBezTo>
                      <a:pt x="82010" y="446223"/>
                      <a:pt x="83249" y="443294"/>
                      <a:pt x="84582" y="439484"/>
                    </a:cubicBezTo>
                    <a:cubicBezTo>
                      <a:pt x="84677" y="438722"/>
                      <a:pt x="84987" y="437889"/>
                      <a:pt x="85511" y="436984"/>
                    </a:cubicBezTo>
                    <a:cubicBezTo>
                      <a:pt x="86035" y="436079"/>
                      <a:pt x="86440" y="435341"/>
                      <a:pt x="86725" y="434769"/>
                    </a:cubicBezTo>
                    <a:cubicBezTo>
                      <a:pt x="86725" y="434483"/>
                      <a:pt x="86701" y="434126"/>
                      <a:pt x="86654" y="433697"/>
                    </a:cubicBezTo>
                    <a:cubicBezTo>
                      <a:pt x="86606" y="433269"/>
                      <a:pt x="86630" y="432912"/>
                      <a:pt x="86725" y="432626"/>
                    </a:cubicBezTo>
                    <a:cubicBezTo>
                      <a:pt x="86820" y="432531"/>
                      <a:pt x="87059" y="432293"/>
                      <a:pt x="87440" y="431912"/>
                    </a:cubicBezTo>
                    <a:cubicBezTo>
                      <a:pt x="87821" y="431531"/>
                      <a:pt x="87964" y="431102"/>
                      <a:pt x="87868" y="430626"/>
                    </a:cubicBezTo>
                    <a:cubicBezTo>
                      <a:pt x="88344" y="429483"/>
                      <a:pt x="88797" y="428602"/>
                      <a:pt x="89226" y="427982"/>
                    </a:cubicBezTo>
                    <a:cubicBezTo>
                      <a:pt x="89654" y="427363"/>
                      <a:pt x="90202" y="427292"/>
                      <a:pt x="90869" y="427768"/>
                    </a:cubicBezTo>
                    <a:close/>
                    <a:moveTo>
                      <a:pt x="52721" y="393907"/>
                    </a:moveTo>
                    <a:cubicBezTo>
                      <a:pt x="52435" y="394097"/>
                      <a:pt x="52292" y="394240"/>
                      <a:pt x="52292" y="394335"/>
                    </a:cubicBezTo>
                    <a:cubicBezTo>
                      <a:pt x="52292" y="394621"/>
                      <a:pt x="52435" y="394955"/>
                      <a:pt x="52721" y="395336"/>
                    </a:cubicBezTo>
                    <a:cubicBezTo>
                      <a:pt x="53007" y="395717"/>
                      <a:pt x="53197" y="395955"/>
                      <a:pt x="53292" y="396050"/>
                    </a:cubicBezTo>
                    <a:cubicBezTo>
                      <a:pt x="53388" y="395955"/>
                      <a:pt x="53435" y="395812"/>
                      <a:pt x="53435" y="395621"/>
                    </a:cubicBezTo>
                    <a:cubicBezTo>
                      <a:pt x="53435" y="395336"/>
                      <a:pt x="53364" y="395050"/>
                      <a:pt x="53221" y="394764"/>
                    </a:cubicBezTo>
                    <a:cubicBezTo>
                      <a:pt x="53078" y="394478"/>
                      <a:pt x="53007" y="394288"/>
                      <a:pt x="53007" y="394193"/>
                    </a:cubicBezTo>
                    <a:close/>
                    <a:moveTo>
                      <a:pt x="51578" y="389478"/>
                    </a:moveTo>
                    <a:lnTo>
                      <a:pt x="51149" y="389763"/>
                    </a:lnTo>
                    <a:cubicBezTo>
                      <a:pt x="51245" y="390049"/>
                      <a:pt x="51388" y="390144"/>
                      <a:pt x="51578" y="390049"/>
                    </a:cubicBezTo>
                    <a:cubicBezTo>
                      <a:pt x="51673" y="389954"/>
                      <a:pt x="51697" y="389859"/>
                      <a:pt x="51649" y="389763"/>
                    </a:cubicBezTo>
                    <a:cubicBezTo>
                      <a:pt x="51602" y="389668"/>
                      <a:pt x="51578" y="389573"/>
                      <a:pt x="51578" y="389478"/>
                    </a:cubicBezTo>
                    <a:close/>
                    <a:moveTo>
                      <a:pt x="47149" y="387906"/>
                    </a:moveTo>
                    <a:cubicBezTo>
                      <a:pt x="47149" y="388097"/>
                      <a:pt x="47196" y="388430"/>
                      <a:pt x="47292" y="388906"/>
                    </a:cubicBezTo>
                    <a:cubicBezTo>
                      <a:pt x="47387" y="389382"/>
                      <a:pt x="47530" y="389763"/>
                      <a:pt x="47720" y="390049"/>
                    </a:cubicBezTo>
                    <a:cubicBezTo>
                      <a:pt x="47911" y="389954"/>
                      <a:pt x="47958" y="389787"/>
                      <a:pt x="47863" y="389549"/>
                    </a:cubicBezTo>
                    <a:cubicBezTo>
                      <a:pt x="47768" y="389311"/>
                      <a:pt x="47720" y="389097"/>
                      <a:pt x="47720" y="388906"/>
                    </a:cubicBezTo>
                    <a:lnTo>
                      <a:pt x="47578" y="388335"/>
                    </a:lnTo>
                    <a:close/>
                    <a:moveTo>
                      <a:pt x="75295" y="383906"/>
                    </a:moveTo>
                    <a:cubicBezTo>
                      <a:pt x="74438" y="383906"/>
                      <a:pt x="73724" y="383953"/>
                      <a:pt x="73152" y="384048"/>
                    </a:cubicBezTo>
                    <a:cubicBezTo>
                      <a:pt x="72581" y="384144"/>
                      <a:pt x="72057" y="384239"/>
                      <a:pt x="71580" y="384334"/>
                    </a:cubicBezTo>
                    <a:cubicBezTo>
                      <a:pt x="71104" y="384429"/>
                      <a:pt x="70509" y="384525"/>
                      <a:pt x="69795" y="384620"/>
                    </a:cubicBezTo>
                    <a:cubicBezTo>
                      <a:pt x="69080" y="384715"/>
                      <a:pt x="68247" y="384763"/>
                      <a:pt x="67294" y="384763"/>
                    </a:cubicBezTo>
                    <a:cubicBezTo>
                      <a:pt x="66342" y="384763"/>
                      <a:pt x="65342" y="384620"/>
                      <a:pt x="64294" y="384334"/>
                    </a:cubicBezTo>
                    <a:lnTo>
                      <a:pt x="63008" y="384048"/>
                    </a:lnTo>
                    <a:cubicBezTo>
                      <a:pt x="62913" y="384048"/>
                      <a:pt x="62794" y="384048"/>
                      <a:pt x="62651" y="384048"/>
                    </a:cubicBezTo>
                    <a:cubicBezTo>
                      <a:pt x="62508" y="384048"/>
                      <a:pt x="62436" y="384096"/>
                      <a:pt x="62436" y="384191"/>
                    </a:cubicBezTo>
                    <a:cubicBezTo>
                      <a:pt x="62532" y="384572"/>
                      <a:pt x="62627" y="385168"/>
                      <a:pt x="62722" y="385977"/>
                    </a:cubicBezTo>
                    <a:cubicBezTo>
                      <a:pt x="62818" y="386787"/>
                      <a:pt x="63103" y="387382"/>
                      <a:pt x="63580" y="387763"/>
                    </a:cubicBezTo>
                    <a:cubicBezTo>
                      <a:pt x="63960" y="387858"/>
                      <a:pt x="64508" y="388073"/>
                      <a:pt x="65223" y="388406"/>
                    </a:cubicBezTo>
                    <a:cubicBezTo>
                      <a:pt x="65937" y="388739"/>
                      <a:pt x="66532" y="388716"/>
                      <a:pt x="67008" y="388335"/>
                    </a:cubicBezTo>
                    <a:cubicBezTo>
                      <a:pt x="67961" y="388144"/>
                      <a:pt x="69033" y="388001"/>
                      <a:pt x="70223" y="387906"/>
                    </a:cubicBezTo>
                    <a:cubicBezTo>
                      <a:pt x="71414" y="387811"/>
                      <a:pt x="72247" y="387763"/>
                      <a:pt x="72724" y="387763"/>
                    </a:cubicBezTo>
                    <a:cubicBezTo>
                      <a:pt x="73009" y="387668"/>
                      <a:pt x="73462" y="387573"/>
                      <a:pt x="74081" y="387477"/>
                    </a:cubicBezTo>
                    <a:cubicBezTo>
                      <a:pt x="74700" y="387382"/>
                      <a:pt x="75200" y="387144"/>
                      <a:pt x="75581" y="386763"/>
                    </a:cubicBezTo>
                    <a:cubicBezTo>
                      <a:pt x="75581" y="386192"/>
                      <a:pt x="75486" y="385239"/>
                      <a:pt x="75295" y="383906"/>
                    </a:cubicBezTo>
                    <a:close/>
                    <a:moveTo>
                      <a:pt x="47863" y="371190"/>
                    </a:moveTo>
                    <a:cubicBezTo>
                      <a:pt x="47578" y="372237"/>
                      <a:pt x="47458" y="373476"/>
                      <a:pt x="47506" y="374904"/>
                    </a:cubicBezTo>
                    <a:cubicBezTo>
                      <a:pt x="47554" y="376333"/>
                      <a:pt x="47578" y="377333"/>
                      <a:pt x="47578" y="377905"/>
                    </a:cubicBezTo>
                    <a:cubicBezTo>
                      <a:pt x="47673" y="378191"/>
                      <a:pt x="47720" y="378572"/>
                      <a:pt x="47720" y="379048"/>
                    </a:cubicBezTo>
                    <a:cubicBezTo>
                      <a:pt x="47720" y="379524"/>
                      <a:pt x="47768" y="379572"/>
                      <a:pt x="47863" y="379191"/>
                    </a:cubicBezTo>
                    <a:close/>
                    <a:moveTo>
                      <a:pt x="77153" y="368618"/>
                    </a:moveTo>
                    <a:cubicBezTo>
                      <a:pt x="76962" y="368237"/>
                      <a:pt x="76724" y="368427"/>
                      <a:pt x="76438" y="369189"/>
                    </a:cubicBezTo>
                    <a:cubicBezTo>
                      <a:pt x="76438" y="369951"/>
                      <a:pt x="76653" y="370713"/>
                      <a:pt x="77081" y="371475"/>
                    </a:cubicBezTo>
                    <a:cubicBezTo>
                      <a:pt x="77510" y="372237"/>
                      <a:pt x="77819" y="372190"/>
                      <a:pt x="78010" y="371333"/>
                    </a:cubicBezTo>
                    <a:lnTo>
                      <a:pt x="78010" y="370190"/>
                    </a:lnTo>
                    <a:cubicBezTo>
                      <a:pt x="78010" y="369523"/>
                      <a:pt x="77867" y="369094"/>
                      <a:pt x="77581" y="368904"/>
                    </a:cubicBezTo>
                    <a:close/>
                    <a:moveTo>
                      <a:pt x="70295" y="368332"/>
                    </a:moveTo>
                    <a:lnTo>
                      <a:pt x="69437" y="368475"/>
                    </a:lnTo>
                    <a:cubicBezTo>
                      <a:pt x="68199" y="368761"/>
                      <a:pt x="66747" y="368951"/>
                      <a:pt x="65080" y="369047"/>
                    </a:cubicBezTo>
                    <a:cubicBezTo>
                      <a:pt x="63413" y="369142"/>
                      <a:pt x="62151" y="369237"/>
                      <a:pt x="61294" y="369332"/>
                    </a:cubicBezTo>
                    <a:lnTo>
                      <a:pt x="61151" y="371761"/>
                    </a:lnTo>
                    <a:cubicBezTo>
                      <a:pt x="61151" y="373190"/>
                      <a:pt x="61674" y="373952"/>
                      <a:pt x="62722" y="374047"/>
                    </a:cubicBezTo>
                    <a:lnTo>
                      <a:pt x="65437" y="373904"/>
                    </a:lnTo>
                    <a:cubicBezTo>
                      <a:pt x="65818" y="373904"/>
                      <a:pt x="66485" y="374000"/>
                      <a:pt x="67437" y="374190"/>
                    </a:cubicBezTo>
                    <a:cubicBezTo>
                      <a:pt x="68104" y="373904"/>
                      <a:pt x="69199" y="373666"/>
                      <a:pt x="70723" y="373476"/>
                    </a:cubicBezTo>
                    <a:cubicBezTo>
                      <a:pt x="71009" y="373380"/>
                      <a:pt x="71485" y="373238"/>
                      <a:pt x="72152" y="373047"/>
                    </a:cubicBezTo>
                    <a:cubicBezTo>
                      <a:pt x="72819" y="372857"/>
                      <a:pt x="73247" y="372523"/>
                      <a:pt x="73438" y="372047"/>
                    </a:cubicBezTo>
                    <a:cubicBezTo>
                      <a:pt x="73533" y="371761"/>
                      <a:pt x="73676" y="371261"/>
                      <a:pt x="73866" y="370547"/>
                    </a:cubicBezTo>
                    <a:cubicBezTo>
                      <a:pt x="74057" y="369832"/>
                      <a:pt x="74152" y="369142"/>
                      <a:pt x="74152" y="368475"/>
                    </a:cubicBezTo>
                    <a:cubicBezTo>
                      <a:pt x="72438" y="368285"/>
                      <a:pt x="71152" y="368237"/>
                      <a:pt x="70295" y="368332"/>
                    </a:cubicBezTo>
                    <a:close/>
                    <a:moveTo>
                      <a:pt x="48720" y="366903"/>
                    </a:moveTo>
                    <a:lnTo>
                      <a:pt x="48006" y="367046"/>
                    </a:lnTo>
                    <a:cubicBezTo>
                      <a:pt x="47911" y="367332"/>
                      <a:pt x="47792" y="367689"/>
                      <a:pt x="47649" y="368118"/>
                    </a:cubicBezTo>
                    <a:cubicBezTo>
                      <a:pt x="47506" y="368547"/>
                      <a:pt x="47411" y="368904"/>
                      <a:pt x="47363" y="369189"/>
                    </a:cubicBezTo>
                    <a:cubicBezTo>
                      <a:pt x="47316" y="369475"/>
                      <a:pt x="47482" y="369713"/>
                      <a:pt x="47863" y="369904"/>
                    </a:cubicBezTo>
                    <a:cubicBezTo>
                      <a:pt x="48054" y="369618"/>
                      <a:pt x="48411" y="369189"/>
                      <a:pt x="48935" y="368618"/>
                    </a:cubicBezTo>
                    <a:cubicBezTo>
                      <a:pt x="49459" y="368046"/>
                      <a:pt x="49578" y="367523"/>
                      <a:pt x="49292" y="367046"/>
                    </a:cubicBezTo>
                    <a:close/>
                    <a:moveTo>
                      <a:pt x="52007" y="363046"/>
                    </a:moveTo>
                    <a:cubicBezTo>
                      <a:pt x="51626" y="363236"/>
                      <a:pt x="51530" y="363427"/>
                      <a:pt x="51721" y="363617"/>
                    </a:cubicBezTo>
                    <a:cubicBezTo>
                      <a:pt x="51911" y="363808"/>
                      <a:pt x="52102" y="363713"/>
                      <a:pt x="52292" y="363332"/>
                    </a:cubicBezTo>
                    <a:close/>
                    <a:moveTo>
                      <a:pt x="46292" y="361617"/>
                    </a:moveTo>
                    <a:cubicBezTo>
                      <a:pt x="46101" y="361712"/>
                      <a:pt x="46054" y="361831"/>
                      <a:pt x="46149" y="361974"/>
                    </a:cubicBezTo>
                    <a:cubicBezTo>
                      <a:pt x="46244" y="362117"/>
                      <a:pt x="46339" y="362046"/>
                      <a:pt x="46434" y="361760"/>
                    </a:cubicBezTo>
                    <a:close/>
                    <a:moveTo>
                      <a:pt x="68152" y="279035"/>
                    </a:moveTo>
                    <a:lnTo>
                      <a:pt x="68723" y="279178"/>
                    </a:lnTo>
                    <a:cubicBezTo>
                      <a:pt x="70342" y="280131"/>
                      <a:pt x="71342" y="280750"/>
                      <a:pt x="71723" y="281036"/>
                    </a:cubicBezTo>
                    <a:cubicBezTo>
                      <a:pt x="72009" y="281512"/>
                      <a:pt x="72485" y="282155"/>
                      <a:pt x="73152" y="282964"/>
                    </a:cubicBezTo>
                    <a:cubicBezTo>
                      <a:pt x="73819" y="283774"/>
                      <a:pt x="74295" y="284560"/>
                      <a:pt x="74581" y="285322"/>
                    </a:cubicBezTo>
                    <a:cubicBezTo>
                      <a:pt x="74771" y="287989"/>
                      <a:pt x="74867" y="290084"/>
                      <a:pt x="74867" y="291608"/>
                    </a:cubicBezTo>
                    <a:cubicBezTo>
                      <a:pt x="74867" y="292656"/>
                      <a:pt x="74819" y="293418"/>
                      <a:pt x="74724" y="293894"/>
                    </a:cubicBezTo>
                    <a:cubicBezTo>
                      <a:pt x="77581" y="292751"/>
                      <a:pt x="79343" y="291989"/>
                      <a:pt x="80010" y="291608"/>
                    </a:cubicBezTo>
                    <a:cubicBezTo>
                      <a:pt x="80296" y="291227"/>
                      <a:pt x="80677" y="291061"/>
                      <a:pt x="81153" y="291108"/>
                    </a:cubicBezTo>
                    <a:cubicBezTo>
                      <a:pt x="81629" y="291156"/>
                      <a:pt x="81963" y="291180"/>
                      <a:pt x="82153" y="291180"/>
                    </a:cubicBezTo>
                    <a:cubicBezTo>
                      <a:pt x="82534" y="291084"/>
                      <a:pt x="83177" y="290846"/>
                      <a:pt x="84082" y="290465"/>
                    </a:cubicBezTo>
                    <a:cubicBezTo>
                      <a:pt x="84987" y="290084"/>
                      <a:pt x="85773" y="290084"/>
                      <a:pt x="86440" y="290465"/>
                    </a:cubicBezTo>
                    <a:lnTo>
                      <a:pt x="89154" y="290322"/>
                    </a:lnTo>
                    <a:cubicBezTo>
                      <a:pt x="89916" y="290322"/>
                      <a:pt x="90630" y="290465"/>
                      <a:pt x="91297" y="290751"/>
                    </a:cubicBezTo>
                    <a:cubicBezTo>
                      <a:pt x="91774" y="291037"/>
                      <a:pt x="92583" y="291846"/>
                      <a:pt x="93726" y="293180"/>
                    </a:cubicBezTo>
                    <a:cubicBezTo>
                      <a:pt x="94488" y="294323"/>
                      <a:pt x="95155" y="295085"/>
                      <a:pt x="95726" y="295466"/>
                    </a:cubicBezTo>
                    <a:lnTo>
                      <a:pt x="95869" y="295895"/>
                    </a:lnTo>
                    <a:cubicBezTo>
                      <a:pt x="95869" y="296180"/>
                      <a:pt x="95655" y="296514"/>
                      <a:pt x="95226" y="296895"/>
                    </a:cubicBezTo>
                    <a:cubicBezTo>
                      <a:pt x="94798" y="297276"/>
                      <a:pt x="94488" y="297561"/>
                      <a:pt x="94298" y="297752"/>
                    </a:cubicBezTo>
                    <a:cubicBezTo>
                      <a:pt x="94202" y="297942"/>
                      <a:pt x="93988" y="298323"/>
                      <a:pt x="93655" y="298895"/>
                    </a:cubicBezTo>
                    <a:cubicBezTo>
                      <a:pt x="93321" y="299466"/>
                      <a:pt x="92916" y="299895"/>
                      <a:pt x="92440" y="300181"/>
                    </a:cubicBezTo>
                    <a:cubicBezTo>
                      <a:pt x="89202" y="301895"/>
                      <a:pt x="86678" y="303038"/>
                      <a:pt x="84868" y="303610"/>
                    </a:cubicBezTo>
                    <a:cubicBezTo>
                      <a:pt x="83725" y="303896"/>
                      <a:pt x="82248" y="304229"/>
                      <a:pt x="80439" y="304610"/>
                    </a:cubicBezTo>
                    <a:cubicBezTo>
                      <a:pt x="76819" y="305372"/>
                      <a:pt x="74248" y="306134"/>
                      <a:pt x="72724" y="306896"/>
                    </a:cubicBezTo>
                    <a:lnTo>
                      <a:pt x="71580" y="310039"/>
                    </a:lnTo>
                    <a:cubicBezTo>
                      <a:pt x="71676" y="310134"/>
                      <a:pt x="71819" y="310182"/>
                      <a:pt x="72009" y="310182"/>
                    </a:cubicBezTo>
                    <a:cubicBezTo>
                      <a:pt x="72104" y="310182"/>
                      <a:pt x="72581" y="310039"/>
                      <a:pt x="73438" y="309753"/>
                    </a:cubicBezTo>
                    <a:cubicBezTo>
                      <a:pt x="75819" y="308610"/>
                      <a:pt x="78581" y="307658"/>
                      <a:pt x="81725" y="306896"/>
                    </a:cubicBezTo>
                    <a:lnTo>
                      <a:pt x="84582" y="306039"/>
                    </a:lnTo>
                    <a:cubicBezTo>
                      <a:pt x="87821" y="307467"/>
                      <a:pt x="90059" y="308658"/>
                      <a:pt x="91297" y="309611"/>
                    </a:cubicBezTo>
                    <a:cubicBezTo>
                      <a:pt x="91488" y="309896"/>
                      <a:pt x="91774" y="310325"/>
                      <a:pt x="92154" y="310896"/>
                    </a:cubicBezTo>
                    <a:cubicBezTo>
                      <a:pt x="92536" y="311468"/>
                      <a:pt x="92774" y="312039"/>
                      <a:pt x="92869" y="312611"/>
                    </a:cubicBezTo>
                    <a:cubicBezTo>
                      <a:pt x="92774" y="313087"/>
                      <a:pt x="92416" y="313373"/>
                      <a:pt x="91797" y="313468"/>
                    </a:cubicBezTo>
                    <a:cubicBezTo>
                      <a:pt x="91178" y="313563"/>
                      <a:pt x="90726" y="313659"/>
                      <a:pt x="90440" y="313754"/>
                    </a:cubicBezTo>
                    <a:cubicBezTo>
                      <a:pt x="90059" y="314135"/>
                      <a:pt x="89488" y="314754"/>
                      <a:pt x="88725" y="315611"/>
                    </a:cubicBezTo>
                    <a:cubicBezTo>
                      <a:pt x="87964" y="316469"/>
                      <a:pt x="87202" y="317088"/>
                      <a:pt x="86440" y="317469"/>
                    </a:cubicBezTo>
                    <a:cubicBezTo>
                      <a:pt x="85106" y="317564"/>
                      <a:pt x="83749" y="317897"/>
                      <a:pt x="82368" y="318469"/>
                    </a:cubicBezTo>
                    <a:cubicBezTo>
                      <a:pt x="80986" y="319040"/>
                      <a:pt x="80153" y="319374"/>
                      <a:pt x="79867" y="319469"/>
                    </a:cubicBezTo>
                    <a:lnTo>
                      <a:pt x="76724" y="320755"/>
                    </a:lnTo>
                    <a:cubicBezTo>
                      <a:pt x="75581" y="321041"/>
                      <a:pt x="74557" y="321350"/>
                      <a:pt x="73652" y="321683"/>
                    </a:cubicBezTo>
                    <a:cubicBezTo>
                      <a:pt x="72747" y="322017"/>
                      <a:pt x="71962" y="322279"/>
                      <a:pt x="71295" y="322469"/>
                    </a:cubicBezTo>
                    <a:cubicBezTo>
                      <a:pt x="70152" y="322660"/>
                      <a:pt x="69033" y="322898"/>
                      <a:pt x="67937" y="323184"/>
                    </a:cubicBezTo>
                    <a:cubicBezTo>
                      <a:pt x="66842" y="323469"/>
                      <a:pt x="66961" y="323517"/>
                      <a:pt x="68294" y="323327"/>
                    </a:cubicBezTo>
                    <a:cubicBezTo>
                      <a:pt x="68961" y="323231"/>
                      <a:pt x="70509" y="322898"/>
                      <a:pt x="72938" y="322326"/>
                    </a:cubicBezTo>
                    <a:cubicBezTo>
                      <a:pt x="75367" y="321755"/>
                      <a:pt x="77724" y="321374"/>
                      <a:pt x="80010" y="321183"/>
                    </a:cubicBezTo>
                    <a:cubicBezTo>
                      <a:pt x="80486" y="321088"/>
                      <a:pt x="81439" y="320850"/>
                      <a:pt x="82868" y="320469"/>
                    </a:cubicBezTo>
                    <a:cubicBezTo>
                      <a:pt x="84296" y="320088"/>
                      <a:pt x="85582" y="319850"/>
                      <a:pt x="86725" y="319755"/>
                    </a:cubicBezTo>
                    <a:lnTo>
                      <a:pt x="90297" y="319183"/>
                    </a:lnTo>
                    <a:cubicBezTo>
                      <a:pt x="92488" y="318707"/>
                      <a:pt x="94631" y="318421"/>
                      <a:pt x="96726" y="318326"/>
                    </a:cubicBezTo>
                    <a:cubicBezTo>
                      <a:pt x="99584" y="317754"/>
                      <a:pt x="101822" y="317469"/>
                      <a:pt x="103442" y="317469"/>
                    </a:cubicBezTo>
                    <a:cubicBezTo>
                      <a:pt x="104775" y="317469"/>
                      <a:pt x="106013" y="317659"/>
                      <a:pt x="107156" y="318040"/>
                    </a:cubicBezTo>
                    <a:cubicBezTo>
                      <a:pt x="107728" y="318231"/>
                      <a:pt x="108514" y="318516"/>
                      <a:pt x="109514" y="318897"/>
                    </a:cubicBezTo>
                    <a:cubicBezTo>
                      <a:pt x="110514" y="319278"/>
                      <a:pt x="111371" y="319683"/>
                      <a:pt x="112086" y="320112"/>
                    </a:cubicBezTo>
                    <a:cubicBezTo>
                      <a:pt x="112800" y="320541"/>
                      <a:pt x="113348" y="321136"/>
                      <a:pt x="113729" y="321898"/>
                    </a:cubicBezTo>
                    <a:cubicBezTo>
                      <a:pt x="113919" y="322184"/>
                      <a:pt x="114229" y="322707"/>
                      <a:pt x="114657" y="323469"/>
                    </a:cubicBezTo>
                    <a:cubicBezTo>
                      <a:pt x="115086" y="324231"/>
                      <a:pt x="115300" y="324946"/>
                      <a:pt x="115300" y="325613"/>
                    </a:cubicBezTo>
                    <a:cubicBezTo>
                      <a:pt x="115300" y="326660"/>
                      <a:pt x="114991" y="327613"/>
                      <a:pt x="114372" y="328470"/>
                    </a:cubicBezTo>
                    <a:cubicBezTo>
                      <a:pt x="113752" y="329327"/>
                      <a:pt x="112919" y="330232"/>
                      <a:pt x="111871" y="331185"/>
                    </a:cubicBezTo>
                    <a:lnTo>
                      <a:pt x="108871" y="332756"/>
                    </a:lnTo>
                    <a:cubicBezTo>
                      <a:pt x="108014" y="333042"/>
                      <a:pt x="107204" y="333185"/>
                      <a:pt x="106442" y="333185"/>
                    </a:cubicBezTo>
                    <a:cubicBezTo>
                      <a:pt x="105394" y="333185"/>
                      <a:pt x="103632" y="332852"/>
                      <a:pt x="101156" y="332185"/>
                    </a:cubicBezTo>
                    <a:cubicBezTo>
                      <a:pt x="100679" y="332090"/>
                      <a:pt x="100013" y="332042"/>
                      <a:pt x="99155" y="332042"/>
                    </a:cubicBezTo>
                    <a:cubicBezTo>
                      <a:pt x="98108" y="332042"/>
                      <a:pt x="96631" y="332137"/>
                      <a:pt x="94726" y="332328"/>
                    </a:cubicBezTo>
                    <a:lnTo>
                      <a:pt x="91869" y="332756"/>
                    </a:lnTo>
                    <a:cubicBezTo>
                      <a:pt x="89202" y="332947"/>
                      <a:pt x="87154" y="333423"/>
                      <a:pt x="85725" y="334185"/>
                    </a:cubicBezTo>
                    <a:cubicBezTo>
                      <a:pt x="85725" y="334852"/>
                      <a:pt x="85963" y="335376"/>
                      <a:pt x="86440" y="335757"/>
                    </a:cubicBezTo>
                    <a:cubicBezTo>
                      <a:pt x="86916" y="336138"/>
                      <a:pt x="87511" y="336495"/>
                      <a:pt x="88225" y="336828"/>
                    </a:cubicBezTo>
                    <a:cubicBezTo>
                      <a:pt x="88940" y="337162"/>
                      <a:pt x="89488" y="337471"/>
                      <a:pt x="89868" y="337757"/>
                    </a:cubicBezTo>
                    <a:cubicBezTo>
                      <a:pt x="91774" y="339567"/>
                      <a:pt x="93798" y="341091"/>
                      <a:pt x="95941" y="342329"/>
                    </a:cubicBezTo>
                    <a:cubicBezTo>
                      <a:pt x="98084" y="343567"/>
                      <a:pt x="101108" y="345091"/>
                      <a:pt x="105013" y="346901"/>
                    </a:cubicBezTo>
                    <a:lnTo>
                      <a:pt x="110300" y="349473"/>
                    </a:lnTo>
                    <a:cubicBezTo>
                      <a:pt x="112014" y="350425"/>
                      <a:pt x="113300" y="351187"/>
                      <a:pt x="114157" y="351759"/>
                    </a:cubicBezTo>
                    <a:cubicBezTo>
                      <a:pt x="117491" y="354045"/>
                      <a:pt x="120253" y="355426"/>
                      <a:pt x="122444" y="355902"/>
                    </a:cubicBezTo>
                    <a:cubicBezTo>
                      <a:pt x="123301" y="355902"/>
                      <a:pt x="124063" y="356307"/>
                      <a:pt x="124730" y="357117"/>
                    </a:cubicBezTo>
                    <a:cubicBezTo>
                      <a:pt x="125397" y="357926"/>
                      <a:pt x="126159" y="358331"/>
                      <a:pt x="127016" y="358331"/>
                    </a:cubicBezTo>
                    <a:cubicBezTo>
                      <a:pt x="129302" y="358140"/>
                      <a:pt x="131112" y="357902"/>
                      <a:pt x="132445" y="357617"/>
                    </a:cubicBezTo>
                    <a:cubicBezTo>
                      <a:pt x="132826" y="357807"/>
                      <a:pt x="133207" y="358236"/>
                      <a:pt x="133588" y="358902"/>
                    </a:cubicBezTo>
                    <a:cubicBezTo>
                      <a:pt x="133969" y="359569"/>
                      <a:pt x="134398" y="359998"/>
                      <a:pt x="134874" y="360188"/>
                    </a:cubicBezTo>
                    <a:cubicBezTo>
                      <a:pt x="135255" y="360855"/>
                      <a:pt x="135446" y="361617"/>
                      <a:pt x="135446" y="362474"/>
                    </a:cubicBezTo>
                    <a:cubicBezTo>
                      <a:pt x="135446" y="363427"/>
                      <a:pt x="135255" y="364665"/>
                      <a:pt x="134874" y="366189"/>
                    </a:cubicBezTo>
                    <a:cubicBezTo>
                      <a:pt x="134779" y="366284"/>
                      <a:pt x="134445" y="366475"/>
                      <a:pt x="133874" y="366761"/>
                    </a:cubicBezTo>
                    <a:cubicBezTo>
                      <a:pt x="133302" y="367046"/>
                      <a:pt x="133160" y="367427"/>
                      <a:pt x="133445" y="367904"/>
                    </a:cubicBezTo>
                    <a:cubicBezTo>
                      <a:pt x="133160" y="368094"/>
                      <a:pt x="132660" y="368404"/>
                      <a:pt x="131945" y="368832"/>
                    </a:cubicBezTo>
                    <a:cubicBezTo>
                      <a:pt x="131231" y="369261"/>
                      <a:pt x="130588" y="369428"/>
                      <a:pt x="130016" y="369332"/>
                    </a:cubicBezTo>
                    <a:cubicBezTo>
                      <a:pt x="128969" y="372666"/>
                      <a:pt x="125682" y="374809"/>
                      <a:pt x="120158" y="375762"/>
                    </a:cubicBezTo>
                    <a:cubicBezTo>
                      <a:pt x="119968" y="375762"/>
                      <a:pt x="119658" y="375738"/>
                      <a:pt x="119229" y="375690"/>
                    </a:cubicBezTo>
                    <a:cubicBezTo>
                      <a:pt x="118801" y="375643"/>
                      <a:pt x="118444" y="375714"/>
                      <a:pt x="118158" y="375905"/>
                    </a:cubicBezTo>
                    <a:cubicBezTo>
                      <a:pt x="116919" y="375809"/>
                      <a:pt x="115348" y="375190"/>
                      <a:pt x="113443" y="374047"/>
                    </a:cubicBezTo>
                    <a:cubicBezTo>
                      <a:pt x="97917" y="362522"/>
                      <a:pt x="84296" y="350235"/>
                      <a:pt x="72581" y="337185"/>
                    </a:cubicBezTo>
                    <a:cubicBezTo>
                      <a:pt x="72104" y="336995"/>
                      <a:pt x="71580" y="336852"/>
                      <a:pt x="71009" y="336757"/>
                    </a:cubicBezTo>
                    <a:cubicBezTo>
                      <a:pt x="70438" y="336662"/>
                      <a:pt x="70009" y="336614"/>
                      <a:pt x="69723" y="336614"/>
                    </a:cubicBezTo>
                    <a:cubicBezTo>
                      <a:pt x="68294" y="336709"/>
                      <a:pt x="66151" y="336947"/>
                      <a:pt x="63294" y="337328"/>
                    </a:cubicBezTo>
                    <a:cubicBezTo>
                      <a:pt x="60722" y="337709"/>
                      <a:pt x="58912" y="337947"/>
                      <a:pt x="57864" y="338043"/>
                    </a:cubicBezTo>
                    <a:cubicBezTo>
                      <a:pt x="56055" y="342043"/>
                      <a:pt x="53054" y="347949"/>
                      <a:pt x="48863" y="355759"/>
                    </a:cubicBezTo>
                    <a:cubicBezTo>
                      <a:pt x="48197" y="356140"/>
                      <a:pt x="47720" y="356950"/>
                      <a:pt x="47435" y="358188"/>
                    </a:cubicBezTo>
                    <a:cubicBezTo>
                      <a:pt x="47149" y="359426"/>
                      <a:pt x="46863" y="360236"/>
                      <a:pt x="46577" y="360617"/>
                    </a:cubicBezTo>
                    <a:cubicBezTo>
                      <a:pt x="46958" y="360807"/>
                      <a:pt x="47435" y="360998"/>
                      <a:pt x="48006" y="361188"/>
                    </a:cubicBezTo>
                    <a:cubicBezTo>
                      <a:pt x="48578" y="361379"/>
                      <a:pt x="49078" y="361617"/>
                      <a:pt x="49506" y="361903"/>
                    </a:cubicBezTo>
                    <a:cubicBezTo>
                      <a:pt x="49935" y="362189"/>
                      <a:pt x="50054" y="362427"/>
                      <a:pt x="49864" y="362617"/>
                    </a:cubicBezTo>
                    <a:lnTo>
                      <a:pt x="48149" y="362331"/>
                    </a:lnTo>
                    <a:cubicBezTo>
                      <a:pt x="47196" y="362331"/>
                      <a:pt x="46768" y="362760"/>
                      <a:pt x="46863" y="363617"/>
                    </a:cubicBezTo>
                    <a:cubicBezTo>
                      <a:pt x="47054" y="363808"/>
                      <a:pt x="47339" y="364189"/>
                      <a:pt x="47720" y="364760"/>
                    </a:cubicBezTo>
                    <a:cubicBezTo>
                      <a:pt x="48101" y="365332"/>
                      <a:pt x="48530" y="365475"/>
                      <a:pt x="49006" y="365189"/>
                    </a:cubicBezTo>
                    <a:cubicBezTo>
                      <a:pt x="49006" y="364998"/>
                      <a:pt x="48840" y="364665"/>
                      <a:pt x="48506" y="364189"/>
                    </a:cubicBezTo>
                    <a:cubicBezTo>
                      <a:pt x="48173" y="363713"/>
                      <a:pt x="48101" y="363284"/>
                      <a:pt x="48292" y="362903"/>
                    </a:cubicBezTo>
                    <a:cubicBezTo>
                      <a:pt x="48482" y="362998"/>
                      <a:pt x="48792" y="363117"/>
                      <a:pt x="49221" y="363260"/>
                    </a:cubicBezTo>
                    <a:cubicBezTo>
                      <a:pt x="49649" y="363403"/>
                      <a:pt x="50006" y="363451"/>
                      <a:pt x="50292" y="363403"/>
                    </a:cubicBezTo>
                    <a:cubicBezTo>
                      <a:pt x="50578" y="363355"/>
                      <a:pt x="50768" y="363141"/>
                      <a:pt x="50864" y="362760"/>
                    </a:cubicBezTo>
                    <a:cubicBezTo>
                      <a:pt x="51816" y="362189"/>
                      <a:pt x="52530" y="361855"/>
                      <a:pt x="53007" y="361760"/>
                    </a:cubicBezTo>
                    <a:cubicBezTo>
                      <a:pt x="53483" y="361379"/>
                      <a:pt x="53816" y="361188"/>
                      <a:pt x="54007" y="361188"/>
                    </a:cubicBezTo>
                    <a:cubicBezTo>
                      <a:pt x="54197" y="361188"/>
                      <a:pt x="54578" y="361331"/>
                      <a:pt x="55150" y="361617"/>
                    </a:cubicBezTo>
                    <a:lnTo>
                      <a:pt x="55721" y="361617"/>
                    </a:lnTo>
                    <a:lnTo>
                      <a:pt x="56579" y="361617"/>
                    </a:lnTo>
                    <a:cubicBezTo>
                      <a:pt x="57626" y="361617"/>
                      <a:pt x="58341" y="361427"/>
                      <a:pt x="58722" y="361046"/>
                    </a:cubicBezTo>
                    <a:cubicBezTo>
                      <a:pt x="57960" y="360284"/>
                      <a:pt x="57531" y="359807"/>
                      <a:pt x="57436" y="359617"/>
                    </a:cubicBezTo>
                    <a:cubicBezTo>
                      <a:pt x="60865" y="359522"/>
                      <a:pt x="64389" y="359236"/>
                      <a:pt x="68009" y="358760"/>
                    </a:cubicBezTo>
                    <a:lnTo>
                      <a:pt x="74295" y="358188"/>
                    </a:lnTo>
                    <a:cubicBezTo>
                      <a:pt x="74771" y="358093"/>
                      <a:pt x="75343" y="357902"/>
                      <a:pt x="76010" y="357617"/>
                    </a:cubicBezTo>
                    <a:cubicBezTo>
                      <a:pt x="76676" y="357331"/>
                      <a:pt x="77153" y="357188"/>
                      <a:pt x="77438" y="357188"/>
                    </a:cubicBezTo>
                    <a:cubicBezTo>
                      <a:pt x="78010" y="357188"/>
                      <a:pt x="78343" y="357474"/>
                      <a:pt x="78438" y="358045"/>
                    </a:cubicBezTo>
                    <a:cubicBezTo>
                      <a:pt x="79486" y="358331"/>
                      <a:pt x="80534" y="358474"/>
                      <a:pt x="81582" y="358474"/>
                    </a:cubicBezTo>
                    <a:lnTo>
                      <a:pt x="84154" y="358331"/>
                    </a:lnTo>
                    <a:cubicBezTo>
                      <a:pt x="87106" y="358331"/>
                      <a:pt x="90249" y="359998"/>
                      <a:pt x="93583" y="363332"/>
                    </a:cubicBezTo>
                    <a:cubicBezTo>
                      <a:pt x="94726" y="364665"/>
                      <a:pt x="95631" y="365808"/>
                      <a:pt x="96298" y="366761"/>
                    </a:cubicBezTo>
                    <a:cubicBezTo>
                      <a:pt x="96965" y="367713"/>
                      <a:pt x="97441" y="368761"/>
                      <a:pt x="97727" y="369904"/>
                    </a:cubicBezTo>
                    <a:cubicBezTo>
                      <a:pt x="97727" y="371714"/>
                      <a:pt x="97631" y="373785"/>
                      <a:pt x="97441" y="376119"/>
                    </a:cubicBezTo>
                    <a:cubicBezTo>
                      <a:pt x="97250" y="378452"/>
                      <a:pt x="97108" y="380096"/>
                      <a:pt x="97012" y="381048"/>
                    </a:cubicBezTo>
                    <a:cubicBezTo>
                      <a:pt x="96726" y="382667"/>
                      <a:pt x="96203" y="385001"/>
                      <a:pt x="95441" y="388049"/>
                    </a:cubicBezTo>
                    <a:cubicBezTo>
                      <a:pt x="95250" y="388716"/>
                      <a:pt x="94964" y="389716"/>
                      <a:pt x="94583" y="391049"/>
                    </a:cubicBezTo>
                    <a:cubicBezTo>
                      <a:pt x="94202" y="392383"/>
                      <a:pt x="93964" y="393621"/>
                      <a:pt x="93869" y="394764"/>
                    </a:cubicBezTo>
                    <a:cubicBezTo>
                      <a:pt x="93678" y="395526"/>
                      <a:pt x="93321" y="396217"/>
                      <a:pt x="92797" y="396836"/>
                    </a:cubicBezTo>
                    <a:cubicBezTo>
                      <a:pt x="92274" y="397455"/>
                      <a:pt x="91964" y="397812"/>
                      <a:pt x="91869" y="397907"/>
                    </a:cubicBezTo>
                    <a:cubicBezTo>
                      <a:pt x="90535" y="398860"/>
                      <a:pt x="88821" y="399669"/>
                      <a:pt x="86725" y="400336"/>
                    </a:cubicBezTo>
                    <a:lnTo>
                      <a:pt x="79867" y="401193"/>
                    </a:lnTo>
                    <a:cubicBezTo>
                      <a:pt x="79200" y="401289"/>
                      <a:pt x="77153" y="401527"/>
                      <a:pt x="73724" y="401908"/>
                    </a:cubicBezTo>
                    <a:cubicBezTo>
                      <a:pt x="70295" y="402289"/>
                      <a:pt x="67056" y="402384"/>
                      <a:pt x="64008" y="402194"/>
                    </a:cubicBezTo>
                    <a:cubicBezTo>
                      <a:pt x="62960" y="401813"/>
                      <a:pt x="61913" y="401622"/>
                      <a:pt x="60865" y="401622"/>
                    </a:cubicBezTo>
                    <a:cubicBezTo>
                      <a:pt x="59722" y="401622"/>
                      <a:pt x="58626" y="401813"/>
                      <a:pt x="57579" y="402194"/>
                    </a:cubicBezTo>
                    <a:cubicBezTo>
                      <a:pt x="57102" y="401717"/>
                      <a:pt x="56340" y="401003"/>
                      <a:pt x="55293" y="400050"/>
                    </a:cubicBezTo>
                    <a:cubicBezTo>
                      <a:pt x="55198" y="399860"/>
                      <a:pt x="55007" y="399550"/>
                      <a:pt x="54721" y="399122"/>
                    </a:cubicBezTo>
                    <a:cubicBezTo>
                      <a:pt x="54436" y="398693"/>
                      <a:pt x="54150" y="398431"/>
                      <a:pt x="53864" y="398336"/>
                    </a:cubicBezTo>
                    <a:cubicBezTo>
                      <a:pt x="53578" y="398241"/>
                      <a:pt x="53245" y="398336"/>
                      <a:pt x="52864" y="398622"/>
                    </a:cubicBezTo>
                    <a:cubicBezTo>
                      <a:pt x="52864" y="398050"/>
                      <a:pt x="52602" y="397479"/>
                      <a:pt x="52078" y="396907"/>
                    </a:cubicBezTo>
                    <a:cubicBezTo>
                      <a:pt x="51554" y="396336"/>
                      <a:pt x="51197" y="395859"/>
                      <a:pt x="51007" y="395478"/>
                    </a:cubicBezTo>
                    <a:cubicBezTo>
                      <a:pt x="51007" y="395193"/>
                      <a:pt x="50983" y="394764"/>
                      <a:pt x="50935" y="394193"/>
                    </a:cubicBezTo>
                    <a:cubicBezTo>
                      <a:pt x="50887" y="393621"/>
                      <a:pt x="50721" y="393145"/>
                      <a:pt x="50435" y="392764"/>
                    </a:cubicBezTo>
                    <a:lnTo>
                      <a:pt x="50006" y="392764"/>
                    </a:lnTo>
                    <a:cubicBezTo>
                      <a:pt x="49340" y="392764"/>
                      <a:pt x="48720" y="392907"/>
                      <a:pt x="48149" y="393192"/>
                    </a:cubicBezTo>
                    <a:lnTo>
                      <a:pt x="48149" y="393621"/>
                    </a:lnTo>
                    <a:cubicBezTo>
                      <a:pt x="48149" y="393907"/>
                      <a:pt x="48054" y="394026"/>
                      <a:pt x="47863" y="393978"/>
                    </a:cubicBezTo>
                    <a:cubicBezTo>
                      <a:pt x="47673" y="393931"/>
                      <a:pt x="47673" y="394193"/>
                      <a:pt x="47863" y="394764"/>
                    </a:cubicBezTo>
                    <a:lnTo>
                      <a:pt x="47720" y="394907"/>
                    </a:lnTo>
                    <a:cubicBezTo>
                      <a:pt x="47149" y="393859"/>
                      <a:pt x="46958" y="392573"/>
                      <a:pt x="47149" y="391049"/>
                    </a:cubicBezTo>
                    <a:cubicBezTo>
                      <a:pt x="46482" y="389906"/>
                      <a:pt x="46054" y="388478"/>
                      <a:pt x="45863" y="386763"/>
                    </a:cubicBezTo>
                    <a:cubicBezTo>
                      <a:pt x="45672" y="385049"/>
                      <a:pt x="45530" y="383810"/>
                      <a:pt x="45434" y="383048"/>
                    </a:cubicBezTo>
                    <a:cubicBezTo>
                      <a:pt x="45244" y="378476"/>
                      <a:pt x="45149" y="375047"/>
                      <a:pt x="45149" y="372761"/>
                    </a:cubicBezTo>
                    <a:cubicBezTo>
                      <a:pt x="45149" y="369332"/>
                      <a:pt x="45292" y="365903"/>
                      <a:pt x="45577" y="362474"/>
                    </a:cubicBezTo>
                    <a:lnTo>
                      <a:pt x="44720" y="364046"/>
                    </a:lnTo>
                    <a:cubicBezTo>
                      <a:pt x="44530" y="364522"/>
                      <a:pt x="44268" y="365284"/>
                      <a:pt x="43934" y="366332"/>
                    </a:cubicBezTo>
                    <a:cubicBezTo>
                      <a:pt x="43601" y="367380"/>
                      <a:pt x="43291" y="368285"/>
                      <a:pt x="43006" y="369047"/>
                    </a:cubicBezTo>
                    <a:cubicBezTo>
                      <a:pt x="42720" y="369332"/>
                      <a:pt x="42410" y="369928"/>
                      <a:pt x="42077" y="370832"/>
                    </a:cubicBezTo>
                    <a:cubicBezTo>
                      <a:pt x="41743" y="371737"/>
                      <a:pt x="41386" y="372404"/>
                      <a:pt x="41005" y="372833"/>
                    </a:cubicBezTo>
                    <a:cubicBezTo>
                      <a:pt x="40624" y="373261"/>
                      <a:pt x="40100" y="373428"/>
                      <a:pt x="39434" y="373333"/>
                    </a:cubicBezTo>
                    <a:cubicBezTo>
                      <a:pt x="38005" y="372761"/>
                      <a:pt x="36100" y="372571"/>
                      <a:pt x="33719" y="372761"/>
                    </a:cubicBezTo>
                    <a:cubicBezTo>
                      <a:pt x="33528" y="372666"/>
                      <a:pt x="33147" y="372452"/>
                      <a:pt x="32576" y="372118"/>
                    </a:cubicBezTo>
                    <a:cubicBezTo>
                      <a:pt x="32004" y="371785"/>
                      <a:pt x="31766" y="371333"/>
                      <a:pt x="31861" y="370761"/>
                    </a:cubicBezTo>
                    <a:cubicBezTo>
                      <a:pt x="30432" y="370571"/>
                      <a:pt x="29432" y="370285"/>
                      <a:pt x="28861" y="369904"/>
                    </a:cubicBezTo>
                    <a:cubicBezTo>
                      <a:pt x="26575" y="369332"/>
                      <a:pt x="24860" y="369047"/>
                      <a:pt x="23717" y="369047"/>
                    </a:cubicBezTo>
                    <a:cubicBezTo>
                      <a:pt x="22670" y="368761"/>
                      <a:pt x="21717" y="368332"/>
                      <a:pt x="20860" y="367761"/>
                    </a:cubicBezTo>
                    <a:cubicBezTo>
                      <a:pt x="20384" y="367189"/>
                      <a:pt x="19574" y="366832"/>
                      <a:pt x="18431" y="366689"/>
                    </a:cubicBezTo>
                    <a:cubicBezTo>
                      <a:pt x="17288" y="366546"/>
                      <a:pt x="16478" y="366380"/>
                      <a:pt x="16002" y="366189"/>
                    </a:cubicBezTo>
                    <a:lnTo>
                      <a:pt x="16002" y="366046"/>
                    </a:lnTo>
                    <a:cubicBezTo>
                      <a:pt x="16002" y="365760"/>
                      <a:pt x="15835" y="365499"/>
                      <a:pt x="15502" y="365260"/>
                    </a:cubicBezTo>
                    <a:cubicBezTo>
                      <a:pt x="15169" y="365022"/>
                      <a:pt x="14954" y="364856"/>
                      <a:pt x="14859" y="364760"/>
                    </a:cubicBezTo>
                    <a:cubicBezTo>
                      <a:pt x="14669" y="364951"/>
                      <a:pt x="14288" y="365046"/>
                      <a:pt x="13716" y="365046"/>
                    </a:cubicBezTo>
                    <a:lnTo>
                      <a:pt x="12144" y="364903"/>
                    </a:lnTo>
                    <a:cubicBezTo>
                      <a:pt x="11764" y="364522"/>
                      <a:pt x="11216" y="364165"/>
                      <a:pt x="10501" y="363832"/>
                    </a:cubicBezTo>
                    <a:cubicBezTo>
                      <a:pt x="9787" y="363498"/>
                      <a:pt x="9239" y="363189"/>
                      <a:pt x="8858" y="362903"/>
                    </a:cubicBezTo>
                    <a:cubicBezTo>
                      <a:pt x="8573" y="362712"/>
                      <a:pt x="7954" y="361998"/>
                      <a:pt x="7001" y="360760"/>
                    </a:cubicBezTo>
                    <a:lnTo>
                      <a:pt x="5286" y="358045"/>
                    </a:lnTo>
                    <a:cubicBezTo>
                      <a:pt x="5001" y="357569"/>
                      <a:pt x="4501" y="356783"/>
                      <a:pt x="3786" y="355688"/>
                    </a:cubicBezTo>
                    <a:cubicBezTo>
                      <a:pt x="3072" y="354592"/>
                      <a:pt x="2524" y="353521"/>
                      <a:pt x="2143" y="352473"/>
                    </a:cubicBezTo>
                    <a:cubicBezTo>
                      <a:pt x="2238" y="352283"/>
                      <a:pt x="2167" y="351759"/>
                      <a:pt x="1929" y="350901"/>
                    </a:cubicBezTo>
                    <a:cubicBezTo>
                      <a:pt x="1691" y="350044"/>
                      <a:pt x="1810" y="349425"/>
                      <a:pt x="2286" y="349044"/>
                    </a:cubicBezTo>
                    <a:cubicBezTo>
                      <a:pt x="2572" y="349330"/>
                      <a:pt x="3096" y="349758"/>
                      <a:pt x="3858" y="350330"/>
                    </a:cubicBezTo>
                    <a:cubicBezTo>
                      <a:pt x="4620" y="350901"/>
                      <a:pt x="5191" y="351521"/>
                      <a:pt x="5572" y="352187"/>
                    </a:cubicBezTo>
                    <a:cubicBezTo>
                      <a:pt x="6810" y="353426"/>
                      <a:pt x="7811" y="354045"/>
                      <a:pt x="8573" y="354045"/>
                    </a:cubicBezTo>
                    <a:cubicBezTo>
                      <a:pt x="8954" y="354045"/>
                      <a:pt x="9335" y="353902"/>
                      <a:pt x="9716" y="353616"/>
                    </a:cubicBezTo>
                    <a:lnTo>
                      <a:pt x="9716" y="352759"/>
                    </a:lnTo>
                    <a:cubicBezTo>
                      <a:pt x="9716" y="351330"/>
                      <a:pt x="9430" y="350282"/>
                      <a:pt x="8858" y="349616"/>
                    </a:cubicBezTo>
                    <a:cubicBezTo>
                      <a:pt x="8001" y="348758"/>
                      <a:pt x="6810" y="347377"/>
                      <a:pt x="5286" y="345472"/>
                    </a:cubicBezTo>
                    <a:cubicBezTo>
                      <a:pt x="5191" y="345186"/>
                      <a:pt x="4977" y="344853"/>
                      <a:pt x="4644" y="344472"/>
                    </a:cubicBezTo>
                    <a:cubicBezTo>
                      <a:pt x="4310" y="344091"/>
                      <a:pt x="4286" y="343758"/>
                      <a:pt x="4572" y="343472"/>
                    </a:cubicBezTo>
                    <a:cubicBezTo>
                      <a:pt x="5334" y="343948"/>
                      <a:pt x="6763" y="345234"/>
                      <a:pt x="8858" y="347330"/>
                    </a:cubicBezTo>
                    <a:cubicBezTo>
                      <a:pt x="9906" y="348473"/>
                      <a:pt x="11002" y="349568"/>
                      <a:pt x="12144" y="350616"/>
                    </a:cubicBezTo>
                    <a:cubicBezTo>
                      <a:pt x="12907" y="351282"/>
                      <a:pt x="13859" y="352044"/>
                      <a:pt x="15002" y="352902"/>
                    </a:cubicBezTo>
                    <a:cubicBezTo>
                      <a:pt x="16145" y="353759"/>
                      <a:pt x="17050" y="354426"/>
                      <a:pt x="17717" y="354902"/>
                    </a:cubicBezTo>
                    <a:cubicBezTo>
                      <a:pt x="18193" y="355092"/>
                      <a:pt x="18812" y="355211"/>
                      <a:pt x="19574" y="355259"/>
                    </a:cubicBezTo>
                    <a:cubicBezTo>
                      <a:pt x="20336" y="355307"/>
                      <a:pt x="20907" y="355331"/>
                      <a:pt x="21288" y="355331"/>
                    </a:cubicBezTo>
                    <a:cubicBezTo>
                      <a:pt x="21669" y="355235"/>
                      <a:pt x="22241" y="355092"/>
                      <a:pt x="23003" y="354902"/>
                    </a:cubicBezTo>
                    <a:cubicBezTo>
                      <a:pt x="23765" y="354711"/>
                      <a:pt x="24432" y="354616"/>
                      <a:pt x="25003" y="354616"/>
                    </a:cubicBezTo>
                    <a:cubicBezTo>
                      <a:pt x="25670" y="354711"/>
                      <a:pt x="26408" y="354830"/>
                      <a:pt x="27218" y="354973"/>
                    </a:cubicBezTo>
                    <a:cubicBezTo>
                      <a:pt x="28027" y="355116"/>
                      <a:pt x="28718" y="355188"/>
                      <a:pt x="29290" y="355188"/>
                    </a:cubicBezTo>
                    <a:cubicBezTo>
                      <a:pt x="29956" y="355188"/>
                      <a:pt x="30432" y="355140"/>
                      <a:pt x="30718" y="355045"/>
                    </a:cubicBezTo>
                    <a:cubicBezTo>
                      <a:pt x="30909" y="354854"/>
                      <a:pt x="31361" y="354545"/>
                      <a:pt x="32076" y="354116"/>
                    </a:cubicBezTo>
                    <a:cubicBezTo>
                      <a:pt x="32790" y="353688"/>
                      <a:pt x="33195" y="353140"/>
                      <a:pt x="33290" y="352473"/>
                    </a:cubicBezTo>
                    <a:cubicBezTo>
                      <a:pt x="33862" y="351902"/>
                      <a:pt x="34409" y="351092"/>
                      <a:pt x="34933" y="350044"/>
                    </a:cubicBezTo>
                    <a:cubicBezTo>
                      <a:pt x="35457" y="348996"/>
                      <a:pt x="35957" y="348139"/>
                      <a:pt x="36433" y="347472"/>
                    </a:cubicBezTo>
                    <a:cubicBezTo>
                      <a:pt x="37195" y="346520"/>
                      <a:pt x="37576" y="345615"/>
                      <a:pt x="37576" y="344758"/>
                    </a:cubicBezTo>
                    <a:cubicBezTo>
                      <a:pt x="37576" y="344186"/>
                      <a:pt x="37481" y="343758"/>
                      <a:pt x="37290" y="343472"/>
                    </a:cubicBezTo>
                    <a:cubicBezTo>
                      <a:pt x="35481" y="343377"/>
                      <a:pt x="33695" y="342948"/>
                      <a:pt x="31933" y="342186"/>
                    </a:cubicBezTo>
                    <a:cubicBezTo>
                      <a:pt x="30171" y="341424"/>
                      <a:pt x="28146" y="340424"/>
                      <a:pt x="25860" y="339186"/>
                    </a:cubicBezTo>
                    <a:cubicBezTo>
                      <a:pt x="25765" y="339090"/>
                      <a:pt x="25337" y="338424"/>
                      <a:pt x="24575" y="337185"/>
                    </a:cubicBezTo>
                    <a:cubicBezTo>
                      <a:pt x="23813" y="336614"/>
                      <a:pt x="23336" y="336090"/>
                      <a:pt x="23146" y="335614"/>
                    </a:cubicBezTo>
                    <a:lnTo>
                      <a:pt x="23146" y="335328"/>
                    </a:lnTo>
                    <a:lnTo>
                      <a:pt x="23289" y="333756"/>
                    </a:lnTo>
                    <a:cubicBezTo>
                      <a:pt x="23289" y="332994"/>
                      <a:pt x="23051" y="332518"/>
                      <a:pt x="22574" y="332328"/>
                    </a:cubicBezTo>
                    <a:cubicBezTo>
                      <a:pt x="22384" y="331947"/>
                      <a:pt x="22074" y="331470"/>
                      <a:pt x="21646" y="330899"/>
                    </a:cubicBezTo>
                    <a:cubicBezTo>
                      <a:pt x="21217" y="330327"/>
                      <a:pt x="20979" y="329827"/>
                      <a:pt x="20931" y="329399"/>
                    </a:cubicBezTo>
                    <a:cubicBezTo>
                      <a:pt x="20884" y="328970"/>
                      <a:pt x="21098" y="328613"/>
                      <a:pt x="21574" y="328327"/>
                    </a:cubicBezTo>
                    <a:cubicBezTo>
                      <a:pt x="21765" y="328327"/>
                      <a:pt x="22217" y="328280"/>
                      <a:pt x="22932" y="328184"/>
                    </a:cubicBezTo>
                    <a:cubicBezTo>
                      <a:pt x="23646" y="328089"/>
                      <a:pt x="24241" y="327851"/>
                      <a:pt x="24718" y="327470"/>
                    </a:cubicBezTo>
                    <a:cubicBezTo>
                      <a:pt x="25289" y="327089"/>
                      <a:pt x="26099" y="326994"/>
                      <a:pt x="27146" y="327184"/>
                    </a:cubicBezTo>
                    <a:lnTo>
                      <a:pt x="31004" y="327041"/>
                    </a:lnTo>
                    <a:cubicBezTo>
                      <a:pt x="31861" y="327041"/>
                      <a:pt x="32528" y="327089"/>
                      <a:pt x="33004" y="327184"/>
                    </a:cubicBezTo>
                    <a:cubicBezTo>
                      <a:pt x="33385" y="327279"/>
                      <a:pt x="34052" y="327518"/>
                      <a:pt x="35004" y="327899"/>
                    </a:cubicBezTo>
                    <a:cubicBezTo>
                      <a:pt x="35957" y="328280"/>
                      <a:pt x="36862" y="328518"/>
                      <a:pt x="37719" y="328613"/>
                    </a:cubicBezTo>
                    <a:cubicBezTo>
                      <a:pt x="38767" y="328422"/>
                      <a:pt x="39767" y="328422"/>
                      <a:pt x="40720" y="328613"/>
                    </a:cubicBezTo>
                    <a:cubicBezTo>
                      <a:pt x="41862" y="328613"/>
                      <a:pt x="43006" y="328565"/>
                      <a:pt x="44148" y="328470"/>
                    </a:cubicBezTo>
                    <a:cubicBezTo>
                      <a:pt x="45292" y="328375"/>
                      <a:pt x="46292" y="328089"/>
                      <a:pt x="47149" y="327613"/>
                    </a:cubicBezTo>
                    <a:cubicBezTo>
                      <a:pt x="47625" y="327232"/>
                      <a:pt x="48006" y="326684"/>
                      <a:pt x="48292" y="325970"/>
                    </a:cubicBezTo>
                    <a:cubicBezTo>
                      <a:pt x="48578" y="325255"/>
                      <a:pt x="48816" y="324755"/>
                      <a:pt x="49006" y="324470"/>
                    </a:cubicBezTo>
                    <a:cubicBezTo>
                      <a:pt x="48340" y="323993"/>
                      <a:pt x="47339" y="323517"/>
                      <a:pt x="46006" y="323041"/>
                    </a:cubicBezTo>
                    <a:cubicBezTo>
                      <a:pt x="44482" y="322279"/>
                      <a:pt x="43577" y="321803"/>
                      <a:pt x="43291" y="321612"/>
                    </a:cubicBezTo>
                    <a:cubicBezTo>
                      <a:pt x="42624" y="320945"/>
                      <a:pt x="42172" y="320136"/>
                      <a:pt x="41934" y="319183"/>
                    </a:cubicBezTo>
                    <a:cubicBezTo>
                      <a:pt x="41696" y="318231"/>
                      <a:pt x="41529" y="317659"/>
                      <a:pt x="41434" y="317469"/>
                    </a:cubicBezTo>
                    <a:cubicBezTo>
                      <a:pt x="41148" y="316992"/>
                      <a:pt x="40791" y="316469"/>
                      <a:pt x="40362" y="315897"/>
                    </a:cubicBezTo>
                    <a:cubicBezTo>
                      <a:pt x="39934" y="315326"/>
                      <a:pt x="39648" y="314802"/>
                      <a:pt x="39505" y="314325"/>
                    </a:cubicBezTo>
                    <a:cubicBezTo>
                      <a:pt x="39362" y="313849"/>
                      <a:pt x="39481" y="313421"/>
                      <a:pt x="39862" y="313040"/>
                    </a:cubicBezTo>
                    <a:cubicBezTo>
                      <a:pt x="40243" y="312944"/>
                      <a:pt x="40981" y="312801"/>
                      <a:pt x="42077" y="312611"/>
                    </a:cubicBezTo>
                    <a:cubicBezTo>
                      <a:pt x="43172" y="312420"/>
                      <a:pt x="44196" y="312325"/>
                      <a:pt x="45149" y="312325"/>
                    </a:cubicBezTo>
                    <a:cubicBezTo>
                      <a:pt x="46101" y="312420"/>
                      <a:pt x="47077" y="312659"/>
                      <a:pt x="48078" y="313040"/>
                    </a:cubicBezTo>
                    <a:cubicBezTo>
                      <a:pt x="49078" y="313421"/>
                      <a:pt x="49721" y="313659"/>
                      <a:pt x="50006" y="313754"/>
                    </a:cubicBezTo>
                    <a:cubicBezTo>
                      <a:pt x="52102" y="314135"/>
                      <a:pt x="53674" y="314325"/>
                      <a:pt x="54721" y="314325"/>
                    </a:cubicBezTo>
                    <a:cubicBezTo>
                      <a:pt x="54912" y="313944"/>
                      <a:pt x="55245" y="313397"/>
                      <a:pt x="55721" y="312682"/>
                    </a:cubicBezTo>
                    <a:cubicBezTo>
                      <a:pt x="56198" y="311968"/>
                      <a:pt x="56340" y="311373"/>
                      <a:pt x="56150" y="310896"/>
                    </a:cubicBezTo>
                    <a:cubicBezTo>
                      <a:pt x="55007" y="310706"/>
                      <a:pt x="53793" y="310611"/>
                      <a:pt x="52507" y="310611"/>
                    </a:cubicBezTo>
                    <a:cubicBezTo>
                      <a:pt x="51221" y="310611"/>
                      <a:pt x="50340" y="310611"/>
                      <a:pt x="49864" y="310611"/>
                    </a:cubicBezTo>
                    <a:cubicBezTo>
                      <a:pt x="48340" y="310420"/>
                      <a:pt x="47244" y="310182"/>
                      <a:pt x="46577" y="309896"/>
                    </a:cubicBezTo>
                    <a:cubicBezTo>
                      <a:pt x="45911" y="309420"/>
                      <a:pt x="44815" y="308801"/>
                      <a:pt x="43291" y="308039"/>
                    </a:cubicBezTo>
                    <a:cubicBezTo>
                      <a:pt x="43196" y="307848"/>
                      <a:pt x="42982" y="307586"/>
                      <a:pt x="42648" y="307253"/>
                    </a:cubicBezTo>
                    <a:cubicBezTo>
                      <a:pt x="42315" y="306920"/>
                      <a:pt x="42101" y="306563"/>
                      <a:pt x="42005" y="306182"/>
                    </a:cubicBezTo>
                    <a:cubicBezTo>
                      <a:pt x="41243" y="305134"/>
                      <a:pt x="40696" y="303919"/>
                      <a:pt x="40362" y="302538"/>
                    </a:cubicBezTo>
                    <a:cubicBezTo>
                      <a:pt x="40029" y="301157"/>
                      <a:pt x="39815" y="300324"/>
                      <a:pt x="39719" y="300038"/>
                    </a:cubicBezTo>
                    <a:cubicBezTo>
                      <a:pt x="40005" y="299181"/>
                      <a:pt x="40481" y="298514"/>
                      <a:pt x="41148" y="298038"/>
                    </a:cubicBezTo>
                    <a:cubicBezTo>
                      <a:pt x="41815" y="297561"/>
                      <a:pt x="42672" y="297085"/>
                      <a:pt x="43720" y="296609"/>
                    </a:cubicBezTo>
                    <a:cubicBezTo>
                      <a:pt x="44768" y="296609"/>
                      <a:pt x="45815" y="296847"/>
                      <a:pt x="46863" y="297323"/>
                    </a:cubicBezTo>
                    <a:cubicBezTo>
                      <a:pt x="47911" y="297800"/>
                      <a:pt x="48578" y="298085"/>
                      <a:pt x="48863" y="298181"/>
                    </a:cubicBezTo>
                    <a:cubicBezTo>
                      <a:pt x="49340" y="298562"/>
                      <a:pt x="49935" y="298823"/>
                      <a:pt x="50649" y="298966"/>
                    </a:cubicBezTo>
                    <a:cubicBezTo>
                      <a:pt x="51364" y="299109"/>
                      <a:pt x="51983" y="299157"/>
                      <a:pt x="52507" y="299109"/>
                    </a:cubicBezTo>
                    <a:cubicBezTo>
                      <a:pt x="53031" y="299062"/>
                      <a:pt x="53435" y="299038"/>
                      <a:pt x="53721" y="299038"/>
                    </a:cubicBezTo>
                    <a:cubicBezTo>
                      <a:pt x="55245" y="298847"/>
                      <a:pt x="56340" y="298562"/>
                      <a:pt x="57007" y="298181"/>
                    </a:cubicBezTo>
                    <a:cubicBezTo>
                      <a:pt x="57579" y="298085"/>
                      <a:pt x="58341" y="297966"/>
                      <a:pt x="59293" y="297823"/>
                    </a:cubicBezTo>
                    <a:cubicBezTo>
                      <a:pt x="60246" y="297680"/>
                      <a:pt x="61008" y="297466"/>
                      <a:pt x="61579" y="297180"/>
                    </a:cubicBezTo>
                    <a:cubicBezTo>
                      <a:pt x="62151" y="296895"/>
                      <a:pt x="62532" y="296371"/>
                      <a:pt x="62722" y="295609"/>
                    </a:cubicBezTo>
                    <a:cubicBezTo>
                      <a:pt x="62913" y="294847"/>
                      <a:pt x="63222" y="293466"/>
                      <a:pt x="63651" y="291465"/>
                    </a:cubicBezTo>
                    <a:cubicBezTo>
                      <a:pt x="64080" y="289465"/>
                      <a:pt x="64389" y="287608"/>
                      <a:pt x="64580" y="285893"/>
                    </a:cubicBezTo>
                    <a:cubicBezTo>
                      <a:pt x="64770" y="285512"/>
                      <a:pt x="64842" y="284917"/>
                      <a:pt x="64794" y="284107"/>
                    </a:cubicBezTo>
                    <a:cubicBezTo>
                      <a:pt x="64746" y="283298"/>
                      <a:pt x="64770" y="282702"/>
                      <a:pt x="64865" y="282321"/>
                    </a:cubicBezTo>
                    <a:cubicBezTo>
                      <a:pt x="65246" y="281845"/>
                      <a:pt x="65746" y="281559"/>
                      <a:pt x="66366" y="281464"/>
                    </a:cubicBezTo>
                    <a:cubicBezTo>
                      <a:pt x="66985" y="281369"/>
                      <a:pt x="67437" y="281274"/>
                      <a:pt x="67723" y="281178"/>
                    </a:cubicBezTo>
                    <a:cubicBezTo>
                      <a:pt x="67723" y="280988"/>
                      <a:pt x="67747" y="280655"/>
                      <a:pt x="67794" y="280178"/>
                    </a:cubicBezTo>
                    <a:cubicBezTo>
                      <a:pt x="67842" y="279702"/>
                      <a:pt x="67961" y="279321"/>
                      <a:pt x="68152" y="279035"/>
                    </a:cubicBezTo>
                    <a:close/>
                    <a:moveTo>
                      <a:pt x="93012" y="188453"/>
                    </a:moveTo>
                    <a:lnTo>
                      <a:pt x="93297" y="189310"/>
                    </a:lnTo>
                    <a:cubicBezTo>
                      <a:pt x="93297" y="189691"/>
                      <a:pt x="93393" y="189929"/>
                      <a:pt x="93583" y="190024"/>
                    </a:cubicBezTo>
                    <a:cubicBezTo>
                      <a:pt x="93964" y="190024"/>
                      <a:pt x="94440" y="190024"/>
                      <a:pt x="95012" y="190024"/>
                    </a:cubicBezTo>
                    <a:cubicBezTo>
                      <a:pt x="95584" y="190024"/>
                      <a:pt x="96060" y="189953"/>
                      <a:pt x="96441" y="189810"/>
                    </a:cubicBezTo>
                    <a:cubicBezTo>
                      <a:pt x="96822" y="189667"/>
                      <a:pt x="97108" y="189357"/>
                      <a:pt x="97298" y="188881"/>
                    </a:cubicBezTo>
                    <a:cubicBezTo>
                      <a:pt x="97488" y="188976"/>
                      <a:pt x="97870" y="189215"/>
                      <a:pt x="98441" y="189596"/>
                    </a:cubicBezTo>
                    <a:cubicBezTo>
                      <a:pt x="99012" y="189977"/>
                      <a:pt x="99489" y="190024"/>
                      <a:pt x="99870" y="189738"/>
                    </a:cubicBezTo>
                    <a:lnTo>
                      <a:pt x="100441" y="191596"/>
                    </a:lnTo>
                    <a:cubicBezTo>
                      <a:pt x="100441" y="193025"/>
                      <a:pt x="100298" y="194072"/>
                      <a:pt x="100013" y="194739"/>
                    </a:cubicBezTo>
                    <a:cubicBezTo>
                      <a:pt x="99727" y="195215"/>
                      <a:pt x="99227" y="195834"/>
                      <a:pt x="98512" y="196596"/>
                    </a:cubicBezTo>
                    <a:cubicBezTo>
                      <a:pt x="97798" y="197358"/>
                      <a:pt x="97393" y="198120"/>
                      <a:pt x="97298" y="198882"/>
                    </a:cubicBezTo>
                    <a:cubicBezTo>
                      <a:pt x="96250" y="200502"/>
                      <a:pt x="95631" y="201597"/>
                      <a:pt x="95441" y="202169"/>
                    </a:cubicBezTo>
                    <a:cubicBezTo>
                      <a:pt x="94774" y="203216"/>
                      <a:pt x="93845" y="204383"/>
                      <a:pt x="92655" y="205669"/>
                    </a:cubicBezTo>
                    <a:cubicBezTo>
                      <a:pt x="91464" y="206955"/>
                      <a:pt x="90535" y="207931"/>
                      <a:pt x="89868" y="208598"/>
                    </a:cubicBezTo>
                    <a:cubicBezTo>
                      <a:pt x="89583" y="208979"/>
                      <a:pt x="88868" y="209503"/>
                      <a:pt x="87725" y="210170"/>
                    </a:cubicBezTo>
                    <a:cubicBezTo>
                      <a:pt x="86963" y="210741"/>
                      <a:pt x="86082" y="211479"/>
                      <a:pt x="85082" y="212384"/>
                    </a:cubicBezTo>
                    <a:cubicBezTo>
                      <a:pt x="84082" y="213289"/>
                      <a:pt x="83153" y="213908"/>
                      <a:pt x="82296" y="214241"/>
                    </a:cubicBezTo>
                    <a:cubicBezTo>
                      <a:pt x="81439" y="214575"/>
                      <a:pt x="80344" y="214742"/>
                      <a:pt x="79010" y="214742"/>
                    </a:cubicBezTo>
                    <a:cubicBezTo>
                      <a:pt x="78820" y="214837"/>
                      <a:pt x="78510" y="215003"/>
                      <a:pt x="78081" y="215242"/>
                    </a:cubicBezTo>
                    <a:cubicBezTo>
                      <a:pt x="77653" y="215480"/>
                      <a:pt x="77343" y="215408"/>
                      <a:pt x="77153" y="215027"/>
                    </a:cubicBezTo>
                    <a:cubicBezTo>
                      <a:pt x="76772" y="215027"/>
                      <a:pt x="76367" y="215123"/>
                      <a:pt x="75938" y="215313"/>
                    </a:cubicBezTo>
                    <a:cubicBezTo>
                      <a:pt x="75510" y="215504"/>
                      <a:pt x="75200" y="215646"/>
                      <a:pt x="75010" y="215742"/>
                    </a:cubicBezTo>
                    <a:cubicBezTo>
                      <a:pt x="74819" y="215742"/>
                      <a:pt x="74176" y="215861"/>
                      <a:pt x="73081" y="216099"/>
                    </a:cubicBezTo>
                    <a:cubicBezTo>
                      <a:pt x="71985" y="216337"/>
                      <a:pt x="71009" y="216361"/>
                      <a:pt x="70152" y="216170"/>
                    </a:cubicBezTo>
                    <a:cubicBezTo>
                      <a:pt x="69961" y="215789"/>
                      <a:pt x="69818" y="215337"/>
                      <a:pt x="69723" y="214813"/>
                    </a:cubicBezTo>
                    <a:cubicBezTo>
                      <a:pt x="69628" y="214289"/>
                      <a:pt x="69509" y="213980"/>
                      <a:pt x="69366" y="213884"/>
                    </a:cubicBezTo>
                    <a:cubicBezTo>
                      <a:pt x="69223" y="213789"/>
                      <a:pt x="68961" y="213980"/>
                      <a:pt x="68580" y="214456"/>
                    </a:cubicBezTo>
                    <a:cubicBezTo>
                      <a:pt x="68294" y="215313"/>
                      <a:pt x="68104" y="216289"/>
                      <a:pt x="68009" y="217385"/>
                    </a:cubicBezTo>
                    <a:cubicBezTo>
                      <a:pt x="67913" y="218480"/>
                      <a:pt x="67866" y="219218"/>
                      <a:pt x="67866" y="219599"/>
                    </a:cubicBezTo>
                    <a:cubicBezTo>
                      <a:pt x="67866" y="221409"/>
                      <a:pt x="67961" y="224028"/>
                      <a:pt x="68152" y="227457"/>
                    </a:cubicBezTo>
                    <a:cubicBezTo>
                      <a:pt x="68247" y="227838"/>
                      <a:pt x="68366" y="228505"/>
                      <a:pt x="68509" y="229458"/>
                    </a:cubicBezTo>
                    <a:cubicBezTo>
                      <a:pt x="68652" y="230410"/>
                      <a:pt x="68866" y="231220"/>
                      <a:pt x="69152" y="231887"/>
                    </a:cubicBezTo>
                    <a:cubicBezTo>
                      <a:pt x="69247" y="232077"/>
                      <a:pt x="69414" y="232410"/>
                      <a:pt x="69652" y="232887"/>
                    </a:cubicBezTo>
                    <a:cubicBezTo>
                      <a:pt x="69890" y="233363"/>
                      <a:pt x="70199" y="233744"/>
                      <a:pt x="70580" y="234030"/>
                    </a:cubicBezTo>
                    <a:cubicBezTo>
                      <a:pt x="70866" y="234125"/>
                      <a:pt x="71604" y="234315"/>
                      <a:pt x="72795" y="234601"/>
                    </a:cubicBezTo>
                    <a:cubicBezTo>
                      <a:pt x="73986" y="234887"/>
                      <a:pt x="75152" y="234982"/>
                      <a:pt x="76295" y="234887"/>
                    </a:cubicBezTo>
                    <a:cubicBezTo>
                      <a:pt x="77438" y="234696"/>
                      <a:pt x="78296" y="234696"/>
                      <a:pt x="78867" y="234887"/>
                    </a:cubicBezTo>
                    <a:cubicBezTo>
                      <a:pt x="79724" y="234982"/>
                      <a:pt x="81153" y="235125"/>
                      <a:pt x="83153" y="235316"/>
                    </a:cubicBezTo>
                    <a:cubicBezTo>
                      <a:pt x="85154" y="235506"/>
                      <a:pt x="86963" y="235601"/>
                      <a:pt x="88583" y="235601"/>
                    </a:cubicBezTo>
                    <a:cubicBezTo>
                      <a:pt x="89821" y="235316"/>
                      <a:pt x="91678" y="235173"/>
                      <a:pt x="94155" y="235173"/>
                    </a:cubicBezTo>
                    <a:lnTo>
                      <a:pt x="98584" y="235173"/>
                    </a:lnTo>
                    <a:cubicBezTo>
                      <a:pt x="99060" y="235077"/>
                      <a:pt x="99941" y="234935"/>
                      <a:pt x="101227" y="234744"/>
                    </a:cubicBezTo>
                    <a:cubicBezTo>
                      <a:pt x="102513" y="234554"/>
                      <a:pt x="103489" y="234125"/>
                      <a:pt x="104156" y="233458"/>
                    </a:cubicBezTo>
                    <a:cubicBezTo>
                      <a:pt x="106728" y="232220"/>
                      <a:pt x="109085" y="230744"/>
                      <a:pt x="111228" y="229029"/>
                    </a:cubicBezTo>
                    <a:cubicBezTo>
                      <a:pt x="113371" y="227315"/>
                      <a:pt x="116110" y="224886"/>
                      <a:pt x="119444" y="221742"/>
                    </a:cubicBezTo>
                    <a:cubicBezTo>
                      <a:pt x="119348" y="222219"/>
                      <a:pt x="119110" y="222671"/>
                      <a:pt x="118729" y="223100"/>
                    </a:cubicBezTo>
                    <a:cubicBezTo>
                      <a:pt x="118348" y="223528"/>
                      <a:pt x="118062" y="223886"/>
                      <a:pt x="117872" y="224171"/>
                    </a:cubicBezTo>
                    <a:cubicBezTo>
                      <a:pt x="117586" y="224552"/>
                      <a:pt x="116991" y="225124"/>
                      <a:pt x="116086" y="225886"/>
                    </a:cubicBezTo>
                    <a:cubicBezTo>
                      <a:pt x="115181" y="226648"/>
                      <a:pt x="114514" y="227267"/>
                      <a:pt x="114086" y="227743"/>
                    </a:cubicBezTo>
                    <a:cubicBezTo>
                      <a:pt x="113657" y="228219"/>
                      <a:pt x="113490" y="228743"/>
                      <a:pt x="113586" y="229315"/>
                    </a:cubicBezTo>
                    <a:cubicBezTo>
                      <a:pt x="114919" y="228553"/>
                      <a:pt x="116015" y="227600"/>
                      <a:pt x="116872" y="226457"/>
                    </a:cubicBezTo>
                    <a:cubicBezTo>
                      <a:pt x="117920" y="225600"/>
                      <a:pt x="118444" y="225600"/>
                      <a:pt x="118444" y="226457"/>
                    </a:cubicBezTo>
                    <a:cubicBezTo>
                      <a:pt x="119110" y="226076"/>
                      <a:pt x="119753" y="225529"/>
                      <a:pt x="120372" y="224814"/>
                    </a:cubicBezTo>
                    <a:cubicBezTo>
                      <a:pt x="120991" y="224100"/>
                      <a:pt x="121539" y="223362"/>
                      <a:pt x="122015" y="222600"/>
                    </a:cubicBezTo>
                    <a:cubicBezTo>
                      <a:pt x="122206" y="222504"/>
                      <a:pt x="122468" y="222242"/>
                      <a:pt x="122801" y="221814"/>
                    </a:cubicBezTo>
                    <a:cubicBezTo>
                      <a:pt x="123135" y="221385"/>
                      <a:pt x="123444" y="221361"/>
                      <a:pt x="123730" y="221742"/>
                    </a:cubicBezTo>
                    <a:lnTo>
                      <a:pt x="123730" y="222028"/>
                    </a:lnTo>
                    <a:cubicBezTo>
                      <a:pt x="123730" y="222409"/>
                      <a:pt x="123635" y="223052"/>
                      <a:pt x="123444" y="223957"/>
                    </a:cubicBezTo>
                    <a:cubicBezTo>
                      <a:pt x="123254" y="224862"/>
                      <a:pt x="123206" y="225552"/>
                      <a:pt x="123301" y="226029"/>
                    </a:cubicBezTo>
                    <a:cubicBezTo>
                      <a:pt x="123206" y="226219"/>
                      <a:pt x="123158" y="226505"/>
                      <a:pt x="123158" y="226886"/>
                    </a:cubicBezTo>
                    <a:cubicBezTo>
                      <a:pt x="123158" y="227267"/>
                      <a:pt x="123111" y="227576"/>
                      <a:pt x="123015" y="227815"/>
                    </a:cubicBezTo>
                    <a:cubicBezTo>
                      <a:pt x="122920" y="228053"/>
                      <a:pt x="122730" y="228077"/>
                      <a:pt x="122444" y="227886"/>
                    </a:cubicBezTo>
                    <a:cubicBezTo>
                      <a:pt x="122158" y="229315"/>
                      <a:pt x="122015" y="230029"/>
                      <a:pt x="122015" y="230029"/>
                    </a:cubicBezTo>
                    <a:cubicBezTo>
                      <a:pt x="122015" y="230601"/>
                      <a:pt x="122396" y="230696"/>
                      <a:pt x="123158" y="230315"/>
                    </a:cubicBezTo>
                    <a:cubicBezTo>
                      <a:pt x="123063" y="230696"/>
                      <a:pt x="123015" y="231101"/>
                      <a:pt x="123015" y="231529"/>
                    </a:cubicBezTo>
                    <a:cubicBezTo>
                      <a:pt x="123015" y="231958"/>
                      <a:pt x="123206" y="232125"/>
                      <a:pt x="123587" y="232029"/>
                    </a:cubicBezTo>
                    <a:cubicBezTo>
                      <a:pt x="124063" y="232315"/>
                      <a:pt x="124373" y="232577"/>
                      <a:pt x="124516" y="232815"/>
                    </a:cubicBezTo>
                    <a:cubicBezTo>
                      <a:pt x="124659" y="233053"/>
                      <a:pt x="124587" y="233315"/>
                      <a:pt x="124301" y="233601"/>
                    </a:cubicBezTo>
                    <a:lnTo>
                      <a:pt x="124158" y="234173"/>
                    </a:lnTo>
                    <a:cubicBezTo>
                      <a:pt x="124158" y="234554"/>
                      <a:pt x="124349" y="234744"/>
                      <a:pt x="124730" y="234744"/>
                    </a:cubicBezTo>
                    <a:cubicBezTo>
                      <a:pt x="125111" y="234744"/>
                      <a:pt x="125587" y="234458"/>
                      <a:pt x="126159" y="233887"/>
                    </a:cubicBezTo>
                    <a:lnTo>
                      <a:pt x="126159" y="234601"/>
                    </a:lnTo>
                    <a:cubicBezTo>
                      <a:pt x="126159" y="235935"/>
                      <a:pt x="125587" y="236982"/>
                      <a:pt x="124444" y="237744"/>
                    </a:cubicBezTo>
                    <a:lnTo>
                      <a:pt x="124444" y="238030"/>
                    </a:lnTo>
                    <a:cubicBezTo>
                      <a:pt x="124444" y="238792"/>
                      <a:pt x="124063" y="239649"/>
                      <a:pt x="123301" y="240602"/>
                    </a:cubicBezTo>
                    <a:cubicBezTo>
                      <a:pt x="123301" y="240888"/>
                      <a:pt x="123254" y="241293"/>
                      <a:pt x="123158" y="241816"/>
                    </a:cubicBezTo>
                    <a:cubicBezTo>
                      <a:pt x="123063" y="242340"/>
                      <a:pt x="122968" y="242745"/>
                      <a:pt x="122873" y="243031"/>
                    </a:cubicBezTo>
                    <a:cubicBezTo>
                      <a:pt x="122587" y="243507"/>
                      <a:pt x="121992" y="244102"/>
                      <a:pt x="121087" y="244817"/>
                    </a:cubicBezTo>
                    <a:cubicBezTo>
                      <a:pt x="120182" y="245531"/>
                      <a:pt x="119539" y="246126"/>
                      <a:pt x="119158" y="246603"/>
                    </a:cubicBezTo>
                    <a:cubicBezTo>
                      <a:pt x="118110" y="247269"/>
                      <a:pt x="116967" y="247865"/>
                      <a:pt x="115729" y="248389"/>
                    </a:cubicBezTo>
                    <a:cubicBezTo>
                      <a:pt x="114491" y="248912"/>
                      <a:pt x="113681" y="249270"/>
                      <a:pt x="113300" y="249460"/>
                    </a:cubicBezTo>
                    <a:cubicBezTo>
                      <a:pt x="112252" y="249555"/>
                      <a:pt x="111181" y="249794"/>
                      <a:pt x="110085" y="250175"/>
                    </a:cubicBezTo>
                    <a:cubicBezTo>
                      <a:pt x="108990" y="250556"/>
                      <a:pt x="108299" y="250794"/>
                      <a:pt x="108014" y="250889"/>
                    </a:cubicBezTo>
                    <a:cubicBezTo>
                      <a:pt x="106775" y="251175"/>
                      <a:pt x="104727" y="251413"/>
                      <a:pt x="101870" y="251603"/>
                    </a:cubicBezTo>
                    <a:cubicBezTo>
                      <a:pt x="96726" y="251889"/>
                      <a:pt x="91535" y="252032"/>
                      <a:pt x="86297" y="252032"/>
                    </a:cubicBezTo>
                    <a:lnTo>
                      <a:pt x="81010" y="251603"/>
                    </a:lnTo>
                    <a:cubicBezTo>
                      <a:pt x="80534" y="251603"/>
                      <a:pt x="79272" y="251508"/>
                      <a:pt x="77224" y="251318"/>
                    </a:cubicBezTo>
                    <a:cubicBezTo>
                      <a:pt x="75176" y="251127"/>
                      <a:pt x="73295" y="250865"/>
                      <a:pt x="71580" y="250532"/>
                    </a:cubicBezTo>
                    <a:cubicBezTo>
                      <a:pt x="69866" y="250198"/>
                      <a:pt x="68342" y="249794"/>
                      <a:pt x="67008" y="249317"/>
                    </a:cubicBezTo>
                    <a:cubicBezTo>
                      <a:pt x="66628" y="249127"/>
                      <a:pt x="65794" y="248865"/>
                      <a:pt x="64508" y="248531"/>
                    </a:cubicBezTo>
                    <a:cubicBezTo>
                      <a:pt x="63222" y="248198"/>
                      <a:pt x="62341" y="247650"/>
                      <a:pt x="61865" y="246888"/>
                    </a:cubicBezTo>
                    <a:cubicBezTo>
                      <a:pt x="61579" y="246698"/>
                      <a:pt x="61198" y="246484"/>
                      <a:pt x="60722" y="246245"/>
                    </a:cubicBezTo>
                    <a:cubicBezTo>
                      <a:pt x="60246" y="246007"/>
                      <a:pt x="59865" y="245745"/>
                      <a:pt x="59579" y="245460"/>
                    </a:cubicBezTo>
                    <a:cubicBezTo>
                      <a:pt x="59293" y="245174"/>
                      <a:pt x="59198" y="244793"/>
                      <a:pt x="59293" y="244317"/>
                    </a:cubicBezTo>
                    <a:cubicBezTo>
                      <a:pt x="59103" y="244031"/>
                      <a:pt x="58793" y="243483"/>
                      <a:pt x="58365" y="242674"/>
                    </a:cubicBezTo>
                    <a:cubicBezTo>
                      <a:pt x="57936" y="241864"/>
                      <a:pt x="57436" y="241221"/>
                      <a:pt x="56864" y="240745"/>
                    </a:cubicBezTo>
                    <a:lnTo>
                      <a:pt x="55150" y="228600"/>
                    </a:lnTo>
                    <a:cubicBezTo>
                      <a:pt x="55150" y="228315"/>
                      <a:pt x="55126" y="227815"/>
                      <a:pt x="55078" y="227100"/>
                    </a:cubicBezTo>
                    <a:cubicBezTo>
                      <a:pt x="55031" y="226386"/>
                      <a:pt x="54864" y="225791"/>
                      <a:pt x="54578" y="225314"/>
                    </a:cubicBezTo>
                    <a:cubicBezTo>
                      <a:pt x="54769" y="223505"/>
                      <a:pt x="55055" y="222171"/>
                      <a:pt x="55436" y="221314"/>
                    </a:cubicBezTo>
                    <a:cubicBezTo>
                      <a:pt x="55436" y="221028"/>
                      <a:pt x="55483" y="220695"/>
                      <a:pt x="55578" y="220314"/>
                    </a:cubicBezTo>
                    <a:cubicBezTo>
                      <a:pt x="55674" y="219933"/>
                      <a:pt x="55721" y="219599"/>
                      <a:pt x="55721" y="219314"/>
                    </a:cubicBezTo>
                    <a:cubicBezTo>
                      <a:pt x="55721" y="218647"/>
                      <a:pt x="55483" y="218313"/>
                      <a:pt x="55007" y="218313"/>
                    </a:cubicBezTo>
                    <a:cubicBezTo>
                      <a:pt x="54912" y="218028"/>
                      <a:pt x="54864" y="217551"/>
                      <a:pt x="54864" y="216885"/>
                    </a:cubicBezTo>
                    <a:cubicBezTo>
                      <a:pt x="54864" y="216218"/>
                      <a:pt x="54936" y="215456"/>
                      <a:pt x="55078" y="214599"/>
                    </a:cubicBezTo>
                    <a:cubicBezTo>
                      <a:pt x="55221" y="213741"/>
                      <a:pt x="55340" y="212979"/>
                      <a:pt x="55436" y="212313"/>
                    </a:cubicBezTo>
                    <a:cubicBezTo>
                      <a:pt x="55626" y="211551"/>
                      <a:pt x="55960" y="210384"/>
                      <a:pt x="56436" y="208812"/>
                    </a:cubicBezTo>
                    <a:cubicBezTo>
                      <a:pt x="56912" y="207241"/>
                      <a:pt x="57055" y="205836"/>
                      <a:pt x="56864" y="204597"/>
                    </a:cubicBezTo>
                    <a:lnTo>
                      <a:pt x="56722" y="204597"/>
                    </a:lnTo>
                    <a:lnTo>
                      <a:pt x="58007" y="202026"/>
                    </a:lnTo>
                    <a:cubicBezTo>
                      <a:pt x="58198" y="201073"/>
                      <a:pt x="58293" y="200311"/>
                      <a:pt x="58293" y="199740"/>
                    </a:cubicBezTo>
                    <a:cubicBezTo>
                      <a:pt x="58293" y="198978"/>
                      <a:pt x="58198" y="198406"/>
                      <a:pt x="58007" y="198025"/>
                    </a:cubicBezTo>
                    <a:lnTo>
                      <a:pt x="58007" y="197025"/>
                    </a:lnTo>
                    <a:cubicBezTo>
                      <a:pt x="58007" y="196454"/>
                      <a:pt x="58150" y="196073"/>
                      <a:pt x="58436" y="195882"/>
                    </a:cubicBezTo>
                    <a:lnTo>
                      <a:pt x="58436" y="195596"/>
                    </a:lnTo>
                    <a:cubicBezTo>
                      <a:pt x="58436" y="195120"/>
                      <a:pt x="58579" y="194882"/>
                      <a:pt x="58865" y="194882"/>
                    </a:cubicBezTo>
                    <a:cubicBezTo>
                      <a:pt x="58960" y="194882"/>
                      <a:pt x="59174" y="194930"/>
                      <a:pt x="59508" y="195025"/>
                    </a:cubicBezTo>
                    <a:cubicBezTo>
                      <a:pt x="59841" y="195120"/>
                      <a:pt x="60150" y="194930"/>
                      <a:pt x="60436" y="194453"/>
                    </a:cubicBezTo>
                    <a:cubicBezTo>
                      <a:pt x="60436" y="194072"/>
                      <a:pt x="60198" y="193739"/>
                      <a:pt x="59722" y="193453"/>
                    </a:cubicBezTo>
                    <a:cubicBezTo>
                      <a:pt x="59246" y="193167"/>
                      <a:pt x="58936" y="192929"/>
                      <a:pt x="58793" y="192739"/>
                    </a:cubicBezTo>
                    <a:cubicBezTo>
                      <a:pt x="58650" y="192548"/>
                      <a:pt x="58722" y="192310"/>
                      <a:pt x="59007" y="192024"/>
                    </a:cubicBezTo>
                    <a:cubicBezTo>
                      <a:pt x="59960" y="192405"/>
                      <a:pt x="60722" y="192596"/>
                      <a:pt x="61294" y="192596"/>
                    </a:cubicBezTo>
                    <a:cubicBezTo>
                      <a:pt x="61865" y="192596"/>
                      <a:pt x="62341" y="192453"/>
                      <a:pt x="62722" y="192167"/>
                    </a:cubicBezTo>
                    <a:lnTo>
                      <a:pt x="63865" y="192024"/>
                    </a:lnTo>
                    <a:cubicBezTo>
                      <a:pt x="64246" y="192024"/>
                      <a:pt x="64818" y="192120"/>
                      <a:pt x="65580" y="192310"/>
                    </a:cubicBezTo>
                    <a:cubicBezTo>
                      <a:pt x="66246" y="192786"/>
                      <a:pt x="66747" y="193429"/>
                      <a:pt x="67080" y="194239"/>
                    </a:cubicBezTo>
                    <a:cubicBezTo>
                      <a:pt x="67413" y="195049"/>
                      <a:pt x="67628" y="195596"/>
                      <a:pt x="67723" y="195882"/>
                    </a:cubicBezTo>
                    <a:cubicBezTo>
                      <a:pt x="68390" y="197120"/>
                      <a:pt x="69104" y="199073"/>
                      <a:pt x="69866" y="201740"/>
                    </a:cubicBezTo>
                    <a:lnTo>
                      <a:pt x="69723" y="203597"/>
                    </a:lnTo>
                    <a:cubicBezTo>
                      <a:pt x="69723" y="203883"/>
                      <a:pt x="69818" y="204312"/>
                      <a:pt x="70009" y="204883"/>
                    </a:cubicBezTo>
                    <a:lnTo>
                      <a:pt x="70152" y="204883"/>
                    </a:lnTo>
                    <a:cubicBezTo>
                      <a:pt x="73390" y="203264"/>
                      <a:pt x="75581" y="201930"/>
                      <a:pt x="76724" y="200883"/>
                    </a:cubicBezTo>
                    <a:cubicBezTo>
                      <a:pt x="77391" y="200025"/>
                      <a:pt x="78224" y="199335"/>
                      <a:pt x="79224" y="198811"/>
                    </a:cubicBezTo>
                    <a:cubicBezTo>
                      <a:pt x="80224" y="198287"/>
                      <a:pt x="80820" y="197978"/>
                      <a:pt x="81010" y="197882"/>
                    </a:cubicBezTo>
                    <a:cubicBezTo>
                      <a:pt x="81677" y="196739"/>
                      <a:pt x="82725" y="195668"/>
                      <a:pt x="84154" y="194668"/>
                    </a:cubicBezTo>
                    <a:cubicBezTo>
                      <a:pt x="85582" y="193667"/>
                      <a:pt x="86630" y="192882"/>
                      <a:pt x="87297" y="192310"/>
                    </a:cubicBezTo>
                    <a:cubicBezTo>
                      <a:pt x="87487" y="191929"/>
                      <a:pt x="88154" y="191405"/>
                      <a:pt x="89297" y="190739"/>
                    </a:cubicBezTo>
                    <a:cubicBezTo>
                      <a:pt x="90535" y="189691"/>
                      <a:pt x="91297" y="189119"/>
                      <a:pt x="91583" y="189024"/>
                    </a:cubicBezTo>
                    <a:cubicBezTo>
                      <a:pt x="91869" y="188929"/>
                      <a:pt x="92345" y="188738"/>
                      <a:pt x="93012" y="188453"/>
                    </a:cubicBezTo>
                    <a:close/>
                    <a:moveTo>
                      <a:pt x="5144" y="152734"/>
                    </a:moveTo>
                    <a:cubicBezTo>
                      <a:pt x="5429" y="152353"/>
                      <a:pt x="5620" y="152353"/>
                      <a:pt x="5715" y="152734"/>
                    </a:cubicBezTo>
                    <a:lnTo>
                      <a:pt x="5715" y="153305"/>
                    </a:lnTo>
                    <a:cubicBezTo>
                      <a:pt x="5715" y="153972"/>
                      <a:pt x="6001" y="154305"/>
                      <a:pt x="6572" y="154305"/>
                    </a:cubicBezTo>
                    <a:cubicBezTo>
                      <a:pt x="7049" y="154305"/>
                      <a:pt x="7668" y="154020"/>
                      <a:pt x="8430" y="153448"/>
                    </a:cubicBezTo>
                    <a:cubicBezTo>
                      <a:pt x="8525" y="154305"/>
                      <a:pt x="8882" y="155258"/>
                      <a:pt x="9501" y="156306"/>
                    </a:cubicBezTo>
                    <a:cubicBezTo>
                      <a:pt x="10120" y="157353"/>
                      <a:pt x="10573" y="158115"/>
                      <a:pt x="10859" y="158592"/>
                    </a:cubicBezTo>
                    <a:lnTo>
                      <a:pt x="15145" y="163449"/>
                    </a:lnTo>
                    <a:cubicBezTo>
                      <a:pt x="18764" y="167640"/>
                      <a:pt x="21574" y="170593"/>
                      <a:pt x="23574" y="172308"/>
                    </a:cubicBezTo>
                    <a:cubicBezTo>
                      <a:pt x="25003" y="171641"/>
                      <a:pt x="25908" y="171069"/>
                      <a:pt x="26289" y="170593"/>
                    </a:cubicBezTo>
                    <a:cubicBezTo>
                      <a:pt x="26861" y="170117"/>
                      <a:pt x="27694" y="169450"/>
                      <a:pt x="28789" y="168593"/>
                    </a:cubicBezTo>
                    <a:cubicBezTo>
                      <a:pt x="29885" y="167736"/>
                      <a:pt x="30766" y="166974"/>
                      <a:pt x="31433" y="166307"/>
                    </a:cubicBezTo>
                    <a:cubicBezTo>
                      <a:pt x="32290" y="166021"/>
                      <a:pt x="32980" y="165402"/>
                      <a:pt x="33504" y="164450"/>
                    </a:cubicBezTo>
                    <a:cubicBezTo>
                      <a:pt x="34028" y="163497"/>
                      <a:pt x="34385" y="162878"/>
                      <a:pt x="34576" y="162592"/>
                    </a:cubicBezTo>
                    <a:lnTo>
                      <a:pt x="46863" y="154020"/>
                    </a:lnTo>
                    <a:cubicBezTo>
                      <a:pt x="47339" y="153829"/>
                      <a:pt x="48244" y="153639"/>
                      <a:pt x="49578" y="153448"/>
                    </a:cubicBezTo>
                    <a:cubicBezTo>
                      <a:pt x="50149" y="153543"/>
                      <a:pt x="50959" y="153591"/>
                      <a:pt x="52007" y="153591"/>
                    </a:cubicBezTo>
                    <a:cubicBezTo>
                      <a:pt x="53054" y="153591"/>
                      <a:pt x="53816" y="153639"/>
                      <a:pt x="54293" y="153734"/>
                    </a:cubicBezTo>
                    <a:cubicBezTo>
                      <a:pt x="54483" y="153924"/>
                      <a:pt x="54888" y="154163"/>
                      <a:pt x="55507" y="154448"/>
                    </a:cubicBezTo>
                    <a:cubicBezTo>
                      <a:pt x="56126" y="154734"/>
                      <a:pt x="56388" y="155115"/>
                      <a:pt x="56293" y="155591"/>
                    </a:cubicBezTo>
                    <a:cubicBezTo>
                      <a:pt x="56769" y="156163"/>
                      <a:pt x="57007" y="157020"/>
                      <a:pt x="57007" y="158163"/>
                    </a:cubicBezTo>
                    <a:cubicBezTo>
                      <a:pt x="56912" y="158449"/>
                      <a:pt x="56793" y="158949"/>
                      <a:pt x="56650" y="159663"/>
                    </a:cubicBezTo>
                    <a:cubicBezTo>
                      <a:pt x="56507" y="160378"/>
                      <a:pt x="56293" y="161021"/>
                      <a:pt x="56007" y="161592"/>
                    </a:cubicBezTo>
                    <a:cubicBezTo>
                      <a:pt x="55531" y="162354"/>
                      <a:pt x="54959" y="163021"/>
                      <a:pt x="54293" y="163592"/>
                    </a:cubicBezTo>
                    <a:cubicBezTo>
                      <a:pt x="54007" y="164069"/>
                      <a:pt x="53483" y="164783"/>
                      <a:pt x="52721" y="165735"/>
                    </a:cubicBezTo>
                    <a:cubicBezTo>
                      <a:pt x="52054" y="166402"/>
                      <a:pt x="50840" y="167521"/>
                      <a:pt x="49078" y="169093"/>
                    </a:cubicBezTo>
                    <a:cubicBezTo>
                      <a:pt x="47316" y="170665"/>
                      <a:pt x="45768" y="172189"/>
                      <a:pt x="44434" y="173665"/>
                    </a:cubicBezTo>
                    <a:cubicBezTo>
                      <a:pt x="43101" y="175141"/>
                      <a:pt x="42005" y="176642"/>
                      <a:pt x="41148" y="178166"/>
                    </a:cubicBezTo>
                    <a:cubicBezTo>
                      <a:pt x="40481" y="178928"/>
                      <a:pt x="39529" y="179785"/>
                      <a:pt x="38291" y="180737"/>
                    </a:cubicBezTo>
                    <a:cubicBezTo>
                      <a:pt x="36862" y="181976"/>
                      <a:pt x="35862" y="182904"/>
                      <a:pt x="35290" y="183523"/>
                    </a:cubicBezTo>
                    <a:cubicBezTo>
                      <a:pt x="34719" y="184142"/>
                      <a:pt x="34433" y="184928"/>
                      <a:pt x="34433" y="185881"/>
                    </a:cubicBezTo>
                    <a:cubicBezTo>
                      <a:pt x="34433" y="186167"/>
                      <a:pt x="34528" y="186595"/>
                      <a:pt x="34719" y="187167"/>
                    </a:cubicBezTo>
                    <a:cubicBezTo>
                      <a:pt x="35100" y="188024"/>
                      <a:pt x="35719" y="188976"/>
                      <a:pt x="36576" y="190024"/>
                    </a:cubicBezTo>
                    <a:cubicBezTo>
                      <a:pt x="36957" y="192596"/>
                      <a:pt x="37148" y="196501"/>
                      <a:pt x="37148" y="201740"/>
                    </a:cubicBezTo>
                    <a:lnTo>
                      <a:pt x="37148" y="213599"/>
                    </a:lnTo>
                    <a:cubicBezTo>
                      <a:pt x="37148" y="213789"/>
                      <a:pt x="37195" y="214099"/>
                      <a:pt x="37290" y="214527"/>
                    </a:cubicBezTo>
                    <a:cubicBezTo>
                      <a:pt x="37386" y="214956"/>
                      <a:pt x="37481" y="215313"/>
                      <a:pt x="37576" y="215599"/>
                    </a:cubicBezTo>
                    <a:cubicBezTo>
                      <a:pt x="37481" y="216456"/>
                      <a:pt x="37433" y="217647"/>
                      <a:pt x="37433" y="219171"/>
                    </a:cubicBezTo>
                    <a:cubicBezTo>
                      <a:pt x="37433" y="220409"/>
                      <a:pt x="37481" y="221314"/>
                      <a:pt x="37576" y="221885"/>
                    </a:cubicBezTo>
                    <a:cubicBezTo>
                      <a:pt x="37957" y="222933"/>
                      <a:pt x="38148" y="224076"/>
                      <a:pt x="38148" y="225314"/>
                    </a:cubicBezTo>
                    <a:cubicBezTo>
                      <a:pt x="38148" y="226076"/>
                      <a:pt x="38052" y="227219"/>
                      <a:pt x="37862" y="228743"/>
                    </a:cubicBezTo>
                    <a:cubicBezTo>
                      <a:pt x="37672" y="230458"/>
                      <a:pt x="37576" y="231648"/>
                      <a:pt x="37576" y="232315"/>
                    </a:cubicBezTo>
                    <a:cubicBezTo>
                      <a:pt x="37862" y="233744"/>
                      <a:pt x="38005" y="235887"/>
                      <a:pt x="38005" y="238745"/>
                    </a:cubicBezTo>
                    <a:lnTo>
                      <a:pt x="38005" y="241888"/>
                    </a:lnTo>
                    <a:lnTo>
                      <a:pt x="37862" y="245174"/>
                    </a:lnTo>
                    <a:cubicBezTo>
                      <a:pt x="37862" y="245841"/>
                      <a:pt x="37910" y="246365"/>
                      <a:pt x="38005" y="246746"/>
                    </a:cubicBezTo>
                    <a:cubicBezTo>
                      <a:pt x="37910" y="247317"/>
                      <a:pt x="37791" y="248127"/>
                      <a:pt x="37648" y="249174"/>
                    </a:cubicBezTo>
                    <a:cubicBezTo>
                      <a:pt x="37505" y="250222"/>
                      <a:pt x="37338" y="251079"/>
                      <a:pt x="37148" y="251746"/>
                    </a:cubicBezTo>
                    <a:cubicBezTo>
                      <a:pt x="36576" y="252984"/>
                      <a:pt x="35671" y="254080"/>
                      <a:pt x="34433" y="255032"/>
                    </a:cubicBezTo>
                    <a:cubicBezTo>
                      <a:pt x="33385" y="255413"/>
                      <a:pt x="32147" y="255604"/>
                      <a:pt x="30718" y="255604"/>
                    </a:cubicBezTo>
                    <a:cubicBezTo>
                      <a:pt x="29194" y="255604"/>
                      <a:pt x="27837" y="255318"/>
                      <a:pt x="26646" y="254747"/>
                    </a:cubicBezTo>
                    <a:cubicBezTo>
                      <a:pt x="25456" y="254175"/>
                      <a:pt x="24622" y="253270"/>
                      <a:pt x="24146" y="252032"/>
                    </a:cubicBezTo>
                    <a:cubicBezTo>
                      <a:pt x="23098" y="250984"/>
                      <a:pt x="22336" y="250032"/>
                      <a:pt x="21860" y="249174"/>
                    </a:cubicBezTo>
                    <a:cubicBezTo>
                      <a:pt x="21384" y="248317"/>
                      <a:pt x="21241" y="247365"/>
                      <a:pt x="21431" y="246317"/>
                    </a:cubicBezTo>
                    <a:cubicBezTo>
                      <a:pt x="20860" y="245460"/>
                      <a:pt x="20574" y="244555"/>
                      <a:pt x="20574" y="243602"/>
                    </a:cubicBezTo>
                    <a:cubicBezTo>
                      <a:pt x="20574" y="243507"/>
                      <a:pt x="20717" y="242459"/>
                      <a:pt x="21003" y="240459"/>
                    </a:cubicBezTo>
                    <a:cubicBezTo>
                      <a:pt x="21479" y="234554"/>
                      <a:pt x="21812" y="228029"/>
                      <a:pt x="22003" y="220885"/>
                    </a:cubicBezTo>
                    <a:cubicBezTo>
                      <a:pt x="22193" y="215551"/>
                      <a:pt x="22384" y="211598"/>
                      <a:pt x="22574" y="209027"/>
                    </a:cubicBezTo>
                    <a:cubicBezTo>
                      <a:pt x="22765" y="207503"/>
                      <a:pt x="22860" y="206360"/>
                      <a:pt x="22860" y="205598"/>
                    </a:cubicBezTo>
                    <a:cubicBezTo>
                      <a:pt x="23336" y="202169"/>
                      <a:pt x="23622" y="198740"/>
                      <a:pt x="23717" y="195311"/>
                    </a:cubicBezTo>
                    <a:cubicBezTo>
                      <a:pt x="23622" y="194549"/>
                      <a:pt x="23479" y="193977"/>
                      <a:pt x="23289" y="193596"/>
                    </a:cubicBezTo>
                    <a:cubicBezTo>
                      <a:pt x="23098" y="193215"/>
                      <a:pt x="22765" y="192977"/>
                      <a:pt x="22289" y="192882"/>
                    </a:cubicBezTo>
                    <a:cubicBezTo>
                      <a:pt x="22003" y="192691"/>
                      <a:pt x="21027" y="192191"/>
                      <a:pt x="19360" y="191381"/>
                    </a:cubicBezTo>
                    <a:cubicBezTo>
                      <a:pt x="17693" y="190572"/>
                      <a:pt x="16240" y="189596"/>
                      <a:pt x="15002" y="188453"/>
                    </a:cubicBezTo>
                    <a:cubicBezTo>
                      <a:pt x="14716" y="187976"/>
                      <a:pt x="14288" y="187476"/>
                      <a:pt x="13716" y="186952"/>
                    </a:cubicBezTo>
                    <a:cubicBezTo>
                      <a:pt x="13145" y="186428"/>
                      <a:pt x="12811" y="185881"/>
                      <a:pt x="12716" y="185309"/>
                    </a:cubicBezTo>
                    <a:cubicBezTo>
                      <a:pt x="12049" y="184643"/>
                      <a:pt x="11573" y="183833"/>
                      <a:pt x="11287" y="182880"/>
                    </a:cubicBezTo>
                    <a:cubicBezTo>
                      <a:pt x="11002" y="181928"/>
                      <a:pt x="10859" y="181356"/>
                      <a:pt x="10859" y="181166"/>
                    </a:cubicBezTo>
                    <a:cubicBezTo>
                      <a:pt x="10573" y="180690"/>
                      <a:pt x="10406" y="180071"/>
                      <a:pt x="10359" y="179309"/>
                    </a:cubicBezTo>
                    <a:cubicBezTo>
                      <a:pt x="10311" y="178547"/>
                      <a:pt x="10192" y="177904"/>
                      <a:pt x="10001" y="177380"/>
                    </a:cubicBezTo>
                    <a:cubicBezTo>
                      <a:pt x="9811" y="176856"/>
                      <a:pt x="9430" y="176451"/>
                      <a:pt x="8858" y="176165"/>
                    </a:cubicBezTo>
                    <a:cubicBezTo>
                      <a:pt x="7811" y="174546"/>
                      <a:pt x="6810" y="172736"/>
                      <a:pt x="5858" y="170736"/>
                    </a:cubicBezTo>
                    <a:lnTo>
                      <a:pt x="4572" y="168164"/>
                    </a:lnTo>
                    <a:cubicBezTo>
                      <a:pt x="4763" y="167498"/>
                      <a:pt x="4858" y="166545"/>
                      <a:pt x="4858" y="165307"/>
                    </a:cubicBezTo>
                    <a:cubicBezTo>
                      <a:pt x="4763" y="164831"/>
                      <a:pt x="4644" y="163878"/>
                      <a:pt x="4501" y="162449"/>
                    </a:cubicBezTo>
                    <a:cubicBezTo>
                      <a:pt x="4358" y="161021"/>
                      <a:pt x="4001" y="159925"/>
                      <a:pt x="3429" y="159163"/>
                    </a:cubicBezTo>
                    <a:lnTo>
                      <a:pt x="3143" y="158163"/>
                    </a:lnTo>
                    <a:cubicBezTo>
                      <a:pt x="3143" y="157877"/>
                      <a:pt x="3239" y="157663"/>
                      <a:pt x="3429" y="157520"/>
                    </a:cubicBezTo>
                    <a:cubicBezTo>
                      <a:pt x="3620" y="157377"/>
                      <a:pt x="3905" y="157211"/>
                      <a:pt x="4286" y="157020"/>
                    </a:cubicBezTo>
                    <a:cubicBezTo>
                      <a:pt x="4667" y="155496"/>
                      <a:pt x="4763" y="154353"/>
                      <a:pt x="4572" y="153591"/>
                    </a:cubicBezTo>
                    <a:cubicBezTo>
                      <a:pt x="4667" y="153401"/>
                      <a:pt x="4858" y="153115"/>
                      <a:pt x="5144" y="152734"/>
                    </a:cubicBezTo>
                    <a:close/>
                    <a:moveTo>
                      <a:pt x="81725" y="142161"/>
                    </a:moveTo>
                    <a:lnTo>
                      <a:pt x="82010" y="142304"/>
                    </a:lnTo>
                    <a:cubicBezTo>
                      <a:pt x="81820" y="142685"/>
                      <a:pt x="81772" y="142971"/>
                      <a:pt x="81868" y="143161"/>
                    </a:cubicBezTo>
                    <a:cubicBezTo>
                      <a:pt x="82248" y="143352"/>
                      <a:pt x="82677" y="143685"/>
                      <a:pt x="83153" y="144161"/>
                    </a:cubicBezTo>
                    <a:cubicBezTo>
                      <a:pt x="83630" y="144638"/>
                      <a:pt x="84058" y="144995"/>
                      <a:pt x="84439" y="145233"/>
                    </a:cubicBezTo>
                    <a:cubicBezTo>
                      <a:pt x="84820" y="145471"/>
                      <a:pt x="85296" y="145495"/>
                      <a:pt x="85868" y="145304"/>
                    </a:cubicBezTo>
                    <a:cubicBezTo>
                      <a:pt x="86058" y="145209"/>
                      <a:pt x="86344" y="145019"/>
                      <a:pt x="86725" y="144733"/>
                    </a:cubicBezTo>
                    <a:cubicBezTo>
                      <a:pt x="87106" y="144447"/>
                      <a:pt x="87440" y="144495"/>
                      <a:pt x="87725" y="144876"/>
                    </a:cubicBezTo>
                    <a:cubicBezTo>
                      <a:pt x="87821" y="145066"/>
                      <a:pt x="88249" y="145971"/>
                      <a:pt x="89011" y="147590"/>
                    </a:cubicBezTo>
                    <a:cubicBezTo>
                      <a:pt x="89868" y="148924"/>
                      <a:pt x="90345" y="150162"/>
                      <a:pt x="90440" y="151305"/>
                    </a:cubicBezTo>
                    <a:cubicBezTo>
                      <a:pt x="90249" y="152162"/>
                      <a:pt x="89630" y="153591"/>
                      <a:pt x="88583" y="155591"/>
                    </a:cubicBezTo>
                    <a:cubicBezTo>
                      <a:pt x="88202" y="156734"/>
                      <a:pt x="88154" y="157544"/>
                      <a:pt x="88440" y="158020"/>
                    </a:cubicBezTo>
                    <a:lnTo>
                      <a:pt x="105442" y="166021"/>
                    </a:lnTo>
                    <a:cubicBezTo>
                      <a:pt x="106013" y="166497"/>
                      <a:pt x="106799" y="167140"/>
                      <a:pt x="107799" y="167950"/>
                    </a:cubicBezTo>
                    <a:cubicBezTo>
                      <a:pt x="108799" y="168760"/>
                      <a:pt x="109728" y="169379"/>
                      <a:pt x="110585" y="169807"/>
                    </a:cubicBezTo>
                    <a:cubicBezTo>
                      <a:pt x="111443" y="170236"/>
                      <a:pt x="112347" y="170450"/>
                      <a:pt x="113300" y="170450"/>
                    </a:cubicBezTo>
                    <a:cubicBezTo>
                      <a:pt x="113871" y="170069"/>
                      <a:pt x="114633" y="169855"/>
                      <a:pt x="115586" y="169807"/>
                    </a:cubicBezTo>
                    <a:cubicBezTo>
                      <a:pt x="116538" y="169760"/>
                      <a:pt x="117300" y="169688"/>
                      <a:pt x="117872" y="169593"/>
                    </a:cubicBezTo>
                    <a:cubicBezTo>
                      <a:pt x="120158" y="169593"/>
                      <a:pt x="121825" y="169403"/>
                      <a:pt x="122873" y="169022"/>
                    </a:cubicBezTo>
                    <a:cubicBezTo>
                      <a:pt x="125254" y="168641"/>
                      <a:pt x="126968" y="168117"/>
                      <a:pt x="128016" y="167450"/>
                    </a:cubicBezTo>
                    <a:cubicBezTo>
                      <a:pt x="128302" y="167640"/>
                      <a:pt x="128659" y="167831"/>
                      <a:pt x="129088" y="168021"/>
                    </a:cubicBezTo>
                    <a:cubicBezTo>
                      <a:pt x="129516" y="168212"/>
                      <a:pt x="129778" y="168498"/>
                      <a:pt x="129874" y="168879"/>
                    </a:cubicBezTo>
                    <a:cubicBezTo>
                      <a:pt x="130540" y="168879"/>
                      <a:pt x="131064" y="168998"/>
                      <a:pt x="131445" y="169236"/>
                    </a:cubicBezTo>
                    <a:cubicBezTo>
                      <a:pt x="131826" y="169474"/>
                      <a:pt x="131778" y="169784"/>
                      <a:pt x="131302" y="170165"/>
                    </a:cubicBezTo>
                    <a:lnTo>
                      <a:pt x="131302" y="170879"/>
                    </a:lnTo>
                    <a:cubicBezTo>
                      <a:pt x="131302" y="171546"/>
                      <a:pt x="131159" y="172260"/>
                      <a:pt x="130874" y="173022"/>
                    </a:cubicBezTo>
                    <a:cubicBezTo>
                      <a:pt x="130493" y="173213"/>
                      <a:pt x="130064" y="173617"/>
                      <a:pt x="129588" y="174236"/>
                    </a:cubicBezTo>
                    <a:cubicBezTo>
                      <a:pt x="129112" y="174856"/>
                      <a:pt x="128635" y="175213"/>
                      <a:pt x="128159" y="175308"/>
                    </a:cubicBezTo>
                    <a:cubicBezTo>
                      <a:pt x="127397" y="175975"/>
                      <a:pt x="126897" y="176903"/>
                      <a:pt x="126659" y="178094"/>
                    </a:cubicBezTo>
                    <a:cubicBezTo>
                      <a:pt x="126421" y="179285"/>
                      <a:pt x="126254" y="180071"/>
                      <a:pt x="126159" y="180452"/>
                    </a:cubicBezTo>
                    <a:cubicBezTo>
                      <a:pt x="126159" y="180737"/>
                      <a:pt x="126111" y="181166"/>
                      <a:pt x="126016" y="181737"/>
                    </a:cubicBezTo>
                    <a:cubicBezTo>
                      <a:pt x="125921" y="182309"/>
                      <a:pt x="125778" y="182833"/>
                      <a:pt x="125587" y="183309"/>
                    </a:cubicBezTo>
                    <a:cubicBezTo>
                      <a:pt x="124444" y="184643"/>
                      <a:pt x="123635" y="185690"/>
                      <a:pt x="123158" y="186452"/>
                    </a:cubicBezTo>
                    <a:cubicBezTo>
                      <a:pt x="121063" y="187595"/>
                      <a:pt x="119491" y="188262"/>
                      <a:pt x="118444" y="188453"/>
                    </a:cubicBezTo>
                    <a:cubicBezTo>
                      <a:pt x="117777" y="188643"/>
                      <a:pt x="116896" y="188953"/>
                      <a:pt x="115800" y="189381"/>
                    </a:cubicBezTo>
                    <a:cubicBezTo>
                      <a:pt x="114705" y="189810"/>
                      <a:pt x="113776" y="189977"/>
                      <a:pt x="113014" y="189881"/>
                    </a:cubicBezTo>
                    <a:cubicBezTo>
                      <a:pt x="112157" y="189405"/>
                      <a:pt x="111062" y="189048"/>
                      <a:pt x="109728" y="188810"/>
                    </a:cubicBezTo>
                    <a:cubicBezTo>
                      <a:pt x="108395" y="188572"/>
                      <a:pt x="107394" y="188357"/>
                      <a:pt x="106728" y="188167"/>
                    </a:cubicBezTo>
                    <a:cubicBezTo>
                      <a:pt x="106537" y="187976"/>
                      <a:pt x="105204" y="186929"/>
                      <a:pt x="102727" y="185024"/>
                    </a:cubicBezTo>
                    <a:cubicBezTo>
                      <a:pt x="102441" y="184833"/>
                      <a:pt x="101560" y="184190"/>
                      <a:pt x="100084" y="183095"/>
                    </a:cubicBezTo>
                    <a:cubicBezTo>
                      <a:pt x="98608" y="181999"/>
                      <a:pt x="97393" y="180833"/>
                      <a:pt x="96441" y="179594"/>
                    </a:cubicBezTo>
                    <a:cubicBezTo>
                      <a:pt x="96631" y="179785"/>
                      <a:pt x="95250" y="178689"/>
                      <a:pt x="92297" y="176308"/>
                    </a:cubicBezTo>
                    <a:cubicBezTo>
                      <a:pt x="88392" y="173355"/>
                      <a:pt x="85439" y="170736"/>
                      <a:pt x="83439" y="168450"/>
                    </a:cubicBezTo>
                    <a:cubicBezTo>
                      <a:pt x="83344" y="168260"/>
                      <a:pt x="83249" y="167926"/>
                      <a:pt x="83153" y="167450"/>
                    </a:cubicBezTo>
                    <a:cubicBezTo>
                      <a:pt x="83058" y="166974"/>
                      <a:pt x="82939" y="166640"/>
                      <a:pt x="82796" y="166450"/>
                    </a:cubicBezTo>
                    <a:cubicBezTo>
                      <a:pt x="82653" y="166259"/>
                      <a:pt x="82439" y="166259"/>
                      <a:pt x="82153" y="166450"/>
                    </a:cubicBezTo>
                    <a:cubicBezTo>
                      <a:pt x="81677" y="166926"/>
                      <a:pt x="81010" y="167926"/>
                      <a:pt x="80153" y="169450"/>
                    </a:cubicBezTo>
                    <a:cubicBezTo>
                      <a:pt x="79582" y="170117"/>
                      <a:pt x="78867" y="171022"/>
                      <a:pt x="78010" y="172165"/>
                    </a:cubicBezTo>
                    <a:cubicBezTo>
                      <a:pt x="77153" y="173308"/>
                      <a:pt x="76272" y="174236"/>
                      <a:pt x="75367" y="174951"/>
                    </a:cubicBezTo>
                    <a:cubicBezTo>
                      <a:pt x="74462" y="175665"/>
                      <a:pt x="73486" y="176070"/>
                      <a:pt x="72438" y="176165"/>
                    </a:cubicBezTo>
                    <a:cubicBezTo>
                      <a:pt x="71485" y="176832"/>
                      <a:pt x="70461" y="177713"/>
                      <a:pt x="69366" y="178808"/>
                    </a:cubicBezTo>
                    <a:cubicBezTo>
                      <a:pt x="68271" y="179904"/>
                      <a:pt x="67437" y="180690"/>
                      <a:pt x="66866" y="181166"/>
                    </a:cubicBezTo>
                    <a:cubicBezTo>
                      <a:pt x="65246" y="181737"/>
                      <a:pt x="62913" y="182880"/>
                      <a:pt x="59865" y="184595"/>
                    </a:cubicBezTo>
                    <a:cubicBezTo>
                      <a:pt x="59198" y="184785"/>
                      <a:pt x="58293" y="185143"/>
                      <a:pt x="57150" y="185666"/>
                    </a:cubicBezTo>
                    <a:cubicBezTo>
                      <a:pt x="56007" y="186190"/>
                      <a:pt x="55150" y="186548"/>
                      <a:pt x="54578" y="186738"/>
                    </a:cubicBezTo>
                    <a:cubicBezTo>
                      <a:pt x="53531" y="186643"/>
                      <a:pt x="52673" y="186500"/>
                      <a:pt x="52007" y="186309"/>
                    </a:cubicBezTo>
                    <a:cubicBezTo>
                      <a:pt x="51340" y="186119"/>
                      <a:pt x="50768" y="185786"/>
                      <a:pt x="50292" y="185309"/>
                    </a:cubicBezTo>
                    <a:cubicBezTo>
                      <a:pt x="50102" y="185214"/>
                      <a:pt x="49697" y="185095"/>
                      <a:pt x="49078" y="184952"/>
                    </a:cubicBezTo>
                    <a:cubicBezTo>
                      <a:pt x="48459" y="184809"/>
                      <a:pt x="47911" y="184595"/>
                      <a:pt x="47435" y="184309"/>
                    </a:cubicBezTo>
                    <a:lnTo>
                      <a:pt x="46720" y="184309"/>
                    </a:lnTo>
                    <a:cubicBezTo>
                      <a:pt x="45958" y="184309"/>
                      <a:pt x="45315" y="184095"/>
                      <a:pt x="44791" y="183666"/>
                    </a:cubicBezTo>
                    <a:cubicBezTo>
                      <a:pt x="44268" y="183238"/>
                      <a:pt x="44006" y="182642"/>
                      <a:pt x="44006" y="181880"/>
                    </a:cubicBezTo>
                    <a:cubicBezTo>
                      <a:pt x="44006" y="181595"/>
                      <a:pt x="44077" y="181190"/>
                      <a:pt x="44220" y="180666"/>
                    </a:cubicBezTo>
                    <a:cubicBezTo>
                      <a:pt x="44363" y="180142"/>
                      <a:pt x="44387" y="179690"/>
                      <a:pt x="44291" y="179309"/>
                    </a:cubicBezTo>
                    <a:cubicBezTo>
                      <a:pt x="44768" y="178832"/>
                      <a:pt x="45482" y="178404"/>
                      <a:pt x="46434" y="178023"/>
                    </a:cubicBezTo>
                    <a:cubicBezTo>
                      <a:pt x="47387" y="177642"/>
                      <a:pt x="48101" y="177356"/>
                      <a:pt x="48578" y="177165"/>
                    </a:cubicBezTo>
                    <a:cubicBezTo>
                      <a:pt x="50673" y="176784"/>
                      <a:pt x="52197" y="176213"/>
                      <a:pt x="53150" y="175451"/>
                    </a:cubicBezTo>
                    <a:cubicBezTo>
                      <a:pt x="54007" y="174498"/>
                      <a:pt x="55174" y="173665"/>
                      <a:pt x="56650" y="172951"/>
                    </a:cubicBezTo>
                    <a:cubicBezTo>
                      <a:pt x="58126" y="172236"/>
                      <a:pt x="59198" y="171689"/>
                      <a:pt x="59865" y="171308"/>
                    </a:cubicBezTo>
                    <a:cubicBezTo>
                      <a:pt x="61389" y="169879"/>
                      <a:pt x="62865" y="168736"/>
                      <a:pt x="64294" y="167879"/>
                    </a:cubicBezTo>
                    <a:cubicBezTo>
                      <a:pt x="65342" y="167021"/>
                      <a:pt x="66270" y="165997"/>
                      <a:pt x="67080" y="164807"/>
                    </a:cubicBezTo>
                    <a:cubicBezTo>
                      <a:pt x="67890" y="163616"/>
                      <a:pt x="68390" y="162926"/>
                      <a:pt x="68580" y="162735"/>
                    </a:cubicBezTo>
                    <a:cubicBezTo>
                      <a:pt x="69152" y="161783"/>
                      <a:pt x="69818" y="160830"/>
                      <a:pt x="70580" y="159878"/>
                    </a:cubicBezTo>
                    <a:cubicBezTo>
                      <a:pt x="70771" y="159687"/>
                      <a:pt x="71176" y="159258"/>
                      <a:pt x="71795" y="158592"/>
                    </a:cubicBezTo>
                    <a:cubicBezTo>
                      <a:pt x="72414" y="157925"/>
                      <a:pt x="72819" y="157258"/>
                      <a:pt x="73009" y="156591"/>
                    </a:cubicBezTo>
                    <a:cubicBezTo>
                      <a:pt x="74057" y="155163"/>
                      <a:pt x="75343" y="152924"/>
                      <a:pt x="76867" y="149876"/>
                    </a:cubicBezTo>
                    <a:cubicBezTo>
                      <a:pt x="78010" y="146447"/>
                      <a:pt x="79629" y="143876"/>
                      <a:pt x="81725" y="142161"/>
                    </a:cubicBezTo>
                    <a:close/>
                    <a:moveTo>
                      <a:pt x="36862" y="99013"/>
                    </a:moveTo>
                    <a:cubicBezTo>
                      <a:pt x="36671" y="99108"/>
                      <a:pt x="36314" y="99227"/>
                      <a:pt x="35790" y="99370"/>
                    </a:cubicBezTo>
                    <a:cubicBezTo>
                      <a:pt x="35266" y="99513"/>
                      <a:pt x="35052" y="99822"/>
                      <a:pt x="35147" y="100299"/>
                    </a:cubicBezTo>
                    <a:cubicBezTo>
                      <a:pt x="35338" y="100203"/>
                      <a:pt x="35671" y="100108"/>
                      <a:pt x="36148" y="100013"/>
                    </a:cubicBezTo>
                    <a:cubicBezTo>
                      <a:pt x="36624" y="99918"/>
                      <a:pt x="36910" y="99680"/>
                      <a:pt x="37005" y="99299"/>
                    </a:cubicBezTo>
                    <a:close/>
                    <a:moveTo>
                      <a:pt x="20717" y="94869"/>
                    </a:moveTo>
                    <a:lnTo>
                      <a:pt x="22289" y="95012"/>
                    </a:lnTo>
                    <a:cubicBezTo>
                      <a:pt x="22574" y="95108"/>
                      <a:pt x="23027" y="95274"/>
                      <a:pt x="23646" y="95512"/>
                    </a:cubicBezTo>
                    <a:cubicBezTo>
                      <a:pt x="24265" y="95750"/>
                      <a:pt x="24718" y="96108"/>
                      <a:pt x="25003" y="96584"/>
                    </a:cubicBezTo>
                    <a:cubicBezTo>
                      <a:pt x="22527" y="95822"/>
                      <a:pt x="20669" y="95298"/>
                      <a:pt x="19431" y="95012"/>
                    </a:cubicBezTo>
                    <a:close/>
                    <a:moveTo>
                      <a:pt x="46720" y="83154"/>
                    </a:moveTo>
                    <a:cubicBezTo>
                      <a:pt x="45577" y="83344"/>
                      <a:pt x="44720" y="83535"/>
                      <a:pt x="44148" y="83725"/>
                    </a:cubicBezTo>
                    <a:lnTo>
                      <a:pt x="44148" y="83868"/>
                    </a:lnTo>
                    <a:lnTo>
                      <a:pt x="46720" y="83297"/>
                    </a:lnTo>
                    <a:close/>
                    <a:moveTo>
                      <a:pt x="73438" y="40005"/>
                    </a:moveTo>
                    <a:lnTo>
                      <a:pt x="74009" y="40434"/>
                    </a:lnTo>
                    <a:cubicBezTo>
                      <a:pt x="74200" y="40625"/>
                      <a:pt x="74581" y="40815"/>
                      <a:pt x="75152" y="41006"/>
                    </a:cubicBezTo>
                    <a:cubicBezTo>
                      <a:pt x="76772" y="41196"/>
                      <a:pt x="77962" y="41625"/>
                      <a:pt x="78724" y="42291"/>
                    </a:cubicBezTo>
                    <a:cubicBezTo>
                      <a:pt x="80344" y="44387"/>
                      <a:pt x="81153" y="46816"/>
                      <a:pt x="81153" y="49578"/>
                    </a:cubicBezTo>
                    <a:cubicBezTo>
                      <a:pt x="81153" y="50531"/>
                      <a:pt x="80820" y="51245"/>
                      <a:pt x="80153" y="51721"/>
                    </a:cubicBezTo>
                    <a:cubicBezTo>
                      <a:pt x="79486" y="52197"/>
                      <a:pt x="78581" y="52650"/>
                      <a:pt x="77438" y="53078"/>
                    </a:cubicBezTo>
                    <a:cubicBezTo>
                      <a:pt x="76295" y="53507"/>
                      <a:pt x="75486" y="53864"/>
                      <a:pt x="75010" y="54150"/>
                    </a:cubicBezTo>
                    <a:cubicBezTo>
                      <a:pt x="74628" y="54245"/>
                      <a:pt x="73866" y="54364"/>
                      <a:pt x="72724" y="54507"/>
                    </a:cubicBezTo>
                    <a:cubicBezTo>
                      <a:pt x="71580" y="54650"/>
                      <a:pt x="70533" y="54912"/>
                      <a:pt x="69580" y="55293"/>
                    </a:cubicBezTo>
                    <a:cubicBezTo>
                      <a:pt x="69104" y="55293"/>
                      <a:pt x="68485" y="55103"/>
                      <a:pt x="67723" y="54722"/>
                    </a:cubicBezTo>
                    <a:cubicBezTo>
                      <a:pt x="62960" y="55388"/>
                      <a:pt x="56293" y="56769"/>
                      <a:pt x="47720" y="58865"/>
                    </a:cubicBezTo>
                    <a:lnTo>
                      <a:pt x="47863" y="63866"/>
                    </a:lnTo>
                    <a:cubicBezTo>
                      <a:pt x="48530" y="63580"/>
                      <a:pt x="49816" y="62984"/>
                      <a:pt x="51721" y="62080"/>
                    </a:cubicBezTo>
                    <a:cubicBezTo>
                      <a:pt x="53626" y="61175"/>
                      <a:pt x="55436" y="60675"/>
                      <a:pt x="57150" y="60579"/>
                    </a:cubicBezTo>
                    <a:cubicBezTo>
                      <a:pt x="57436" y="60484"/>
                      <a:pt x="58103" y="60270"/>
                      <a:pt x="59150" y="59936"/>
                    </a:cubicBezTo>
                    <a:cubicBezTo>
                      <a:pt x="60198" y="59603"/>
                      <a:pt x="61055" y="59151"/>
                      <a:pt x="61722" y="58579"/>
                    </a:cubicBezTo>
                    <a:cubicBezTo>
                      <a:pt x="63246" y="58484"/>
                      <a:pt x="64532" y="58508"/>
                      <a:pt x="65580" y="58651"/>
                    </a:cubicBezTo>
                    <a:cubicBezTo>
                      <a:pt x="66628" y="58793"/>
                      <a:pt x="67580" y="59198"/>
                      <a:pt x="68437" y="59865"/>
                    </a:cubicBezTo>
                    <a:cubicBezTo>
                      <a:pt x="69390" y="60246"/>
                      <a:pt x="69961" y="60675"/>
                      <a:pt x="70152" y="61151"/>
                    </a:cubicBezTo>
                    <a:cubicBezTo>
                      <a:pt x="70533" y="61437"/>
                      <a:pt x="71057" y="61984"/>
                      <a:pt x="71723" y="62794"/>
                    </a:cubicBezTo>
                    <a:cubicBezTo>
                      <a:pt x="72390" y="63604"/>
                      <a:pt x="72962" y="64199"/>
                      <a:pt x="73438" y="64580"/>
                    </a:cubicBezTo>
                    <a:cubicBezTo>
                      <a:pt x="73914" y="64961"/>
                      <a:pt x="74486" y="65199"/>
                      <a:pt x="75152" y="65294"/>
                    </a:cubicBezTo>
                    <a:cubicBezTo>
                      <a:pt x="75914" y="66056"/>
                      <a:pt x="76295" y="67390"/>
                      <a:pt x="76295" y="69295"/>
                    </a:cubicBezTo>
                    <a:lnTo>
                      <a:pt x="74581" y="74295"/>
                    </a:lnTo>
                    <a:cubicBezTo>
                      <a:pt x="73438" y="77439"/>
                      <a:pt x="72581" y="80201"/>
                      <a:pt x="72009" y="82582"/>
                    </a:cubicBezTo>
                    <a:cubicBezTo>
                      <a:pt x="71438" y="84963"/>
                      <a:pt x="71200" y="87392"/>
                      <a:pt x="71295" y="89869"/>
                    </a:cubicBezTo>
                    <a:cubicBezTo>
                      <a:pt x="71390" y="90821"/>
                      <a:pt x="71580" y="92107"/>
                      <a:pt x="71866" y="93726"/>
                    </a:cubicBezTo>
                    <a:cubicBezTo>
                      <a:pt x="72152" y="95346"/>
                      <a:pt x="72247" y="96774"/>
                      <a:pt x="72152" y="98013"/>
                    </a:cubicBezTo>
                    <a:cubicBezTo>
                      <a:pt x="71962" y="99156"/>
                      <a:pt x="71580" y="100370"/>
                      <a:pt x="71009" y="101656"/>
                    </a:cubicBezTo>
                    <a:cubicBezTo>
                      <a:pt x="70438" y="102942"/>
                      <a:pt x="70057" y="103823"/>
                      <a:pt x="69866" y="104299"/>
                    </a:cubicBezTo>
                    <a:cubicBezTo>
                      <a:pt x="69294" y="104966"/>
                      <a:pt x="67913" y="106061"/>
                      <a:pt x="65723" y="107585"/>
                    </a:cubicBezTo>
                    <a:cubicBezTo>
                      <a:pt x="65532" y="107681"/>
                      <a:pt x="65151" y="107895"/>
                      <a:pt x="64580" y="108228"/>
                    </a:cubicBezTo>
                    <a:cubicBezTo>
                      <a:pt x="64008" y="108562"/>
                      <a:pt x="63484" y="108633"/>
                      <a:pt x="63008" y="108443"/>
                    </a:cubicBezTo>
                    <a:cubicBezTo>
                      <a:pt x="62532" y="108728"/>
                      <a:pt x="61984" y="109085"/>
                      <a:pt x="61365" y="109514"/>
                    </a:cubicBezTo>
                    <a:cubicBezTo>
                      <a:pt x="60746" y="109943"/>
                      <a:pt x="60293" y="110300"/>
                      <a:pt x="60008" y="110586"/>
                    </a:cubicBezTo>
                    <a:cubicBezTo>
                      <a:pt x="56102" y="111538"/>
                      <a:pt x="54769" y="111491"/>
                      <a:pt x="56007" y="110443"/>
                    </a:cubicBezTo>
                    <a:lnTo>
                      <a:pt x="55436" y="110300"/>
                    </a:lnTo>
                    <a:cubicBezTo>
                      <a:pt x="55055" y="110300"/>
                      <a:pt x="54721" y="110348"/>
                      <a:pt x="54436" y="110443"/>
                    </a:cubicBezTo>
                    <a:cubicBezTo>
                      <a:pt x="54150" y="110538"/>
                      <a:pt x="53912" y="110633"/>
                      <a:pt x="53721" y="110729"/>
                    </a:cubicBezTo>
                    <a:cubicBezTo>
                      <a:pt x="53435" y="111014"/>
                      <a:pt x="52864" y="111157"/>
                      <a:pt x="52007" y="111157"/>
                    </a:cubicBezTo>
                    <a:cubicBezTo>
                      <a:pt x="51245" y="111157"/>
                      <a:pt x="50673" y="111110"/>
                      <a:pt x="50292" y="111014"/>
                    </a:cubicBezTo>
                    <a:cubicBezTo>
                      <a:pt x="50102" y="111586"/>
                      <a:pt x="49792" y="111943"/>
                      <a:pt x="49363" y="112086"/>
                    </a:cubicBezTo>
                    <a:cubicBezTo>
                      <a:pt x="48935" y="112229"/>
                      <a:pt x="48482" y="112324"/>
                      <a:pt x="48006" y="112372"/>
                    </a:cubicBezTo>
                    <a:cubicBezTo>
                      <a:pt x="47530" y="112419"/>
                      <a:pt x="47196" y="112443"/>
                      <a:pt x="47006" y="112443"/>
                    </a:cubicBezTo>
                    <a:cubicBezTo>
                      <a:pt x="46244" y="111872"/>
                      <a:pt x="45292" y="111514"/>
                      <a:pt x="44148" y="111371"/>
                    </a:cubicBezTo>
                    <a:cubicBezTo>
                      <a:pt x="43006" y="111229"/>
                      <a:pt x="42148" y="111110"/>
                      <a:pt x="41577" y="111014"/>
                    </a:cubicBezTo>
                    <a:cubicBezTo>
                      <a:pt x="41005" y="110729"/>
                      <a:pt x="40243" y="110205"/>
                      <a:pt x="39291" y="109443"/>
                    </a:cubicBezTo>
                    <a:cubicBezTo>
                      <a:pt x="38529" y="109347"/>
                      <a:pt x="37600" y="109347"/>
                      <a:pt x="36505" y="109443"/>
                    </a:cubicBezTo>
                    <a:cubicBezTo>
                      <a:pt x="35409" y="109538"/>
                      <a:pt x="34528" y="109586"/>
                      <a:pt x="33862" y="109586"/>
                    </a:cubicBezTo>
                    <a:cubicBezTo>
                      <a:pt x="32242" y="109586"/>
                      <a:pt x="30909" y="109347"/>
                      <a:pt x="29861" y="108871"/>
                    </a:cubicBezTo>
                    <a:cubicBezTo>
                      <a:pt x="29670" y="107919"/>
                      <a:pt x="29456" y="107180"/>
                      <a:pt x="29218" y="106657"/>
                    </a:cubicBezTo>
                    <a:cubicBezTo>
                      <a:pt x="28980" y="106133"/>
                      <a:pt x="28575" y="105776"/>
                      <a:pt x="28004" y="105585"/>
                    </a:cubicBezTo>
                    <a:cubicBezTo>
                      <a:pt x="27623" y="105204"/>
                      <a:pt x="27194" y="104704"/>
                      <a:pt x="26718" y="104085"/>
                    </a:cubicBezTo>
                    <a:cubicBezTo>
                      <a:pt x="26242" y="103466"/>
                      <a:pt x="25765" y="102989"/>
                      <a:pt x="25289" y="102656"/>
                    </a:cubicBezTo>
                    <a:cubicBezTo>
                      <a:pt x="24813" y="102323"/>
                      <a:pt x="24289" y="102156"/>
                      <a:pt x="23717" y="102156"/>
                    </a:cubicBezTo>
                    <a:cubicBezTo>
                      <a:pt x="23336" y="103109"/>
                      <a:pt x="22527" y="103585"/>
                      <a:pt x="21288" y="103585"/>
                    </a:cubicBezTo>
                    <a:cubicBezTo>
                      <a:pt x="20907" y="103585"/>
                      <a:pt x="20336" y="103490"/>
                      <a:pt x="19574" y="103299"/>
                    </a:cubicBezTo>
                    <a:cubicBezTo>
                      <a:pt x="18050" y="102442"/>
                      <a:pt x="17098" y="101727"/>
                      <a:pt x="16716" y="101156"/>
                    </a:cubicBezTo>
                    <a:cubicBezTo>
                      <a:pt x="16050" y="100680"/>
                      <a:pt x="15050" y="99584"/>
                      <a:pt x="13716" y="97870"/>
                    </a:cubicBezTo>
                    <a:cubicBezTo>
                      <a:pt x="13907" y="97870"/>
                      <a:pt x="14216" y="97917"/>
                      <a:pt x="14645" y="98013"/>
                    </a:cubicBezTo>
                    <a:cubicBezTo>
                      <a:pt x="15073" y="98108"/>
                      <a:pt x="15335" y="97965"/>
                      <a:pt x="15431" y="97584"/>
                    </a:cubicBezTo>
                    <a:cubicBezTo>
                      <a:pt x="15335" y="97108"/>
                      <a:pt x="15026" y="96655"/>
                      <a:pt x="14502" y="96227"/>
                    </a:cubicBezTo>
                    <a:cubicBezTo>
                      <a:pt x="13978" y="95798"/>
                      <a:pt x="13573" y="95441"/>
                      <a:pt x="13288" y="95155"/>
                    </a:cubicBezTo>
                    <a:cubicBezTo>
                      <a:pt x="12716" y="94774"/>
                      <a:pt x="12002" y="94322"/>
                      <a:pt x="11144" y="93798"/>
                    </a:cubicBezTo>
                    <a:cubicBezTo>
                      <a:pt x="10287" y="93274"/>
                      <a:pt x="9644" y="92822"/>
                      <a:pt x="9216" y="92441"/>
                    </a:cubicBezTo>
                    <a:cubicBezTo>
                      <a:pt x="8787" y="92060"/>
                      <a:pt x="8620" y="91631"/>
                      <a:pt x="8716" y="91155"/>
                    </a:cubicBezTo>
                    <a:cubicBezTo>
                      <a:pt x="9096" y="91345"/>
                      <a:pt x="9620" y="91702"/>
                      <a:pt x="10287" y="92226"/>
                    </a:cubicBezTo>
                    <a:cubicBezTo>
                      <a:pt x="10954" y="92750"/>
                      <a:pt x="11573" y="92964"/>
                      <a:pt x="12144" y="92869"/>
                    </a:cubicBezTo>
                    <a:cubicBezTo>
                      <a:pt x="13764" y="93822"/>
                      <a:pt x="15407" y="94607"/>
                      <a:pt x="17074" y="95227"/>
                    </a:cubicBezTo>
                    <a:cubicBezTo>
                      <a:pt x="18741" y="95846"/>
                      <a:pt x="20860" y="96536"/>
                      <a:pt x="23432" y="97298"/>
                    </a:cubicBezTo>
                    <a:cubicBezTo>
                      <a:pt x="24098" y="97489"/>
                      <a:pt x="24979" y="97751"/>
                      <a:pt x="26075" y="98084"/>
                    </a:cubicBezTo>
                    <a:cubicBezTo>
                      <a:pt x="27170" y="98417"/>
                      <a:pt x="28432" y="98870"/>
                      <a:pt x="29861" y="99441"/>
                    </a:cubicBezTo>
                    <a:cubicBezTo>
                      <a:pt x="30147" y="99537"/>
                      <a:pt x="30623" y="99584"/>
                      <a:pt x="31290" y="99584"/>
                    </a:cubicBezTo>
                    <a:cubicBezTo>
                      <a:pt x="31861" y="99584"/>
                      <a:pt x="32290" y="99537"/>
                      <a:pt x="32576" y="99441"/>
                    </a:cubicBezTo>
                    <a:cubicBezTo>
                      <a:pt x="33433" y="99156"/>
                      <a:pt x="34766" y="98751"/>
                      <a:pt x="36576" y="98227"/>
                    </a:cubicBezTo>
                    <a:cubicBezTo>
                      <a:pt x="38386" y="97703"/>
                      <a:pt x="40005" y="97132"/>
                      <a:pt x="41434" y="96512"/>
                    </a:cubicBezTo>
                    <a:cubicBezTo>
                      <a:pt x="42863" y="95893"/>
                      <a:pt x="44196" y="95155"/>
                      <a:pt x="45434" y="94298"/>
                    </a:cubicBezTo>
                    <a:cubicBezTo>
                      <a:pt x="45530" y="94393"/>
                      <a:pt x="45530" y="94512"/>
                      <a:pt x="45434" y="94655"/>
                    </a:cubicBezTo>
                    <a:cubicBezTo>
                      <a:pt x="45339" y="94798"/>
                      <a:pt x="45244" y="94917"/>
                      <a:pt x="45149" y="95012"/>
                    </a:cubicBezTo>
                    <a:cubicBezTo>
                      <a:pt x="44672" y="95393"/>
                      <a:pt x="44077" y="95870"/>
                      <a:pt x="43363" y="96441"/>
                    </a:cubicBezTo>
                    <a:cubicBezTo>
                      <a:pt x="42648" y="97013"/>
                      <a:pt x="42077" y="97513"/>
                      <a:pt x="41648" y="97941"/>
                    </a:cubicBezTo>
                    <a:cubicBezTo>
                      <a:pt x="41220" y="98370"/>
                      <a:pt x="41053" y="98775"/>
                      <a:pt x="41148" y="99156"/>
                    </a:cubicBezTo>
                    <a:lnTo>
                      <a:pt x="44006" y="98441"/>
                    </a:lnTo>
                    <a:cubicBezTo>
                      <a:pt x="45244" y="97775"/>
                      <a:pt x="46387" y="96989"/>
                      <a:pt x="47435" y="96084"/>
                    </a:cubicBezTo>
                    <a:cubicBezTo>
                      <a:pt x="48482" y="95179"/>
                      <a:pt x="49768" y="93917"/>
                      <a:pt x="51292" y="92298"/>
                    </a:cubicBezTo>
                    <a:lnTo>
                      <a:pt x="53435" y="90012"/>
                    </a:lnTo>
                    <a:cubicBezTo>
                      <a:pt x="53531" y="88297"/>
                      <a:pt x="53459" y="86726"/>
                      <a:pt x="53221" y="85297"/>
                    </a:cubicBezTo>
                    <a:cubicBezTo>
                      <a:pt x="52983" y="83868"/>
                      <a:pt x="52530" y="83297"/>
                      <a:pt x="51864" y="83582"/>
                    </a:cubicBezTo>
                    <a:lnTo>
                      <a:pt x="52007" y="81582"/>
                    </a:lnTo>
                    <a:cubicBezTo>
                      <a:pt x="52007" y="81296"/>
                      <a:pt x="51911" y="80868"/>
                      <a:pt x="51721" y="80296"/>
                    </a:cubicBezTo>
                    <a:lnTo>
                      <a:pt x="48720" y="82439"/>
                    </a:lnTo>
                    <a:cubicBezTo>
                      <a:pt x="48816" y="82630"/>
                      <a:pt x="49006" y="82654"/>
                      <a:pt x="49292" y="82511"/>
                    </a:cubicBezTo>
                    <a:cubicBezTo>
                      <a:pt x="49578" y="82368"/>
                      <a:pt x="49768" y="82249"/>
                      <a:pt x="49864" y="82154"/>
                    </a:cubicBezTo>
                    <a:cubicBezTo>
                      <a:pt x="49864" y="82154"/>
                      <a:pt x="49887" y="82177"/>
                      <a:pt x="49935" y="82225"/>
                    </a:cubicBezTo>
                    <a:cubicBezTo>
                      <a:pt x="49983" y="82273"/>
                      <a:pt x="50006" y="82296"/>
                      <a:pt x="50006" y="82296"/>
                    </a:cubicBezTo>
                    <a:cubicBezTo>
                      <a:pt x="50006" y="82487"/>
                      <a:pt x="49816" y="82654"/>
                      <a:pt x="49435" y="82796"/>
                    </a:cubicBezTo>
                    <a:cubicBezTo>
                      <a:pt x="49054" y="82939"/>
                      <a:pt x="48768" y="83058"/>
                      <a:pt x="48578" y="83154"/>
                    </a:cubicBezTo>
                    <a:cubicBezTo>
                      <a:pt x="46482" y="83725"/>
                      <a:pt x="44958" y="84059"/>
                      <a:pt x="44006" y="84154"/>
                    </a:cubicBezTo>
                    <a:cubicBezTo>
                      <a:pt x="43244" y="83773"/>
                      <a:pt x="42339" y="83582"/>
                      <a:pt x="41291" y="83582"/>
                    </a:cubicBezTo>
                    <a:cubicBezTo>
                      <a:pt x="40338" y="83201"/>
                      <a:pt x="39600" y="82820"/>
                      <a:pt x="39076" y="82439"/>
                    </a:cubicBezTo>
                    <a:cubicBezTo>
                      <a:pt x="38553" y="82058"/>
                      <a:pt x="38148" y="81534"/>
                      <a:pt x="37862" y="80868"/>
                    </a:cubicBezTo>
                    <a:cubicBezTo>
                      <a:pt x="37481" y="80582"/>
                      <a:pt x="36838" y="80106"/>
                      <a:pt x="35933" y="79439"/>
                    </a:cubicBezTo>
                    <a:cubicBezTo>
                      <a:pt x="35028" y="78772"/>
                      <a:pt x="34481" y="78058"/>
                      <a:pt x="34290" y="77296"/>
                    </a:cubicBezTo>
                    <a:cubicBezTo>
                      <a:pt x="34004" y="75677"/>
                      <a:pt x="33862" y="74153"/>
                      <a:pt x="33862" y="72724"/>
                    </a:cubicBezTo>
                    <a:cubicBezTo>
                      <a:pt x="33862" y="70533"/>
                      <a:pt x="34242" y="67342"/>
                      <a:pt x="35004" y="63151"/>
                    </a:cubicBezTo>
                    <a:cubicBezTo>
                      <a:pt x="35004" y="62580"/>
                      <a:pt x="34814" y="62103"/>
                      <a:pt x="34433" y="61722"/>
                    </a:cubicBezTo>
                    <a:cubicBezTo>
                      <a:pt x="34052" y="61341"/>
                      <a:pt x="33623" y="61294"/>
                      <a:pt x="33147" y="61580"/>
                    </a:cubicBezTo>
                    <a:cubicBezTo>
                      <a:pt x="32957" y="61865"/>
                      <a:pt x="32385" y="62151"/>
                      <a:pt x="31433" y="62437"/>
                    </a:cubicBezTo>
                    <a:lnTo>
                      <a:pt x="27718" y="62865"/>
                    </a:lnTo>
                    <a:cubicBezTo>
                      <a:pt x="23908" y="63437"/>
                      <a:pt x="20955" y="63675"/>
                      <a:pt x="18860" y="63580"/>
                    </a:cubicBezTo>
                    <a:lnTo>
                      <a:pt x="16002" y="60865"/>
                    </a:lnTo>
                    <a:cubicBezTo>
                      <a:pt x="13621" y="58484"/>
                      <a:pt x="11716" y="56817"/>
                      <a:pt x="10287" y="55865"/>
                    </a:cubicBezTo>
                    <a:cubicBezTo>
                      <a:pt x="10097" y="55769"/>
                      <a:pt x="9739" y="55626"/>
                      <a:pt x="9216" y="55436"/>
                    </a:cubicBezTo>
                    <a:cubicBezTo>
                      <a:pt x="8692" y="55245"/>
                      <a:pt x="8192" y="55150"/>
                      <a:pt x="7715" y="55150"/>
                    </a:cubicBezTo>
                    <a:cubicBezTo>
                      <a:pt x="7049" y="54674"/>
                      <a:pt x="6525" y="54055"/>
                      <a:pt x="6144" y="53293"/>
                    </a:cubicBezTo>
                    <a:cubicBezTo>
                      <a:pt x="5763" y="52531"/>
                      <a:pt x="5477" y="52007"/>
                      <a:pt x="5286" y="51721"/>
                    </a:cubicBezTo>
                    <a:cubicBezTo>
                      <a:pt x="5763" y="50388"/>
                      <a:pt x="6334" y="49721"/>
                      <a:pt x="7001" y="49721"/>
                    </a:cubicBezTo>
                    <a:cubicBezTo>
                      <a:pt x="7382" y="49721"/>
                      <a:pt x="7763" y="49911"/>
                      <a:pt x="8144" y="50292"/>
                    </a:cubicBezTo>
                    <a:cubicBezTo>
                      <a:pt x="8716" y="50483"/>
                      <a:pt x="9144" y="50578"/>
                      <a:pt x="9430" y="50578"/>
                    </a:cubicBezTo>
                    <a:cubicBezTo>
                      <a:pt x="10573" y="50578"/>
                      <a:pt x="11097" y="49959"/>
                      <a:pt x="11002" y="48721"/>
                    </a:cubicBezTo>
                    <a:cubicBezTo>
                      <a:pt x="11573" y="48435"/>
                      <a:pt x="12526" y="48292"/>
                      <a:pt x="13859" y="48292"/>
                    </a:cubicBezTo>
                    <a:cubicBezTo>
                      <a:pt x="14526" y="48292"/>
                      <a:pt x="15335" y="48340"/>
                      <a:pt x="16288" y="48435"/>
                    </a:cubicBezTo>
                    <a:cubicBezTo>
                      <a:pt x="17240" y="48530"/>
                      <a:pt x="18050" y="48530"/>
                      <a:pt x="18717" y="48435"/>
                    </a:cubicBezTo>
                    <a:cubicBezTo>
                      <a:pt x="21574" y="48816"/>
                      <a:pt x="23717" y="49007"/>
                      <a:pt x="25146" y="49007"/>
                    </a:cubicBezTo>
                    <a:lnTo>
                      <a:pt x="27146" y="48864"/>
                    </a:lnTo>
                    <a:cubicBezTo>
                      <a:pt x="27623" y="48768"/>
                      <a:pt x="28361" y="48554"/>
                      <a:pt x="29361" y="48221"/>
                    </a:cubicBezTo>
                    <a:cubicBezTo>
                      <a:pt x="30361" y="47887"/>
                      <a:pt x="31290" y="47768"/>
                      <a:pt x="32147" y="47864"/>
                    </a:cubicBezTo>
                    <a:cubicBezTo>
                      <a:pt x="32719" y="48149"/>
                      <a:pt x="33338" y="48292"/>
                      <a:pt x="34004" y="48292"/>
                    </a:cubicBezTo>
                    <a:cubicBezTo>
                      <a:pt x="34671" y="48292"/>
                      <a:pt x="35100" y="48292"/>
                      <a:pt x="35290" y="48292"/>
                    </a:cubicBezTo>
                    <a:cubicBezTo>
                      <a:pt x="37290" y="47721"/>
                      <a:pt x="40291" y="46959"/>
                      <a:pt x="44291" y="46006"/>
                    </a:cubicBezTo>
                    <a:cubicBezTo>
                      <a:pt x="48959" y="44958"/>
                      <a:pt x="53340" y="43815"/>
                      <a:pt x="57436" y="42577"/>
                    </a:cubicBezTo>
                    <a:cubicBezTo>
                      <a:pt x="57817" y="42577"/>
                      <a:pt x="58269" y="42553"/>
                      <a:pt x="58793" y="42506"/>
                    </a:cubicBezTo>
                    <a:cubicBezTo>
                      <a:pt x="59317" y="42458"/>
                      <a:pt x="59960" y="42482"/>
                      <a:pt x="60722" y="42577"/>
                    </a:cubicBezTo>
                    <a:cubicBezTo>
                      <a:pt x="61198" y="42863"/>
                      <a:pt x="61532" y="43006"/>
                      <a:pt x="61722" y="43006"/>
                    </a:cubicBezTo>
                    <a:cubicBezTo>
                      <a:pt x="62198" y="43006"/>
                      <a:pt x="62841" y="42768"/>
                      <a:pt x="63651" y="42291"/>
                    </a:cubicBezTo>
                    <a:cubicBezTo>
                      <a:pt x="64461" y="41815"/>
                      <a:pt x="65056" y="41529"/>
                      <a:pt x="65437" y="41434"/>
                    </a:cubicBezTo>
                    <a:cubicBezTo>
                      <a:pt x="65532" y="41244"/>
                      <a:pt x="65723" y="41148"/>
                      <a:pt x="66008" y="41148"/>
                    </a:cubicBezTo>
                    <a:cubicBezTo>
                      <a:pt x="66104" y="41148"/>
                      <a:pt x="66580" y="41291"/>
                      <a:pt x="67437" y="41577"/>
                    </a:cubicBezTo>
                    <a:cubicBezTo>
                      <a:pt x="68390" y="41006"/>
                      <a:pt x="69152" y="40625"/>
                      <a:pt x="69723" y="40434"/>
                    </a:cubicBezTo>
                    <a:cubicBezTo>
                      <a:pt x="70104" y="40434"/>
                      <a:pt x="70699" y="40315"/>
                      <a:pt x="71509" y="40077"/>
                    </a:cubicBezTo>
                    <a:cubicBezTo>
                      <a:pt x="72319" y="39839"/>
                      <a:pt x="72962" y="39815"/>
                      <a:pt x="73438" y="40005"/>
                    </a:cubicBezTo>
                    <a:close/>
                    <a:moveTo>
                      <a:pt x="56579" y="28147"/>
                    </a:moveTo>
                    <a:lnTo>
                      <a:pt x="60293" y="28433"/>
                    </a:lnTo>
                    <a:cubicBezTo>
                      <a:pt x="62579" y="28433"/>
                      <a:pt x="64294" y="28528"/>
                      <a:pt x="65437" y="28718"/>
                    </a:cubicBezTo>
                    <a:cubicBezTo>
                      <a:pt x="66008" y="29861"/>
                      <a:pt x="66961" y="31100"/>
                      <a:pt x="68294" y="32433"/>
                    </a:cubicBezTo>
                    <a:cubicBezTo>
                      <a:pt x="68390" y="33576"/>
                      <a:pt x="68104" y="34648"/>
                      <a:pt x="67437" y="35648"/>
                    </a:cubicBezTo>
                    <a:cubicBezTo>
                      <a:pt x="66770" y="36648"/>
                      <a:pt x="65675" y="37958"/>
                      <a:pt x="64151" y="39577"/>
                    </a:cubicBezTo>
                    <a:cubicBezTo>
                      <a:pt x="63580" y="39863"/>
                      <a:pt x="63079" y="40053"/>
                      <a:pt x="62651" y="40148"/>
                    </a:cubicBezTo>
                    <a:cubicBezTo>
                      <a:pt x="62222" y="40244"/>
                      <a:pt x="61865" y="40339"/>
                      <a:pt x="61579" y="40434"/>
                    </a:cubicBezTo>
                    <a:cubicBezTo>
                      <a:pt x="56055" y="41291"/>
                      <a:pt x="51292" y="42244"/>
                      <a:pt x="47292" y="43292"/>
                    </a:cubicBezTo>
                    <a:cubicBezTo>
                      <a:pt x="46339" y="43387"/>
                      <a:pt x="45530" y="43411"/>
                      <a:pt x="44863" y="43363"/>
                    </a:cubicBezTo>
                    <a:cubicBezTo>
                      <a:pt x="44196" y="43315"/>
                      <a:pt x="43625" y="43292"/>
                      <a:pt x="43148" y="43292"/>
                    </a:cubicBezTo>
                    <a:cubicBezTo>
                      <a:pt x="41339" y="43101"/>
                      <a:pt x="39053" y="42387"/>
                      <a:pt x="36290" y="41148"/>
                    </a:cubicBezTo>
                    <a:lnTo>
                      <a:pt x="32861" y="39863"/>
                    </a:lnTo>
                    <a:cubicBezTo>
                      <a:pt x="31242" y="39577"/>
                      <a:pt x="29861" y="39124"/>
                      <a:pt x="28718" y="38505"/>
                    </a:cubicBezTo>
                    <a:cubicBezTo>
                      <a:pt x="27575" y="37886"/>
                      <a:pt x="27004" y="37005"/>
                      <a:pt x="27004" y="35862"/>
                    </a:cubicBezTo>
                    <a:lnTo>
                      <a:pt x="27289" y="34719"/>
                    </a:lnTo>
                    <a:lnTo>
                      <a:pt x="27718" y="34719"/>
                    </a:lnTo>
                    <a:cubicBezTo>
                      <a:pt x="28194" y="34719"/>
                      <a:pt x="28885" y="34838"/>
                      <a:pt x="29790" y="35076"/>
                    </a:cubicBezTo>
                    <a:cubicBezTo>
                      <a:pt x="30694" y="35314"/>
                      <a:pt x="31385" y="35433"/>
                      <a:pt x="31861" y="35433"/>
                    </a:cubicBezTo>
                    <a:cubicBezTo>
                      <a:pt x="32052" y="35433"/>
                      <a:pt x="32480" y="35386"/>
                      <a:pt x="33147" y="35291"/>
                    </a:cubicBezTo>
                    <a:cubicBezTo>
                      <a:pt x="33814" y="35195"/>
                      <a:pt x="34433" y="35005"/>
                      <a:pt x="35004" y="34719"/>
                    </a:cubicBezTo>
                    <a:cubicBezTo>
                      <a:pt x="35100" y="34529"/>
                      <a:pt x="35004" y="34409"/>
                      <a:pt x="34719" y="34362"/>
                    </a:cubicBezTo>
                    <a:cubicBezTo>
                      <a:pt x="34433" y="34314"/>
                      <a:pt x="34242" y="34290"/>
                      <a:pt x="34147" y="34290"/>
                    </a:cubicBezTo>
                    <a:lnTo>
                      <a:pt x="33147" y="34148"/>
                    </a:lnTo>
                    <a:lnTo>
                      <a:pt x="32433" y="34148"/>
                    </a:lnTo>
                    <a:cubicBezTo>
                      <a:pt x="31194" y="34148"/>
                      <a:pt x="30623" y="33814"/>
                      <a:pt x="30718" y="33147"/>
                    </a:cubicBezTo>
                    <a:cubicBezTo>
                      <a:pt x="31290" y="32957"/>
                      <a:pt x="32242" y="32862"/>
                      <a:pt x="33576" y="32862"/>
                    </a:cubicBezTo>
                    <a:cubicBezTo>
                      <a:pt x="34528" y="32862"/>
                      <a:pt x="36052" y="32957"/>
                      <a:pt x="38148" y="33147"/>
                    </a:cubicBezTo>
                    <a:cubicBezTo>
                      <a:pt x="45101" y="30671"/>
                      <a:pt x="51245" y="29004"/>
                      <a:pt x="56579" y="28147"/>
                    </a:cubicBezTo>
                    <a:close/>
                    <a:moveTo>
                      <a:pt x="64008" y="11002"/>
                    </a:moveTo>
                    <a:lnTo>
                      <a:pt x="63865" y="11288"/>
                    </a:lnTo>
                    <a:lnTo>
                      <a:pt x="64008" y="12288"/>
                    </a:lnTo>
                    <a:cubicBezTo>
                      <a:pt x="64103" y="12573"/>
                      <a:pt x="64294" y="13193"/>
                      <a:pt x="64580" y="14145"/>
                    </a:cubicBezTo>
                    <a:cubicBezTo>
                      <a:pt x="64865" y="15098"/>
                      <a:pt x="65175" y="15740"/>
                      <a:pt x="65508" y="16074"/>
                    </a:cubicBezTo>
                    <a:cubicBezTo>
                      <a:pt x="65842" y="16407"/>
                      <a:pt x="66246" y="16288"/>
                      <a:pt x="66723" y="15717"/>
                    </a:cubicBezTo>
                    <a:cubicBezTo>
                      <a:pt x="67104" y="14859"/>
                      <a:pt x="67485" y="13478"/>
                      <a:pt x="67866" y="11573"/>
                    </a:cubicBezTo>
                    <a:cubicBezTo>
                      <a:pt x="66151" y="11192"/>
                      <a:pt x="64865" y="11002"/>
                      <a:pt x="64008" y="11002"/>
                    </a:cubicBezTo>
                    <a:close/>
                    <a:moveTo>
                      <a:pt x="25789" y="10645"/>
                    </a:moveTo>
                    <a:cubicBezTo>
                      <a:pt x="25360" y="10502"/>
                      <a:pt x="25003" y="10573"/>
                      <a:pt x="24718" y="10859"/>
                    </a:cubicBezTo>
                    <a:lnTo>
                      <a:pt x="25289" y="12573"/>
                    </a:lnTo>
                    <a:cubicBezTo>
                      <a:pt x="25575" y="13145"/>
                      <a:pt x="26003" y="14050"/>
                      <a:pt x="26575" y="15288"/>
                    </a:cubicBezTo>
                    <a:cubicBezTo>
                      <a:pt x="27146" y="16526"/>
                      <a:pt x="27766" y="17503"/>
                      <a:pt x="28432" y="18217"/>
                    </a:cubicBezTo>
                    <a:cubicBezTo>
                      <a:pt x="29099" y="18931"/>
                      <a:pt x="29861" y="19289"/>
                      <a:pt x="30718" y="19289"/>
                    </a:cubicBezTo>
                    <a:cubicBezTo>
                      <a:pt x="30909" y="19289"/>
                      <a:pt x="31385" y="19193"/>
                      <a:pt x="32147" y="19003"/>
                    </a:cubicBezTo>
                    <a:lnTo>
                      <a:pt x="35004" y="12431"/>
                    </a:lnTo>
                    <a:cubicBezTo>
                      <a:pt x="31576" y="12050"/>
                      <a:pt x="29051" y="11573"/>
                      <a:pt x="27432" y="11002"/>
                    </a:cubicBezTo>
                    <a:lnTo>
                      <a:pt x="26575" y="10859"/>
                    </a:lnTo>
                    <a:cubicBezTo>
                      <a:pt x="26480" y="10859"/>
                      <a:pt x="26218" y="10787"/>
                      <a:pt x="25789" y="10645"/>
                    </a:cubicBezTo>
                    <a:close/>
                    <a:moveTo>
                      <a:pt x="116015" y="8573"/>
                    </a:moveTo>
                    <a:lnTo>
                      <a:pt x="116157" y="9002"/>
                    </a:lnTo>
                    <a:cubicBezTo>
                      <a:pt x="116919" y="9573"/>
                      <a:pt x="117920" y="10073"/>
                      <a:pt x="119158" y="10502"/>
                    </a:cubicBezTo>
                    <a:cubicBezTo>
                      <a:pt x="120396" y="10930"/>
                      <a:pt x="121349" y="11288"/>
                      <a:pt x="122015" y="11573"/>
                    </a:cubicBezTo>
                    <a:cubicBezTo>
                      <a:pt x="122587" y="12050"/>
                      <a:pt x="123730" y="12716"/>
                      <a:pt x="125444" y="13574"/>
                    </a:cubicBezTo>
                    <a:cubicBezTo>
                      <a:pt x="125730" y="13955"/>
                      <a:pt x="126254" y="14526"/>
                      <a:pt x="127016" y="15288"/>
                    </a:cubicBezTo>
                    <a:cubicBezTo>
                      <a:pt x="127778" y="16050"/>
                      <a:pt x="128302" y="16669"/>
                      <a:pt x="128588" y="17145"/>
                    </a:cubicBezTo>
                    <a:lnTo>
                      <a:pt x="128159" y="20003"/>
                    </a:lnTo>
                    <a:cubicBezTo>
                      <a:pt x="127778" y="21336"/>
                      <a:pt x="127254" y="22765"/>
                      <a:pt x="126587" y="24289"/>
                    </a:cubicBezTo>
                    <a:cubicBezTo>
                      <a:pt x="125921" y="25813"/>
                      <a:pt x="125492" y="26861"/>
                      <a:pt x="125301" y="27432"/>
                    </a:cubicBezTo>
                    <a:cubicBezTo>
                      <a:pt x="125111" y="27813"/>
                      <a:pt x="124754" y="28575"/>
                      <a:pt x="124230" y="29718"/>
                    </a:cubicBezTo>
                    <a:cubicBezTo>
                      <a:pt x="123706" y="30861"/>
                      <a:pt x="123063" y="31719"/>
                      <a:pt x="122301" y="32290"/>
                    </a:cubicBezTo>
                    <a:cubicBezTo>
                      <a:pt x="121349" y="34005"/>
                      <a:pt x="120587" y="35267"/>
                      <a:pt x="120015" y="36076"/>
                    </a:cubicBezTo>
                    <a:cubicBezTo>
                      <a:pt x="119444" y="36886"/>
                      <a:pt x="118682" y="37624"/>
                      <a:pt x="117729" y="38291"/>
                    </a:cubicBezTo>
                    <a:cubicBezTo>
                      <a:pt x="117920" y="38577"/>
                      <a:pt x="118324" y="39220"/>
                      <a:pt x="118944" y="40220"/>
                    </a:cubicBezTo>
                    <a:cubicBezTo>
                      <a:pt x="119563" y="41220"/>
                      <a:pt x="120301" y="42053"/>
                      <a:pt x="121158" y="42720"/>
                    </a:cubicBezTo>
                    <a:cubicBezTo>
                      <a:pt x="121539" y="43387"/>
                      <a:pt x="122111" y="44482"/>
                      <a:pt x="122873" y="46006"/>
                    </a:cubicBezTo>
                    <a:cubicBezTo>
                      <a:pt x="123635" y="47530"/>
                      <a:pt x="124397" y="48864"/>
                      <a:pt x="125159" y="50007"/>
                    </a:cubicBezTo>
                    <a:cubicBezTo>
                      <a:pt x="125635" y="50483"/>
                      <a:pt x="126302" y="51316"/>
                      <a:pt x="127159" y="52507"/>
                    </a:cubicBezTo>
                    <a:cubicBezTo>
                      <a:pt x="128016" y="53698"/>
                      <a:pt x="128969" y="54483"/>
                      <a:pt x="130016" y="54864"/>
                    </a:cubicBezTo>
                    <a:cubicBezTo>
                      <a:pt x="130112" y="55341"/>
                      <a:pt x="130445" y="55960"/>
                      <a:pt x="131016" y="56722"/>
                    </a:cubicBezTo>
                    <a:cubicBezTo>
                      <a:pt x="131588" y="57484"/>
                      <a:pt x="131921" y="58103"/>
                      <a:pt x="132017" y="58579"/>
                    </a:cubicBezTo>
                    <a:cubicBezTo>
                      <a:pt x="131921" y="59341"/>
                      <a:pt x="131731" y="60127"/>
                      <a:pt x="131445" y="60937"/>
                    </a:cubicBezTo>
                    <a:cubicBezTo>
                      <a:pt x="131159" y="61746"/>
                      <a:pt x="130969" y="62294"/>
                      <a:pt x="130874" y="62580"/>
                    </a:cubicBezTo>
                    <a:cubicBezTo>
                      <a:pt x="129731" y="64485"/>
                      <a:pt x="127445" y="67676"/>
                      <a:pt x="124016" y="72152"/>
                    </a:cubicBezTo>
                    <a:cubicBezTo>
                      <a:pt x="123349" y="72819"/>
                      <a:pt x="122539" y="73819"/>
                      <a:pt x="121587" y="75153"/>
                    </a:cubicBezTo>
                    <a:cubicBezTo>
                      <a:pt x="120539" y="76677"/>
                      <a:pt x="119634" y="77796"/>
                      <a:pt x="118872" y="78510"/>
                    </a:cubicBezTo>
                    <a:cubicBezTo>
                      <a:pt x="118110" y="79225"/>
                      <a:pt x="117110" y="79629"/>
                      <a:pt x="115872" y="79725"/>
                    </a:cubicBezTo>
                    <a:cubicBezTo>
                      <a:pt x="115110" y="80106"/>
                      <a:pt x="114538" y="80296"/>
                      <a:pt x="114157" y="80296"/>
                    </a:cubicBezTo>
                    <a:cubicBezTo>
                      <a:pt x="113681" y="80296"/>
                      <a:pt x="113205" y="80058"/>
                      <a:pt x="112728" y="79582"/>
                    </a:cubicBezTo>
                    <a:cubicBezTo>
                      <a:pt x="112538" y="79677"/>
                      <a:pt x="112252" y="79820"/>
                      <a:pt x="111871" y="80010"/>
                    </a:cubicBezTo>
                    <a:cubicBezTo>
                      <a:pt x="111490" y="80201"/>
                      <a:pt x="111109" y="80296"/>
                      <a:pt x="110728" y="80296"/>
                    </a:cubicBezTo>
                    <a:cubicBezTo>
                      <a:pt x="109966" y="80201"/>
                      <a:pt x="109347" y="79820"/>
                      <a:pt x="108871" y="79153"/>
                    </a:cubicBezTo>
                    <a:cubicBezTo>
                      <a:pt x="108395" y="78486"/>
                      <a:pt x="108014" y="78010"/>
                      <a:pt x="107728" y="77724"/>
                    </a:cubicBezTo>
                    <a:cubicBezTo>
                      <a:pt x="105823" y="76962"/>
                      <a:pt x="104061" y="76439"/>
                      <a:pt x="102441" y="76153"/>
                    </a:cubicBezTo>
                    <a:cubicBezTo>
                      <a:pt x="102346" y="77963"/>
                      <a:pt x="102489" y="80677"/>
                      <a:pt x="102870" y="84297"/>
                    </a:cubicBezTo>
                    <a:cubicBezTo>
                      <a:pt x="103251" y="87345"/>
                      <a:pt x="103442" y="89535"/>
                      <a:pt x="103442" y="90869"/>
                    </a:cubicBezTo>
                    <a:cubicBezTo>
                      <a:pt x="103442" y="94393"/>
                      <a:pt x="102727" y="97155"/>
                      <a:pt x="101298" y="99156"/>
                    </a:cubicBezTo>
                    <a:cubicBezTo>
                      <a:pt x="100918" y="100203"/>
                      <a:pt x="100584" y="101489"/>
                      <a:pt x="100298" y="103013"/>
                    </a:cubicBezTo>
                    <a:cubicBezTo>
                      <a:pt x="100013" y="104537"/>
                      <a:pt x="99774" y="105728"/>
                      <a:pt x="99584" y="106585"/>
                    </a:cubicBezTo>
                    <a:lnTo>
                      <a:pt x="99584" y="107442"/>
                    </a:lnTo>
                    <a:cubicBezTo>
                      <a:pt x="99584" y="108490"/>
                      <a:pt x="99298" y="109347"/>
                      <a:pt x="98727" y="110014"/>
                    </a:cubicBezTo>
                    <a:cubicBezTo>
                      <a:pt x="98536" y="110776"/>
                      <a:pt x="98203" y="111300"/>
                      <a:pt x="97727" y="111586"/>
                    </a:cubicBezTo>
                    <a:cubicBezTo>
                      <a:pt x="97250" y="111872"/>
                      <a:pt x="96679" y="111872"/>
                      <a:pt x="96012" y="111586"/>
                    </a:cubicBezTo>
                    <a:cubicBezTo>
                      <a:pt x="95726" y="112538"/>
                      <a:pt x="95298" y="113348"/>
                      <a:pt x="94726" y="114015"/>
                    </a:cubicBezTo>
                    <a:cubicBezTo>
                      <a:pt x="94631" y="114300"/>
                      <a:pt x="94417" y="114848"/>
                      <a:pt x="94083" y="115658"/>
                    </a:cubicBezTo>
                    <a:cubicBezTo>
                      <a:pt x="93750" y="116467"/>
                      <a:pt x="93417" y="117039"/>
                      <a:pt x="93083" y="117372"/>
                    </a:cubicBezTo>
                    <a:cubicBezTo>
                      <a:pt x="92750" y="117706"/>
                      <a:pt x="92393" y="117634"/>
                      <a:pt x="92012" y="117158"/>
                    </a:cubicBezTo>
                    <a:lnTo>
                      <a:pt x="91869" y="117158"/>
                    </a:lnTo>
                    <a:cubicBezTo>
                      <a:pt x="91583" y="117158"/>
                      <a:pt x="91297" y="117325"/>
                      <a:pt x="91012" y="117658"/>
                    </a:cubicBezTo>
                    <a:cubicBezTo>
                      <a:pt x="90726" y="117991"/>
                      <a:pt x="90488" y="118253"/>
                      <a:pt x="90297" y="118444"/>
                    </a:cubicBezTo>
                    <a:lnTo>
                      <a:pt x="89868" y="118444"/>
                    </a:lnTo>
                    <a:lnTo>
                      <a:pt x="88725" y="118444"/>
                    </a:lnTo>
                    <a:cubicBezTo>
                      <a:pt x="87868" y="118444"/>
                      <a:pt x="87392" y="118158"/>
                      <a:pt x="87297" y="117587"/>
                    </a:cubicBezTo>
                    <a:cubicBezTo>
                      <a:pt x="87202" y="116825"/>
                      <a:pt x="87154" y="115682"/>
                      <a:pt x="87154" y="114158"/>
                    </a:cubicBezTo>
                    <a:cubicBezTo>
                      <a:pt x="87154" y="111872"/>
                      <a:pt x="86963" y="109919"/>
                      <a:pt x="86582" y="108300"/>
                    </a:cubicBezTo>
                    <a:cubicBezTo>
                      <a:pt x="86106" y="107633"/>
                      <a:pt x="85678" y="106442"/>
                      <a:pt x="85296" y="104728"/>
                    </a:cubicBezTo>
                    <a:lnTo>
                      <a:pt x="85296" y="103871"/>
                    </a:lnTo>
                    <a:cubicBezTo>
                      <a:pt x="85296" y="102728"/>
                      <a:pt x="85201" y="101918"/>
                      <a:pt x="85011" y="101442"/>
                    </a:cubicBezTo>
                    <a:lnTo>
                      <a:pt x="84154" y="54722"/>
                    </a:lnTo>
                    <a:cubicBezTo>
                      <a:pt x="83963" y="51674"/>
                      <a:pt x="83868" y="47054"/>
                      <a:pt x="83868" y="40863"/>
                    </a:cubicBezTo>
                    <a:cubicBezTo>
                      <a:pt x="84058" y="40577"/>
                      <a:pt x="84177" y="40196"/>
                      <a:pt x="84225" y="39720"/>
                    </a:cubicBezTo>
                    <a:cubicBezTo>
                      <a:pt x="84273" y="39243"/>
                      <a:pt x="84296" y="38862"/>
                      <a:pt x="84296" y="38577"/>
                    </a:cubicBezTo>
                    <a:cubicBezTo>
                      <a:pt x="84773" y="37815"/>
                      <a:pt x="85011" y="36862"/>
                      <a:pt x="85011" y="35719"/>
                    </a:cubicBezTo>
                    <a:cubicBezTo>
                      <a:pt x="85392" y="35529"/>
                      <a:pt x="85820" y="35267"/>
                      <a:pt x="86297" y="34933"/>
                    </a:cubicBezTo>
                    <a:cubicBezTo>
                      <a:pt x="86773" y="34600"/>
                      <a:pt x="87106" y="34409"/>
                      <a:pt x="87297" y="34362"/>
                    </a:cubicBezTo>
                    <a:cubicBezTo>
                      <a:pt x="87487" y="34314"/>
                      <a:pt x="87582" y="34624"/>
                      <a:pt x="87582" y="35291"/>
                    </a:cubicBezTo>
                    <a:cubicBezTo>
                      <a:pt x="88630" y="34814"/>
                      <a:pt x="89249" y="34005"/>
                      <a:pt x="89440" y="32862"/>
                    </a:cubicBezTo>
                    <a:cubicBezTo>
                      <a:pt x="90011" y="33147"/>
                      <a:pt x="90916" y="33386"/>
                      <a:pt x="92154" y="33576"/>
                    </a:cubicBezTo>
                    <a:cubicBezTo>
                      <a:pt x="92536" y="33862"/>
                      <a:pt x="93083" y="34124"/>
                      <a:pt x="93798" y="34362"/>
                    </a:cubicBezTo>
                    <a:cubicBezTo>
                      <a:pt x="94512" y="34600"/>
                      <a:pt x="95131" y="34886"/>
                      <a:pt x="95655" y="35219"/>
                    </a:cubicBezTo>
                    <a:cubicBezTo>
                      <a:pt x="96179" y="35552"/>
                      <a:pt x="96488" y="36005"/>
                      <a:pt x="96584" y="36576"/>
                    </a:cubicBezTo>
                    <a:cubicBezTo>
                      <a:pt x="97346" y="37338"/>
                      <a:pt x="98108" y="37910"/>
                      <a:pt x="98870" y="38291"/>
                    </a:cubicBezTo>
                    <a:cubicBezTo>
                      <a:pt x="99060" y="38577"/>
                      <a:pt x="99417" y="39101"/>
                      <a:pt x="99941" y="39863"/>
                    </a:cubicBezTo>
                    <a:cubicBezTo>
                      <a:pt x="100465" y="40625"/>
                      <a:pt x="100822" y="41387"/>
                      <a:pt x="101013" y="42149"/>
                    </a:cubicBezTo>
                    <a:cubicBezTo>
                      <a:pt x="101108" y="42720"/>
                      <a:pt x="101156" y="43625"/>
                      <a:pt x="101156" y="44863"/>
                    </a:cubicBezTo>
                    <a:lnTo>
                      <a:pt x="101013" y="50721"/>
                    </a:lnTo>
                    <a:cubicBezTo>
                      <a:pt x="101013" y="53388"/>
                      <a:pt x="101394" y="55531"/>
                      <a:pt x="102156" y="57150"/>
                    </a:cubicBezTo>
                    <a:cubicBezTo>
                      <a:pt x="102918" y="58770"/>
                      <a:pt x="104394" y="59770"/>
                      <a:pt x="106585" y="60151"/>
                    </a:cubicBezTo>
                    <a:cubicBezTo>
                      <a:pt x="107537" y="59675"/>
                      <a:pt x="108442" y="58889"/>
                      <a:pt x="109300" y="57793"/>
                    </a:cubicBezTo>
                    <a:cubicBezTo>
                      <a:pt x="110157" y="56698"/>
                      <a:pt x="110824" y="55865"/>
                      <a:pt x="111300" y="55293"/>
                    </a:cubicBezTo>
                    <a:cubicBezTo>
                      <a:pt x="109014" y="51769"/>
                      <a:pt x="107156" y="47959"/>
                      <a:pt x="105728" y="43863"/>
                    </a:cubicBezTo>
                    <a:cubicBezTo>
                      <a:pt x="105537" y="43196"/>
                      <a:pt x="105561" y="42268"/>
                      <a:pt x="105799" y="41077"/>
                    </a:cubicBezTo>
                    <a:cubicBezTo>
                      <a:pt x="106037" y="39886"/>
                      <a:pt x="106156" y="39005"/>
                      <a:pt x="106156" y="38434"/>
                    </a:cubicBezTo>
                    <a:lnTo>
                      <a:pt x="106871" y="40434"/>
                    </a:lnTo>
                    <a:cubicBezTo>
                      <a:pt x="107061" y="40053"/>
                      <a:pt x="107156" y="39767"/>
                      <a:pt x="107156" y="39577"/>
                    </a:cubicBezTo>
                    <a:cubicBezTo>
                      <a:pt x="107156" y="39196"/>
                      <a:pt x="107085" y="38791"/>
                      <a:pt x="106942" y="38362"/>
                    </a:cubicBezTo>
                    <a:cubicBezTo>
                      <a:pt x="106799" y="37934"/>
                      <a:pt x="106680" y="37577"/>
                      <a:pt x="106585" y="37291"/>
                    </a:cubicBezTo>
                    <a:cubicBezTo>
                      <a:pt x="106394" y="37291"/>
                      <a:pt x="106323" y="37457"/>
                      <a:pt x="106371" y="37791"/>
                    </a:cubicBezTo>
                    <a:cubicBezTo>
                      <a:pt x="106418" y="38124"/>
                      <a:pt x="106442" y="38339"/>
                      <a:pt x="106442" y="38434"/>
                    </a:cubicBezTo>
                    <a:cubicBezTo>
                      <a:pt x="106061" y="37862"/>
                      <a:pt x="105585" y="36672"/>
                      <a:pt x="105013" y="34862"/>
                    </a:cubicBezTo>
                    <a:cubicBezTo>
                      <a:pt x="104823" y="33909"/>
                      <a:pt x="104727" y="33147"/>
                      <a:pt x="104727" y="32576"/>
                    </a:cubicBezTo>
                    <a:cubicBezTo>
                      <a:pt x="104727" y="31242"/>
                      <a:pt x="104918" y="29790"/>
                      <a:pt x="105299" y="28218"/>
                    </a:cubicBezTo>
                    <a:cubicBezTo>
                      <a:pt x="105680" y="26647"/>
                      <a:pt x="105918" y="25670"/>
                      <a:pt x="106013" y="25289"/>
                    </a:cubicBezTo>
                    <a:lnTo>
                      <a:pt x="101727" y="27718"/>
                    </a:lnTo>
                    <a:cubicBezTo>
                      <a:pt x="101060" y="28575"/>
                      <a:pt x="100489" y="29099"/>
                      <a:pt x="100013" y="29290"/>
                    </a:cubicBezTo>
                    <a:cubicBezTo>
                      <a:pt x="99822" y="29099"/>
                      <a:pt x="99751" y="29075"/>
                      <a:pt x="99798" y="29218"/>
                    </a:cubicBezTo>
                    <a:cubicBezTo>
                      <a:pt x="99846" y="29361"/>
                      <a:pt x="99774" y="29576"/>
                      <a:pt x="99584" y="29861"/>
                    </a:cubicBezTo>
                    <a:cubicBezTo>
                      <a:pt x="97584" y="30147"/>
                      <a:pt x="95726" y="30719"/>
                      <a:pt x="94012" y="31576"/>
                    </a:cubicBezTo>
                    <a:lnTo>
                      <a:pt x="93440" y="31576"/>
                    </a:lnTo>
                    <a:cubicBezTo>
                      <a:pt x="93059" y="31576"/>
                      <a:pt x="92607" y="31504"/>
                      <a:pt x="92083" y="31361"/>
                    </a:cubicBezTo>
                    <a:cubicBezTo>
                      <a:pt x="91559" y="31219"/>
                      <a:pt x="91059" y="31242"/>
                      <a:pt x="90583" y="31433"/>
                    </a:cubicBezTo>
                    <a:cubicBezTo>
                      <a:pt x="90392" y="31338"/>
                      <a:pt x="90369" y="31219"/>
                      <a:pt x="90511" y="31076"/>
                    </a:cubicBezTo>
                    <a:cubicBezTo>
                      <a:pt x="90654" y="30933"/>
                      <a:pt x="90726" y="30814"/>
                      <a:pt x="90726" y="30719"/>
                    </a:cubicBezTo>
                    <a:lnTo>
                      <a:pt x="88725" y="30576"/>
                    </a:lnTo>
                    <a:lnTo>
                      <a:pt x="88297" y="29147"/>
                    </a:lnTo>
                    <a:cubicBezTo>
                      <a:pt x="88011" y="29052"/>
                      <a:pt x="87511" y="28980"/>
                      <a:pt x="86797" y="28933"/>
                    </a:cubicBezTo>
                    <a:cubicBezTo>
                      <a:pt x="86082" y="28885"/>
                      <a:pt x="85630" y="28623"/>
                      <a:pt x="85439" y="28147"/>
                    </a:cubicBezTo>
                    <a:cubicBezTo>
                      <a:pt x="85535" y="27385"/>
                      <a:pt x="85654" y="26361"/>
                      <a:pt x="85797" y="25075"/>
                    </a:cubicBezTo>
                    <a:cubicBezTo>
                      <a:pt x="85939" y="23789"/>
                      <a:pt x="86201" y="22718"/>
                      <a:pt x="86582" y="21860"/>
                    </a:cubicBezTo>
                    <a:cubicBezTo>
                      <a:pt x="86392" y="21670"/>
                      <a:pt x="86297" y="21527"/>
                      <a:pt x="86297" y="21432"/>
                    </a:cubicBezTo>
                    <a:cubicBezTo>
                      <a:pt x="86297" y="21241"/>
                      <a:pt x="86368" y="21027"/>
                      <a:pt x="86511" y="20789"/>
                    </a:cubicBezTo>
                    <a:cubicBezTo>
                      <a:pt x="86654" y="20551"/>
                      <a:pt x="86678" y="20336"/>
                      <a:pt x="86582" y="20146"/>
                    </a:cubicBezTo>
                    <a:cubicBezTo>
                      <a:pt x="92297" y="17098"/>
                      <a:pt x="96965" y="14812"/>
                      <a:pt x="100584" y="13288"/>
                    </a:cubicBezTo>
                    <a:cubicBezTo>
                      <a:pt x="101537" y="13002"/>
                      <a:pt x="102965" y="12478"/>
                      <a:pt x="104870" y="11716"/>
                    </a:cubicBezTo>
                    <a:cubicBezTo>
                      <a:pt x="105442" y="11526"/>
                      <a:pt x="106680" y="11097"/>
                      <a:pt x="108585" y="10430"/>
                    </a:cubicBezTo>
                    <a:cubicBezTo>
                      <a:pt x="110490" y="9764"/>
                      <a:pt x="112300" y="9287"/>
                      <a:pt x="114014" y="9002"/>
                    </a:cubicBezTo>
                    <a:cubicBezTo>
                      <a:pt x="114300" y="8906"/>
                      <a:pt x="114633" y="8787"/>
                      <a:pt x="115014" y="8644"/>
                    </a:cubicBezTo>
                    <a:cubicBezTo>
                      <a:pt x="115396" y="8501"/>
                      <a:pt x="115729" y="8478"/>
                      <a:pt x="116015" y="8573"/>
                    </a:cubicBezTo>
                    <a:close/>
                    <a:moveTo>
                      <a:pt x="41005" y="2001"/>
                    </a:moveTo>
                    <a:lnTo>
                      <a:pt x="44434" y="2286"/>
                    </a:lnTo>
                    <a:lnTo>
                      <a:pt x="45292" y="2429"/>
                    </a:lnTo>
                    <a:cubicBezTo>
                      <a:pt x="45577" y="2620"/>
                      <a:pt x="46006" y="2834"/>
                      <a:pt x="46577" y="3072"/>
                    </a:cubicBezTo>
                    <a:cubicBezTo>
                      <a:pt x="47149" y="3310"/>
                      <a:pt x="47578" y="3620"/>
                      <a:pt x="47863" y="4001"/>
                    </a:cubicBezTo>
                    <a:cubicBezTo>
                      <a:pt x="48244" y="4096"/>
                      <a:pt x="48554" y="4334"/>
                      <a:pt x="48792" y="4715"/>
                    </a:cubicBezTo>
                    <a:cubicBezTo>
                      <a:pt x="49030" y="5096"/>
                      <a:pt x="49197" y="5334"/>
                      <a:pt x="49292" y="5430"/>
                    </a:cubicBezTo>
                    <a:cubicBezTo>
                      <a:pt x="49482" y="5715"/>
                      <a:pt x="49792" y="6311"/>
                      <a:pt x="50221" y="7216"/>
                    </a:cubicBezTo>
                    <a:cubicBezTo>
                      <a:pt x="50649" y="8120"/>
                      <a:pt x="50959" y="8978"/>
                      <a:pt x="51149" y="9787"/>
                    </a:cubicBezTo>
                    <a:cubicBezTo>
                      <a:pt x="51340" y="10597"/>
                      <a:pt x="51388" y="11383"/>
                      <a:pt x="51292" y="12145"/>
                    </a:cubicBezTo>
                    <a:cubicBezTo>
                      <a:pt x="51197" y="12716"/>
                      <a:pt x="51030" y="13859"/>
                      <a:pt x="50792" y="15574"/>
                    </a:cubicBezTo>
                    <a:cubicBezTo>
                      <a:pt x="50554" y="17288"/>
                      <a:pt x="50197" y="18860"/>
                      <a:pt x="49721" y="20289"/>
                    </a:cubicBezTo>
                    <a:cubicBezTo>
                      <a:pt x="49435" y="20860"/>
                      <a:pt x="49125" y="21670"/>
                      <a:pt x="48792" y="22718"/>
                    </a:cubicBezTo>
                    <a:cubicBezTo>
                      <a:pt x="48459" y="23765"/>
                      <a:pt x="48078" y="24575"/>
                      <a:pt x="47649" y="25146"/>
                    </a:cubicBezTo>
                    <a:cubicBezTo>
                      <a:pt x="47220" y="25718"/>
                      <a:pt x="46577" y="25861"/>
                      <a:pt x="45720" y="25575"/>
                    </a:cubicBezTo>
                    <a:cubicBezTo>
                      <a:pt x="43720" y="27385"/>
                      <a:pt x="42101" y="28718"/>
                      <a:pt x="40862" y="29576"/>
                    </a:cubicBezTo>
                    <a:cubicBezTo>
                      <a:pt x="39624" y="30433"/>
                      <a:pt x="38195" y="30909"/>
                      <a:pt x="36576" y="31004"/>
                    </a:cubicBezTo>
                    <a:cubicBezTo>
                      <a:pt x="35909" y="30909"/>
                      <a:pt x="35338" y="30885"/>
                      <a:pt x="34862" y="30933"/>
                    </a:cubicBezTo>
                    <a:cubicBezTo>
                      <a:pt x="34385" y="30980"/>
                      <a:pt x="33957" y="31004"/>
                      <a:pt x="33576" y="31004"/>
                    </a:cubicBezTo>
                    <a:cubicBezTo>
                      <a:pt x="32814" y="31004"/>
                      <a:pt x="31766" y="30909"/>
                      <a:pt x="30432" y="30719"/>
                    </a:cubicBezTo>
                    <a:cubicBezTo>
                      <a:pt x="30052" y="30528"/>
                      <a:pt x="29480" y="30171"/>
                      <a:pt x="28718" y="29647"/>
                    </a:cubicBezTo>
                    <a:cubicBezTo>
                      <a:pt x="27956" y="29123"/>
                      <a:pt x="27242" y="28814"/>
                      <a:pt x="26575" y="28718"/>
                    </a:cubicBezTo>
                    <a:lnTo>
                      <a:pt x="25718" y="30290"/>
                    </a:lnTo>
                    <a:lnTo>
                      <a:pt x="24860" y="30433"/>
                    </a:lnTo>
                    <a:cubicBezTo>
                      <a:pt x="24479" y="30433"/>
                      <a:pt x="23432" y="30195"/>
                      <a:pt x="21717" y="29718"/>
                    </a:cubicBezTo>
                    <a:cubicBezTo>
                      <a:pt x="18669" y="27432"/>
                      <a:pt x="16336" y="25813"/>
                      <a:pt x="14716" y="24861"/>
                    </a:cubicBezTo>
                    <a:cubicBezTo>
                      <a:pt x="13954" y="23908"/>
                      <a:pt x="13264" y="22765"/>
                      <a:pt x="12645" y="21432"/>
                    </a:cubicBezTo>
                    <a:cubicBezTo>
                      <a:pt x="12025" y="20098"/>
                      <a:pt x="11621" y="19241"/>
                      <a:pt x="11430" y="18860"/>
                    </a:cubicBezTo>
                    <a:cubicBezTo>
                      <a:pt x="11335" y="18003"/>
                      <a:pt x="11121" y="16955"/>
                      <a:pt x="10787" y="15717"/>
                    </a:cubicBezTo>
                    <a:cubicBezTo>
                      <a:pt x="10454" y="14478"/>
                      <a:pt x="10287" y="13431"/>
                      <a:pt x="10287" y="12573"/>
                    </a:cubicBezTo>
                    <a:cubicBezTo>
                      <a:pt x="10287" y="11907"/>
                      <a:pt x="10335" y="11430"/>
                      <a:pt x="10430" y="11145"/>
                    </a:cubicBezTo>
                    <a:cubicBezTo>
                      <a:pt x="10620" y="10668"/>
                      <a:pt x="11287" y="9859"/>
                      <a:pt x="12430" y="8716"/>
                    </a:cubicBezTo>
                    <a:cubicBezTo>
                      <a:pt x="12526" y="8430"/>
                      <a:pt x="12645" y="7954"/>
                      <a:pt x="12787" y="7287"/>
                    </a:cubicBezTo>
                    <a:cubicBezTo>
                      <a:pt x="12930" y="6620"/>
                      <a:pt x="13145" y="6096"/>
                      <a:pt x="13430" y="5715"/>
                    </a:cubicBezTo>
                    <a:cubicBezTo>
                      <a:pt x="13716" y="5334"/>
                      <a:pt x="14097" y="5096"/>
                      <a:pt x="14573" y="5001"/>
                    </a:cubicBezTo>
                    <a:cubicBezTo>
                      <a:pt x="17145" y="4811"/>
                      <a:pt x="19526" y="5382"/>
                      <a:pt x="21717" y="6716"/>
                    </a:cubicBezTo>
                    <a:cubicBezTo>
                      <a:pt x="21812" y="6335"/>
                      <a:pt x="21860" y="5930"/>
                      <a:pt x="21860" y="5501"/>
                    </a:cubicBezTo>
                    <a:cubicBezTo>
                      <a:pt x="21860" y="5072"/>
                      <a:pt x="21908" y="4644"/>
                      <a:pt x="22003" y="4215"/>
                    </a:cubicBezTo>
                    <a:cubicBezTo>
                      <a:pt x="22098" y="3787"/>
                      <a:pt x="22336" y="3572"/>
                      <a:pt x="22717" y="3572"/>
                    </a:cubicBezTo>
                    <a:cubicBezTo>
                      <a:pt x="23003" y="4334"/>
                      <a:pt x="23432" y="4977"/>
                      <a:pt x="24003" y="5501"/>
                    </a:cubicBezTo>
                    <a:cubicBezTo>
                      <a:pt x="24575" y="6025"/>
                      <a:pt x="25098" y="6049"/>
                      <a:pt x="25575" y="5573"/>
                    </a:cubicBezTo>
                    <a:lnTo>
                      <a:pt x="25575" y="5430"/>
                    </a:lnTo>
                    <a:cubicBezTo>
                      <a:pt x="25575" y="5144"/>
                      <a:pt x="25456" y="4834"/>
                      <a:pt x="25218" y="4501"/>
                    </a:cubicBezTo>
                    <a:cubicBezTo>
                      <a:pt x="24979" y="4168"/>
                      <a:pt x="24813" y="3858"/>
                      <a:pt x="24718" y="3572"/>
                    </a:cubicBezTo>
                    <a:lnTo>
                      <a:pt x="26289" y="4144"/>
                    </a:lnTo>
                    <a:cubicBezTo>
                      <a:pt x="26861" y="4239"/>
                      <a:pt x="27575" y="4334"/>
                      <a:pt x="28432" y="4430"/>
                    </a:cubicBezTo>
                    <a:cubicBezTo>
                      <a:pt x="29290" y="4525"/>
                      <a:pt x="30290" y="4572"/>
                      <a:pt x="31433" y="4572"/>
                    </a:cubicBezTo>
                    <a:cubicBezTo>
                      <a:pt x="32576" y="4572"/>
                      <a:pt x="33719" y="4430"/>
                      <a:pt x="34862" y="4144"/>
                    </a:cubicBezTo>
                    <a:cubicBezTo>
                      <a:pt x="35243" y="3953"/>
                      <a:pt x="36076" y="3572"/>
                      <a:pt x="37362" y="3001"/>
                    </a:cubicBezTo>
                    <a:cubicBezTo>
                      <a:pt x="38648" y="2429"/>
                      <a:pt x="39862" y="2096"/>
                      <a:pt x="41005" y="2001"/>
                    </a:cubicBezTo>
                    <a:close/>
                    <a:moveTo>
                      <a:pt x="75724" y="0"/>
                    </a:moveTo>
                    <a:cubicBezTo>
                      <a:pt x="76010" y="96"/>
                      <a:pt x="76700" y="262"/>
                      <a:pt x="77796" y="500"/>
                    </a:cubicBezTo>
                    <a:cubicBezTo>
                      <a:pt x="78891" y="739"/>
                      <a:pt x="79820" y="1096"/>
                      <a:pt x="80582" y="1572"/>
                    </a:cubicBezTo>
                    <a:cubicBezTo>
                      <a:pt x="81248" y="1667"/>
                      <a:pt x="82106" y="2144"/>
                      <a:pt x="83153" y="3001"/>
                    </a:cubicBezTo>
                    <a:cubicBezTo>
                      <a:pt x="84582" y="3477"/>
                      <a:pt x="85820" y="4668"/>
                      <a:pt x="86868" y="6573"/>
                    </a:cubicBezTo>
                    <a:cubicBezTo>
                      <a:pt x="86963" y="6858"/>
                      <a:pt x="87011" y="7287"/>
                      <a:pt x="87011" y="7859"/>
                    </a:cubicBezTo>
                    <a:cubicBezTo>
                      <a:pt x="87011" y="8906"/>
                      <a:pt x="86820" y="9811"/>
                      <a:pt x="86440" y="10573"/>
                    </a:cubicBezTo>
                    <a:cubicBezTo>
                      <a:pt x="86154" y="12192"/>
                      <a:pt x="85654" y="13859"/>
                      <a:pt x="84939" y="15574"/>
                    </a:cubicBezTo>
                    <a:cubicBezTo>
                      <a:pt x="84225" y="17288"/>
                      <a:pt x="83487" y="18955"/>
                      <a:pt x="82725" y="20574"/>
                    </a:cubicBezTo>
                    <a:cubicBezTo>
                      <a:pt x="82630" y="20765"/>
                      <a:pt x="82463" y="21051"/>
                      <a:pt x="82225" y="21432"/>
                    </a:cubicBezTo>
                    <a:cubicBezTo>
                      <a:pt x="81987" y="21813"/>
                      <a:pt x="81725" y="22075"/>
                      <a:pt x="81439" y="22217"/>
                    </a:cubicBezTo>
                    <a:cubicBezTo>
                      <a:pt x="81153" y="22360"/>
                      <a:pt x="80867" y="22337"/>
                      <a:pt x="80582" y="22146"/>
                    </a:cubicBezTo>
                    <a:cubicBezTo>
                      <a:pt x="80391" y="22241"/>
                      <a:pt x="79867" y="22575"/>
                      <a:pt x="79010" y="23146"/>
                    </a:cubicBezTo>
                    <a:lnTo>
                      <a:pt x="78010" y="23146"/>
                    </a:lnTo>
                    <a:cubicBezTo>
                      <a:pt x="77438" y="23146"/>
                      <a:pt x="77010" y="23051"/>
                      <a:pt x="76724" y="22860"/>
                    </a:cubicBezTo>
                    <a:lnTo>
                      <a:pt x="70438" y="25146"/>
                    </a:lnTo>
                    <a:cubicBezTo>
                      <a:pt x="69294" y="25337"/>
                      <a:pt x="68390" y="25432"/>
                      <a:pt x="67723" y="25432"/>
                    </a:cubicBezTo>
                    <a:lnTo>
                      <a:pt x="67151" y="25432"/>
                    </a:lnTo>
                    <a:cubicBezTo>
                      <a:pt x="66580" y="25432"/>
                      <a:pt x="66032" y="25504"/>
                      <a:pt x="65508" y="25646"/>
                    </a:cubicBezTo>
                    <a:cubicBezTo>
                      <a:pt x="64984" y="25789"/>
                      <a:pt x="64484" y="25861"/>
                      <a:pt x="64008" y="25861"/>
                    </a:cubicBezTo>
                    <a:cubicBezTo>
                      <a:pt x="62484" y="26432"/>
                      <a:pt x="61246" y="26623"/>
                      <a:pt x="60293" y="26432"/>
                    </a:cubicBezTo>
                    <a:cubicBezTo>
                      <a:pt x="58960" y="25289"/>
                      <a:pt x="57864" y="24623"/>
                      <a:pt x="57007" y="24432"/>
                    </a:cubicBezTo>
                    <a:cubicBezTo>
                      <a:pt x="56531" y="23956"/>
                      <a:pt x="55960" y="23575"/>
                      <a:pt x="55293" y="23289"/>
                    </a:cubicBezTo>
                    <a:cubicBezTo>
                      <a:pt x="54626" y="23003"/>
                      <a:pt x="54102" y="22718"/>
                      <a:pt x="53721" y="22432"/>
                    </a:cubicBezTo>
                    <a:cubicBezTo>
                      <a:pt x="52959" y="21003"/>
                      <a:pt x="52483" y="20003"/>
                      <a:pt x="52292" y="19431"/>
                    </a:cubicBezTo>
                    <a:cubicBezTo>
                      <a:pt x="52007" y="17145"/>
                      <a:pt x="51864" y="14812"/>
                      <a:pt x="51864" y="12431"/>
                    </a:cubicBezTo>
                    <a:lnTo>
                      <a:pt x="52007" y="4001"/>
                    </a:lnTo>
                    <a:cubicBezTo>
                      <a:pt x="52007" y="3239"/>
                      <a:pt x="52173" y="2429"/>
                      <a:pt x="52507" y="1572"/>
                    </a:cubicBezTo>
                    <a:cubicBezTo>
                      <a:pt x="52840" y="715"/>
                      <a:pt x="53102" y="715"/>
                      <a:pt x="53292" y="1572"/>
                    </a:cubicBezTo>
                    <a:cubicBezTo>
                      <a:pt x="53292" y="1763"/>
                      <a:pt x="53316" y="2239"/>
                      <a:pt x="53364" y="3001"/>
                    </a:cubicBezTo>
                    <a:cubicBezTo>
                      <a:pt x="53412" y="3763"/>
                      <a:pt x="53721" y="4382"/>
                      <a:pt x="54293" y="4858"/>
                    </a:cubicBezTo>
                    <a:cubicBezTo>
                      <a:pt x="54674" y="4287"/>
                      <a:pt x="54864" y="3525"/>
                      <a:pt x="54864" y="2572"/>
                    </a:cubicBezTo>
                    <a:cubicBezTo>
                      <a:pt x="54864" y="1524"/>
                      <a:pt x="54912" y="715"/>
                      <a:pt x="55007" y="143"/>
                    </a:cubicBezTo>
                    <a:cubicBezTo>
                      <a:pt x="55960" y="620"/>
                      <a:pt x="56769" y="1524"/>
                      <a:pt x="57436" y="2858"/>
                    </a:cubicBezTo>
                    <a:cubicBezTo>
                      <a:pt x="57722" y="3144"/>
                      <a:pt x="58031" y="3406"/>
                      <a:pt x="58365" y="3644"/>
                    </a:cubicBezTo>
                    <a:cubicBezTo>
                      <a:pt x="58698" y="3882"/>
                      <a:pt x="58674" y="3810"/>
                      <a:pt x="58293" y="3429"/>
                    </a:cubicBezTo>
                    <a:lnTo>
                      <a:pt x="58436" y="3287"/>
                    </a:lnTo>
                    <a:lnTo>
                      <a:pt x="60008" y="3429"/>
                    </a:lnTo>
                    <a:cubicBezTo>
                      <a:pt x="60865" y="3429"/>
                      <a:pt x="61817" y="3334"/>
                      <a:pt x="62865" y="3144"/>
                    </a:cubicBezTo>
                    <a:cubicBezTo>
                      <a:pt x="63913" y="2953"/>
                      <a:pt x="64675" y="2810"/>
                      <a:pt x="65151" y="2715"/>
                    </a:cubicBezTo>
                    <a:cubicBezTo>
                      <a:pt x="65246" y="2715"/>
                      <a:pt x="65294" y="2810"/>
                      <a:pt x="65294" y="3001"/>
                    </a:cubicBezTo>
                    <a:cubicBezTo>
                      <a:pt x="66342" y="2715"/>
                      <a:pt x="67532" y="2334"/>
                      <a:pt x="68866" y="1858"/>
                    </a:cubicBezTo>
                    <a:cubicBezTo>
                      <a:pt x="69342" y="1763"/>
                      <a:pt x="70152" y="1524"/>
                      <a:pt x="71295" y="1143"/>
                    </a:cubicBezTo>
                    <a:cubicBezTo>
                      <a:pt x="72438" y="762"/>
                      <a:pt x="73533" y="477"/>
                      <a:pt x="74581" y="28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30940" y="1028700"/>
            <a:ext cx="2789466" cy="5207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eaVert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寻根溯源：族谱管理实验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1125348" y="1028700"/>
            <a:ext cx="1205592" cy="5207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eaVert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数据库系统综合设计与实现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a807519-2f4e-4b1c-979e-808edf3bcda2"/>
          <p:cNvGrpSpPr/>
          <p:nvPr/>
        </p:nvGrpSpPr>
        <p:grpSpPr>
          <a:xfrm rot="0">
            <a:off x="1" y="0"/>
            <a:ext cx="12191999" cy="6858001"/>
            <a:chOff x="1" y="0"/>
            <a:chExt cx="12191999" cy="6858001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0"/>
              <a:ext cx="6883400" cy="900112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006266" y="0"/>
              <a:ext cx="4185734" cy="2776036"/>
            </a:xfrm>
            <a:custGeom>
              <a:avLst/>
              <a:gdLst/>
              <a:ahLst/>
              <a:cxnLst/>
              <a:rect l="l" t="t" r="r" b="b"/>
              <a:pathLst>
                <a:path w="5023316" h="3331532">
                  <a:moveTo>
                    <a:pt x="17142" y="0"/>
                  </a:moveTo>
                  <a:lnTo>
                    <a:pt x="5023316" y="0"/>
                  </a:lnTo>
                  <a:lnTo>
                    <a:pt x="5023316" y="2558381"/>
                  </a:lnTo>
                  <a:lnTo>
                    <a:pt x="4929670" y="2643492"/>
                  </a:lnTo>
                  <a:cubicBezTo>
                    <a:pt x="4408833" y="3073325"/>
                    <a:pt x="3741108" y="3331532"/>
                    <a:pt x="3013075" y="3331532"/>
                  </a:cubicBezTo>
                  <a:cubicBezTo>
                    <a:pt x="1349000" y="3331532"/>
                    <a:pt x="0" y="1982532"/>
                    <a:pt x="0" y="318457"/>
                  </a:cubicBezTo>
                  <a:cubicBezTo>
                    <a:pt x="0" y="214452"/>
                    <a:pt x="5270" y="111679"/>
                    <a:pt x="15556" y="10388"/>
                  </a:cubicBezTo>
                  <a:close/>
                </a:path>
              </a:pathLst>
            </a:custGeom>
            <a:solidFill>
              <a:srgbClr val="77849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" y="2894182"/>
              <a:ext cx="1651731" cy="3963819"/>
            </a:xfrm>
            <a:custGeom>
              <a:avLst/>
              <a:gdLst/>
              <a:ahLst/>
              <a:cxnLst/>
              <a:rect l="l" t="t" r="r" b="b"/>
              <a:pathLst>
                <a:path w="1651731" h="3963819">
                  <a:moveTo>
                    <a:pt x="0" y="0"/>
                  </a:moveTo>
                  <a:lnTo>
                    <a:pt x="73205" y="35264"/>
                  </a:lnTo>
                  <a:cubicBezTo>
                    <a:pt x="1013446" y="546034"/>
                    <a:pt x="1651731" y="1542212"/>
                    <a:pt x="1651731" y="2687469"/>
                  </a:cubicBezTo>
                  <a:cubicBezTo>
                    <a:pt x="1651731" y="3103927"/>
                    <a:pt x="1567330" y="3500671"/>
                    <a:pt x="1414699" y="3861530"/>
                  </a:cubicBezTo>
                  <a:lnTo>
                    <a:pt x="1365424" y="3963819"/>
                  </a:lnTo>
                  <a:lnTo>
                    <a:pt x="0" y="3963819"/>
                  </a:lnTo>
                  <a:close/>
                </a:path>
              </a:pathLst>
            </a:custGeom>
            <a:blipFill rotWithShape="1">
              <a:blip r:embed="rId1">
                <a:alphaModFix amt="100000"/>
                <a:alphaModFix amt="100000"/>
              </a:blip>
              <a:stretch>
                <a:fillRect l="-37726" r="-37726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1473037" y="2284718"/>
              <a:ext cx="3605816" cy="676966"/>
              <a:chOff x="2696633" y="2701142"/>
              <a:chExt cx="3605816" cy="676966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实验整体定位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5370351" y="2284718"/>
              <a:ext cx="3605816" cy="676966"/>
              <a:chOff x="2696633" y="2701142"/>
              <a:chExt cx="3605816" cy="67696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数据库设计思路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B447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2086280" y="3322695"/>
              <a:ext cx="3605816" cy="676966"/>
              <a:chOff x="2696633" y="2701142"/>
              <a:chExt cx="3605816" cy="67696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数据模型与约束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983594" y="3322695"/>
              <a:ext cx="3605816" cy="676966"/>
              <a:chOff x="2696633" y="2701142"/>
              <a:chExt cx="3605816" cy="67696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数据工程与生成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B447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2699523" y="4360672"/>
              <a:ext cx="3605816" cy="676966"/>
              <a:chOff x="2696633" y="2701142"/>
              <a:chExt cx="3605816" cy="676966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SQL核心功能实现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596837" y="4360672"/>
              <a:ext cx="3605816" cy="676966"/>
              <a:chOff x="2696633" y="2701142"/>
              <a:chExt cx="3605816" cy="676966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性能优化与索引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B4471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3312766" y="5398650"/>
              <a:ext cx="3605816" cy="676966"/>
              <a:chOff x="2696633" y="2701142"/>
              <a:chExt cx="3605816" cy="676966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3159099" y="2701142"/>
                <a:ext cx="3143350" cy="6769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应用界面与验收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7</a:t>
                </a:r>
                <a:endParaRPr lang="en-US" sz="110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实验整体定位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本实验以族谱为场景，训练学生掌握数据库设计、递归查询、性能优化及系统开发的完整流程，旨在解决层级数据建模与查询的核心难题。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4475509-f323-4d47-be97-dfe446b8ef2c"/>
          <p:cNvGrpSpPr/>
          <p:nvPr/>
        </p:nvGrpSpPr>
        <p:grpSpPr>
          <a:xfrm rot="0">
            <a:off x="660399" y="1130301"/>
            <a:ext cx="10858501" cy="5105399"/>
            <a:chOff x="660399" y="1130301"/>
            <a:chExt cx="10858501" cy="51053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08000"/>
                </a:lnSpc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为何选择族谱管理系统？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1711961"/>
              <a:ext cx="3161058" cy="4523739"/>
              <a:chOff x="660400" y="1711961"/>
              <a:chExt cx="3161058" cy="4523739"/>
            </a:xfrm>
          </p:grpSpPr>
          <p:grpSp>
            <p:nvGrpSpPr>
              <p:cNvPr id="5" name="Group 5"/>
              <p:cNvGrpSpPr/>
              <p:nvPr/>
            </p:nvGrpSpPr>
            <p:grpSpPr>
              <a:xfrm rot="0">
                <a:off x="660400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6" name="AutoShape 6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B447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1890575" y="1610361"/>
                  <a:ext cx="700709" cy="700709"/>
                </a:xfrm>
                <a:prstGeom prst="ellipse">
                  <a:avLst/>
                </a:prstGeom>
                <a:solidFill>
                  <a:srgbClr val="DCA05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8" name="TextBox 8"/>
              <p:cNvSpPr txBox="1"/>
              <p:nvPr/>
            </p:nvSpPr>
            <p:spPr>
              <a:xfrm>
                <a:off x="833161" y="2514271"/>
                <a:ext cx="2815536" cy="7007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实验背景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33161" y="3214981"/>
                <a:ext cx="2815536" cy="27882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族谱天然包含复杂的人物关系，如父子、夫妻及多代传承，是检验数据库建模与查询能力的绝佳场景。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509121" y="1711961"/>
              <a:ext cx="3161058" cy="4523739"/>
              <a:chOff x="4509121" y="1711961"/>
              <a:chExt cx="3161058" cy="4523739"/>
            </a:xfrm>
          </p:grpSpPr>
          <p:grpSp>
            <p:nvGrpSpPr>
              <p:cNvPr id="11" name="Group 11"/>
              <p:cNvGrpSpPr/>
              <p:nvPr/>
            </p:nvGrpSpPr>
            <p:grpSpPr>
              <a:xfrm rot="0">
                <a:off x="4509121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12" name="AutoShape 12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B447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890575" y="1610361"/>
                  <a:ext cx="700709" cy="700709"/>
                </a:xfrm>
                <a:prstGeom prst="ellipse">
                  <a:avLst/>
                </a:prstGeom>
                <a:solidFill>
                  <a:srgbClr val="DCA05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4681882" y="2514271"/>
                <a:ext cx="2815536" cy="7007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核心目标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81882" y="3214981"/>
                <a:ext cx="2815536" cy="27882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让学生完整经历数据库应用开发全流程，掌握从需求分析到系统部署的核心技术，而非仅实现界面。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357842" y="1711961"/>
              <a:ext cx="3161058" cy="4523739"/>
              <a:chOff x="8357842" y="1711961"/>
              <a:chExt cx="3161058" cy="4523739"/>
            </a:xfrm>
          </p:grpSpPr>
          <p:grpSp>
            <p:nvGrpSpPr>
              <p:cNvPr id="17" name="Group 17"/>
              <p:cNvGrpSpPr/>
              <p:nvPr/>
            </p:nvGrpSpPr>
            <p:grpSpPr>
              <a:xfrm rot="0">
                <a:off x="8357842" y="1711961"/>
                <a:ext cx="3161058" cy="4523739"/>
                <a:chOff x="660400" y="1610361"/>
                <a:chExt cx="3161058" cy="4523739"/>
              </a:xfrm>
            </p:grpSpPr>
            <p:sp>
              <p:nvSpPr>
                <p:cNvPr id="18" name="AutoShape 18"/>
                <p:cNvSpPr/>
                <p:nvPr/>
              </p:nvSpPr>
              <p:spPr>
                <a:xfrm>
                  <a:off x="660400" y="1868557"/>
                  <a:ext cx="3161058" cy="4265543"/>
                </a:xfrm>
                <a:prstGeom prst="roundRect">
                  <a:avLst>
                    <a:gd name="adj" fmla="val 10596"/>
                  </a:avLst>
                </a:prstGeom>
                <a:solidFill>
                  <a:srgbClr val="B447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890575" y="1610361"/>
                  <a:ext cx="700709" cy="700709"/>
                </a:xfrm>
                <a:prstGeom prst="ellipse">
                  <a:avLst/>
                </a:prstGeom>
                <a:solidFill>
                  <a:srgbClr val="DCA05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8530603" y="2514271"/>
                <a:ext cx="2815536" cy="70071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能力培养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30603" y="3214981"/>
                <a:ext cx="2815536" cy="278825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重点训练层级数据建模、递归查询、图关系查询、索引优化等高级数据库技能。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实验背景与目标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9564cb3-66fd-41b1-8d24-884899572872"/>
          <p:cNvGrpSpPr/>
          <p:nvPr/>
        </p:nvGrpSpPr>
        <p:grpSpPr>
          <a:xfrm rot="0">
            <a:off x="660400" y="1130299"/>
            <a:ext cx="10858500" cy="4724401"/>
            <a:chOff x="660400" y="1130299"/>
            <a:chExt cx="10858500" cy="4724401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299"/>
              <a:ext cx="10858500" cy="114141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本实验需要攻克的关键难题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497254"/>
              <a:ext cx="2641677" cy="3357446"/>
              <a:chOff x="979912" y="2497254"/>
              <a:chExt cx="2912332" cy="3357446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979912" y="2497254"/>
                <a:ext cx="2912332" cy="3357446"/>
              </a:xfrm>
              <a:prstGeom prst="rect">
                <a:avLst/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109681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关系不确定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09682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09682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成员之间的层级深度不确定，不能用固定层数的表来表示。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399341" y="2497254"/>
              <a:ext cx="2641677" cy="3357446"/>
              <a:chOff x="4633484" y="2497254"/>
              <a:chExt cx="2912332" cy="335744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633484" y="2497254"/>
                <a:ext cx="2912332" cy="3357446"/>
              </a:xfrm>
              <a:prstGeom prst="rect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763253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查询层级深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763254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63254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需要实现祖先、后代及亲缘路径的递归查询，远超普通SQL能力。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138282" y="2497254"/>
              <a:ext cx="2641677" cy="3357446"/>
              <a:chOff x="8287056" y="2497254"/>
              <a:chExt cx="2912332" cy="3357446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8287056" y="2497254"/>
                <a:ext cx="2912332" cy="3357446"/>
              </a:xfrm>
              <a:prstGeom prst="rect">
                <a:avLst/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416825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数据规模大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416826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16826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系统需处理不少于10万条成员数据，对查询性能提出挑战。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8877223" y="2497254"/>
              <a:ext cx="2641677" cy="3357446"/>
              <a:chOff x="4633484" y="2497254"/>
              <a:chExt cx="2912332" cy="3357446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4633484" y="2497254"/>
                <a:ext cx="2912332" cy="3357446"/>
              </a:xfrm>
              <a:prstGeom prst="rect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763253" y="3541770"/>
                <a:ext cx="2652794" cy="792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性能需优化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763254" y="2627396"/>
                <a:ext cx="2652792" cy="6888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63254" y="4334664"/>
                <a:ext cx="2652792" cy="139303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必须在海量数据下保证查询效率，需进行索引设计与优化。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实验核心挑战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数据库设计思路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从业务需求出发，逐步抽象出合理的数据库模型，是本实验成功的基础。重点在于使用自引用外键来表示复杂的层级关系。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d31126-79bb-49cd-97bd-1603054b9242"/>
          <p:cNvGrpSpPr/>
          <p:nvPr/>
        </p:nvGrpSpPr>
        <p:grpSpPr>
          <a:xfrm rot="0"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3" name="AutoShape 3"/>
            <p:cNvSpPr/>
            <p:nvPr/>
          </p:nvSpPr>
          <p:spPr>
            <a:xfrm>
              <a:off x="660400" y="2829436"/>
              <a:ext cx="10858500" cy="1550336"/>
            </a:xfrm>
            <a:prstGeom prst="rect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042405" y="2777730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6042405" y="4321584"/>
              <a:ext cx="94491" cy="108730"/>
            </a:xfrm>
            <a:custGeom>
              <a:avLst/>
              <a:gdLst/>
              <a:ahLst/>
              <a:cxnLst/>
              <a:rect l="l" t="t" r="r" b="b"/>
              <a:pathLst>
                <a:path w="185158" h="213059">
                  <a:moveTo>
                    <a:pt x="0" y="213059"/>
                  </a:moveTo>
                  <a:lnTo>
                    <a:pt x="185159" y="106530"/>
                  </a:lnTo>
                  <a:lnTo>
                    <a:pt x="0" y="0"/>
                  </a:lnTo>
                  <a:lnTo>
                    <a:pt x="0" y="213059"/>
                  </a:lnTo>
                  <a:lnTo>
                    <a:pt x="0" y="21305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3600" y="3136604"/>
              <a:ext cx="10464800" cy="936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识别并抽象核心业务对象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80985" y="1130299"/>
              <a:ext cx="5025896" cy="1971469"/>
              <a:chOff x="680985" y="1130299"/>
              <a:chExt cx="5025896" cy="1971469"/>
            </a:xfrm>
          </p:grpSpPr>
          <p:sp>
            <p:nvSpPr>
              <p:cNvPr id="8" name="TextBox 8"/>
              <p:cNvSpPr txBox="1"/>
              <p:nvPr/>
            </p:nvSpPr>
            <p:spPr>
              <a:xfrm flipH="1">
                <a:off x="2929170" y="2581422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80985" y="1130299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 (User)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80985" y="1778299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管理系统的使用者，负责创建和访问族谱。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6493004" y="1130299"/>
              <a:ext cx="5025896" cy="1971469"/>
              <a:chOff x="6493004" y="1130299"/>
              <a:chExt cx="5025896" cy="1971469"/>
            </a:xfrm>
          </p:grpSpPr>
          <p:sp>
            <p:nvSpPr>
              <p:cNvPr id="12" name="TextBox 12"/>
              <p:cNvSpPr txBox="1"/>
              <p:nvPr/>
            </p:nvSpPr>
            <p:spPr>
              <a:xfrm flipH="1">
                <a:off x="8741189" y="2581422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493004" y="1130299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 (Family)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93004" y="1778299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一个独立的血缘家族记录，包含所有成员信息。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6493004" y="4119599"/>
              <a:ext cx="5025896" cy="2014501"/>
              <a:chOff x="6493004" y="4119599"/>
              <a:chExt cx="5025896" cy="2014501"/>
            </a:xfrm>
          </p:grpSpPr>
          <p:sp>
            <p:nvSpPr>
              <p:cNvPr id="16" name="TextBox 16"/>
              <p:cNvSpPr txBox="1"/>
              <p:nvPr/>
            </p:nvSpPr>
            <p:spPr>
              <a:xfrm flipH="1">
                <a:off x="8741189" y="4119599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93004" y="4694100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 (Member)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93004" y="5342100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族谱中最核心的对象，记录个人基本信息及亲属关系。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60400" y="4119599"/>
              <a:ext cx="5025896" cy="2014501"/>
              <a:chOff x="660400" y="4119599"/>
              <a:chExt cx="5025896" cy="2014501"/>
            </a:xfrm>
          </p:grpSpPr>
          <p:sp>
            <p:nvSpPr>
              <p:cNvPr id="20" name="TextBox 20"/>
              <p:cNvSpPr txBox="1"/>
              <p:nvPr/>
            </p:nvSpPr>
            <p:spPr>
              <a:xfrm flipH="1">
                <a:off x="2908585" y="4119599"/>
                <a:ext cx="529526" cy="52034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0400" y="4694100"/>
                <a:ext cx="5025896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权限与邀请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0400" y="5342100"/>
                <a:ext cx="5025896" cy="792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strike="noStrike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记录用户对族谱的访问权限及邀请关系。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从业务到实体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509be7d-cf47-444d-9348-4ac43a655864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6159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描绘实体间的关系蓝图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887412" y="2336381"/>
              <a:ext cx="0" cy="3035719"/>
            </a:xfrm>
            <a:prstGeom prst="line">
              <a:avLst/>
            </a:prstGeom>
            <a:ln w="6350">
              <a:solidFill>
                <a:srgbClr val="00000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1900237"/>
              <a:ext cx="10858500" cy="1116218"/>
              <a:chOff x="660400" y="1608137"/>
              <a:chExt cx="10858500" cy="111621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1608137"/>
                <a:ext cx="454025" cy="453485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35860" y="1649292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用户与族谱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5860" y="2023459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存在创建 (1:N) 和参与 (M:N) 两种关系。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60400" y="3459059"/>
              <a:ext cx="10858500" cy="1116218"/>
              <a:chOff x="660400" y="3166959"/>
              <a:chExt cx="10858500" cy="111621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60400" y="3166959"/>
                <a:ext cx="454025" cy="453485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5860" y="3208114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族谱与成员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5860" y="3582281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一个族谱包含多个成员 (1:N)。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660400" y="5017882"/>
              <a:ext cx="10858500" cy="1116218"/>
              <a:chOff x="660400" y="4725782"/>
              <a:chExt cx="10858500" cy="111621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60400" y="4725782"/>
                <a:ext cx="454025" cy="453485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5860" y="4766937"/>
                <a:ext cx="10383040" cy="3711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成员间关系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5860" y="5141104"/>
                <a:ext cx="10383040" cy="70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父子/母子 (1:N, 自引用)，婚姻 (1:1, 自引用)。</a:t>
                </a:r>
                <a:endParaRPr lang="en-US" sz="1100"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ER图设计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8759a7f-0abd-4e9d-8ac0-5bc5ea77bbd8"/>
          <p:cNvGrpSpPr/>
          <p:nvPr/>
        </p:nvGrpSpPr>
        <p:grpSpPr>
          <a:xfrm rot="0">
            <a:off x="660400" y="1130300"/>
            <a:ext cx="10858500" cy="4154828"/>
            <a:chOff x="660400" y="1130300"/>
            <a:chExt cx="10858500" cy="4154828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673100" y="2372812"/>
              <a:ext cx="3458593" cy="2912316"/>
              <a:chOff x="673100" y="2700020"/>
              <a:chExt cx="3458593" cy="1864359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73100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03918" y="2867659"/>
                <a:ext cx="2449827" cy="41783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6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关键设计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3918" y="3285497"/>
                <a:ext cx="2449827" cy="9486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0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成员表的 `father_id` 和 `mother_id` 字段引用自身的 `member_id`，形成自引用外键。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328953" y="3828068"/>
                <a:ext cx="802740" cy="5470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3328953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 rot="0">
              <a:off x="4366703" y="2372812"/>
              <a:ext cx="3458593" cy="2912316"/>
              <a:chOff x="4366703" y="2700020"/>
              <a:chExt cx="3458593" cy="1864359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366703" y="2700020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 rot="0">
                <a:off x="4497521" y="2867659"/>
                <a:ext cx="3327775" cy="1507501"/>
                <a:chOff x="4497521" y="2331720"/>
                <a:chExt cx="3327775" cy="1507501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4497521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设计示例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497521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`members (member_id, ..., father_id, mother_id, spouse_id)`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022556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5" name="AutoShape 15"/>
              <p:cNvSpPr/>
              <p:nvPr/>
            </p:nvSpPr>
            <p:spPr>
              <a:xfrm>
                <a:off x="7022556" y="4375160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 rot="0">
              <a:off x="8060306" y="2372812"/>
              <a:ext cx="3458593" cy="2912316"/>
              <a:chOff x="8060306" y="2164081"/>
              <a:chExt cx="3458593" cy="1864359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060306" y="2164081"/>
                <a:ext cx="3441700" cy="1864359"/>
              </a:xfrm>
              <a:custGeom>
                <a:avLst/>
                <a:gdLst/>
                <a:ahLst/>
                <a:cxnLst/>
                <a:rect l="l" t="t" r="r" b="b"/>
                <a:pathLst>
                  <a:path w="2711450" h="3601163">
                    <a:moveTo>
                      <a:pt x="0" y="0"/>
                    </a:moveTo>
                    <a:lnTo>
                      <a:pt x="2711450" y="0"/>
                    </a:lnTo>
                    <a:lnTo>
                      <a:pt x="2711450" y="3601163"/>
                    </a:lnTo>
                    <a:lnTo>
                      <a:pt x="0" y="3601163"/>
                    </a:lnTo>
                    <a:close/>
                  </a:path>
                </a:pathLst>
              </a:custGeom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 rot="0">
                <a:off x="8191124" y="2331720"/>
                <a:ext cx="3327775" cy="1507501"/>
                <a:chOff x="8191124" y="2331720"/>
                <a:chExt cx="3327775" cy="1507501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8191124" y="2331720"/>
                  <a:ext cx="2449827" cy="417838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设计优势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191124" y="2749558"/>
                  <a:ext cx="2449827" cy="948682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30000"/>
                    </a:lnSpc>
                    <a:defRPr/>
                  </a:pPr>
                  <a:r>
                    <a:rPr lang="en-US" sz="10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清晰表达了“成员是其他成员的父母或配偶”这一业务逻辑，是处理不定深层级关系的关键。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0716159" y="3292129"/>
                  <a:ext cx="802740" cy="547092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32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2" name="AutoShape 22"/>
              <p:cNvSpPr/>
              <p:nvPr/>
            </p:nvSpPr>
            <p:spPr>
              <a:xfrm>
                <a:off x="10716159" y="3839221"/>
                <a:ext cx="786865" cy="45719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 flipH="1">
              <a:off x="660400" y="1130300"/>
              <a:ext cx="10858500" cy="84456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如何在一张表中表示父母关系？</a:t>
              </a:r>
              <a:endParaRPr lang="en-US" sz="11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成员表自引用设计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5506872-d587-4686-861f-af396f94bc59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按代数建表的误区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913452" y="1944181"/>
              <a:ext cx="3961719" cy="1840419"/>
              <a:chOff x="1807597" y="1944181"/>
              <a:chExt cx="3961719" cy="1840419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807597" y="2406647"/>
                <a:ext cx="3961719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错误方式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807597" y="2842665"/>
                <a:ext cx="3961719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为每一代设计一张表，如“第一代表”、“第二代表”等。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894627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7304129" y="1944181"/>
              <a:ext cx="3961719" cy="1840419"/>
              <a:chOff x="2634909" y="1944181"/>
              <a:chExt cx="3961719" cy="184041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2634909" y="2406647"/>
                <a:ext cx="3961719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核心问题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34909" y="2842665"/>
                <a:ext cx="3961719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族谱代数不固定，表结构无法动态扩展，查询祖先后代极为困难，严重违反数据库设计原则。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721941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4108790" y="4293681"/>
              <a:ext cx="3961719" cy="1840419"/>
              <a:chOff x="4108790" y="1944181"/>
              <a:chExt cx="3961719" cy="184041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108790" y="2406647"/>
                <a:ext cx="3961719" cy="43601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正确方案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08790" y="2842665"/>
                <a:ext cx="3961719" cy="94193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使用一张成员表 + 自引用外键 + 递归查询。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195821" y="1944181"/>
                <a:ext cx="462466" cy="462466"/>
              </a:xfrm>
              <a:prstGeom prst="rect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660400" y="3935071"/>
              <a:ext cx="108585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错误设计辨析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数据模型与约束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将ER图转化为具体的关系模式，并设计完整性约束，确保数据的正确性、一致性和高效性。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939cba6-6084-4bdf-a4e0-3c19607fe311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0000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660400" y="1130300"/>
              <a:ext cx="2171700" cy="5003800"/>
              <a:chOff x="660401" y="1130300"/>
              <a:chExt cx="2714625" cy="50038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1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B4471C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5406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用户表 (users)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5406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`(user_id, username, password_hash, email)`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65417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2832100" y="1130300"/>
              <a:ext cx="2171700" cy="5003800"/>
              <a:chOff x="3375026" y="1130300"/>
              <a:chExt cx="2714625" cy="500380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3375026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468689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族谱表 (families)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468689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`(family_id, family_name, surname, description, created_by)`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368801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5003800" y="1130300"/>
              <a:ext cx="2171700" cy="5003800"/>
              <a:chOff x="6089651" y="1130300"/>
              <a:chExt cx="2714625" cy="50038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089651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B4471C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18331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成员表 (members)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18331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`(member_id, family_id, name, gender, birth_year, father_id, mother_id)`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8342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7175500" y="1130300"/>
              <a:ext cx="2171700" cy="5003800"/>
              <a:chOff x="8804276" y="1130300"/>
              <a:chExt cx="2714625" cy="5003800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8804276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897939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权限表 (family_users)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97939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`(family_id, user_id, role)`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798051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9347200" y="1130300"/>
              <a:ext cx="2171700" cy="5003800"/>
              <a:chOff x="6089651" y="1130300"/>
              <a:chExt cx="2714625" cy="5003800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6089651" y="1130300"/>
                <a:ext cx="2714625" cy="5003800"/>
              </a:xfrm>
              <a:custGeom>
                <a:avLst/>
                <a:gdLst/>
                <a:ahLst/>
                <a:cxnLst/>
                <a:rect l="l" t="t" r="r" b="b"/>
                <a:pathLst>
                  <a:path w="2714625" h="5003800">
                    <a:moveTo>
                      <a:pt x="0" y="0"/>
                    </a:moveTo>
                    <a:lnTo>
                      <a:pt x="2714625" y="0"/>
                    </a:lnTo>
                    <a:lnTo>
                      <a:pt x="2714625" y="5003800"/>
                    </a:lnTo>
                    <a:lnTo>
                      <a:pt x="0" y="5003800"/>
                    </a:lnTo>
                    <a:close/>
                  </a:path>
                </a:pathLst>
              </a:custGeom>
              <a:solidFill>
                <a:srgbClr val="B4471C">
                  <a:alpha val="3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183314" y="2178050"/>
                <a:ext cx="2527299" cy="89881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邀请表 (invitations)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83314" y="3076868"/>
                <a:ext cx="2527299" cy="289848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`(invitation_id, family_id, inviter_id, invitee_id, status)`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083426" y="1395413"/>
                <a:ext cx="727074" cy="72707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关系模式设计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2876aa3-37f0-4f09-981e-21f17cefad92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确保关系模式满足3NF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2209800"/>
              <a:ext cx="2526707" cy="3924300"/>
            </a:xfrm>
            <a:prstGeom prst="rect">
              <a:avLst/>
            </a:prstGeom>
            <a:solidFill>
              <a:srgbClr val="DCA05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3437664" y="2209800"/>
              <a:ext cx="2526707" cy="3924300"/>
            </a:xfrm>
            <a:prstGeom prst="rect">
              <a:avLst/>
            </a:prstGeom>
            <a:solidFill>
              <a:srgbClr val="DCA05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214928" y="2209800"/>
              <a:ext cx="2526707" cy="3924300"/>
            </a:xfrm>
            <a:prstGeom prst="rect">
              <a:avLst/>
            </a:prstGeom>
            <a:solidFill>
              <a:srgbClr val="DCA05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992193" y="2209800"/>
              <a:ext cx="2526707" cy="3924300"/>
            </a:xfrm>
            <a:prstGeom prst="rect">
              <a:avLst/>
            </a:prstGeom>
            <a:solidFill>
              <a:srgbClr val="DCA05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836447" y="2513345"/>
              <a:ext cx="2174612" cy="3445793"/>
              <a:chOff x="836447" y="2513345"/>
              <a:chExt cx="2174612" cy="344579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6447" y="2513345"/>
                <a:ext cx="2174612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36447" y="3281106"/>
                <a:ext cx="2174612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users表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36447" y="4066965"/>
                <a:ext cx="2174612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`user_id` 决定所有列，无部分依赖和传递依赖，满足3NF。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3613711" y="2513345"/>
              <a:ext cx="2174612" cy="3445793"/>
              <a:chOff x="3613711" y="2513345"/>
              <a:chExt cx="2174612" cy="3445793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613711" y="2513345"/>
                <a:ext cx="2174612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13711" y="3281106"/>
                <a:ext cx="2174612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families表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13711" y="4066965"/>
                <a:ext cx="2174612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`family_id` 决定所有列，满足3NF。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390975" y="2513345"/>
              <a:ext cx="2174612" cy="3445793"/>
              <a:chOff x="6390975" y="2513345"/>
              <a:chExt cx="2174612" cy="344579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390975" y="2513345"/>
                <a:ext cx="2174612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90975" y="3281106"/>
                <a:ext cx="2174612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members表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390975" y="4066965"/>
                <a:ext cx="2174612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`member_id` 决定所有成员自身信息，`father_id`等为关系表达，非传递依赖，满足3NF。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9168240" y="2513345"/>
              <a:ext cx="2174612" cy="3445793"/>
              <a:chOff x="9168240" y="2513345"/>
              <a:chExt cx="2174612" cy="344579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168240" y="2513345"/>
                <a:ext cx="2174612" cy="7078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37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168240" y="3281106"/>
                <a:ext cx="2174612" cy="7858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family_users表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168240" y="4066965"/>
                <a:ext cx="2174612" cy="18921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联合主键 `(family_id, user_id)` 决定所有列，满足3NF。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范式分析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64d3497-d021-4771-a0ef-c6e49d70350e"/>
          <p:cNvGrpSpPr/>
          <p:nvPr/>
        </p:nvGrpSpPr>
        <p:grpSpPr>
          <a:xfrm rot="0">
            <a:off x="673101" y="1130300"/>
            <a:ext cx="10845800" cy="5003800"/>
            <a:chOff x="673101" y="1130300"/>
            <a:chExt cx="108458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73101" y="1130300"/>
              <a:ext cx="10845800" cy="114935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保障数据的完整性与合法性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73101" y="2457450"/>
              <a:ext cx="2432050" cy="3676650"/>
              <a:chOff x="673101" y="2457450"/>
              <a:chExt cx="2432050" cy="367665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3101" y="2457450"/>
                <a:ext cx="2432050" cy="3676650"/>
              </a:xfrm>
              <a:prstGeom prst="roundRect">
                <a:avLst>
                  <a:gd name="adj" fmla="val 3352"/>
                </a:avLst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46126" y="4322109"/>
                <a:ext cx="2286002" cy="16684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保证每条记录的唯一性，如 `member_id`。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46125" y="3666592"/>
                <a:ext cx="2286002" cy="6555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主键约束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46125" y="2594417"/>
                <a:ext cx="2286002" cy="8943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77684" y="2457450"/>
              <a:ext cx="2432050" cy="3676650"/>
              <a:chOff x="3477684" y="2457450"/>
              <a:chExt cx="2432050" cy="367665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3477684" y="2457450"/>
                <a:ext cx="2432050" cy="3676650"/>
              </a:xfrm>
              <a:prstGeom prst="roundRect">
                <a:avLst>
                  <a:gd name="adj" fmla="val 3457"/>
                </a:avLst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550708" y="4322109"/>
                <a:ext cx="2286002" cy="16684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保证引用的数据存在，如 `father_id` 必须引用 `members` 表中已有的 `member_id`。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550708" y="3666592"/>
                <a:ext cx="2286002" cy="6555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外键约束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50708" y="2594417"/>
                <a:ext cx="2286002" cy="8943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282267" y="2457450"/>
              <a:ext cx="2432050" cy="3676650"/>
              <a:chOff x="6282267" y="2457450"/>
              <a:chExt cx="2432050" cy="367665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282267" y="2457450"/>
                <a:ext cx="2432050" cy="3676650"/>
              </a:xfrm>
              <a:prstGeom prst="roundRect">
                <a:avLst>
                  <a:gd name="adj" fmla="val 3457"/>
                </a:avLst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355291" y="4322109"/>
                <a:ext cx="2286002" cy="16684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限制字段取值，如 `gender IN ('M', 'F')`，或 `death_year &gt;= birth_year`。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355291" y="3666592"/>
                <a:ext cx="2286002" cy="6555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CHECK约束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55291" y="2594417"/>
                <a:ext cx="2286002" cy="8943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9086850" y="2457450"/>
              <a:ext cx="2432050" cy="3676650"/>
              <a:chOff x="9086850" y="2457450"/>
              <a:chExt cx="2432050" cy="3676650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9086850" y="2457450"/>
                <a:ext cx="2432050" cy="3676650"/>
              </a:xfrm>
              <a:prstGeom prst="roundRect">
                <a:avLst>
                  <a:gd name="adj" fmla="val 2847"/>
                </a:avLst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159874" y="4322109"/>
                <a:ext cx="2286002" cy="166844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处理复杂约束，如“父亲的出生年份早于子女”，可在应用层保证或通过触发器实现。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159874" y="3666592"/>
                <a:ext cx="2286002" cy="65551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应用层或触发器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159874" y="2594417"/>
                <a:ext cx="2286002" cy="8943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完整性约束设计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数据工程与生成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大规模模拟数据的生成与导入是本实验的重要环节，旨在考验学生的数据工程能力，并为性能测试提供基础。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c1f4334-5685-4b50-9269-27fa3ba84553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 flipH="1">
              <a:off x="660399" y="1130301"/>
              <a:ext cx="10858500" cy="622299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明确数据生成的具体要求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221366"/>
              <a:ext cx="5380567" cy="1721984"/>
              <a:chOff x="660400" y="2221366"/>
              <a:chExt cx="5380567" cy="1721984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439333" y="2221366"/>
                <a:ext cx="4601634" cy="4511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族谱数量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0400" y="2294666"/>
                <a:ext cx="697678" cy="697676"/>
              </a:xfrm>
              <a:prstGeom prst="plaque">
                <a:avLst>
                  <a:gd name="adj" fmla="val 12595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39333" y="2672490"/>
                <a:ext cx="4601634" cy="12708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至少生成10个族谱。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0">
              <a:off x="660400" y="4412116"/>
              <a:ext cx="5380567" cy="1721984"/>
              <a:chOff x="660400" y="4412116"/>
              <a:chExt cx="5380567" cy="172198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439333" y="4412116"/>
                <a:ext cx="4601634" cy="4511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成员规模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485416"/>
                <a:ext cx="697678" cy="697676"/>
              </a:xfrm>
              <a:prstGeom prst="plaque">
                <a:avLst>
                  <a:gd name="adj" fmla="val 12595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39333" y="4863240"/>
                <a:ext cx="4601634" cy="12708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系统总成员数不少于10万，其中至少一个族谱拥有5万名以上成员。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6138333" y="2221366"/>
              <a:ext cx="5380567" cy="1721984"/>
              <a:chOff x="6138333" y="2221366"/>
              <a:chExt cx="5380567" cy="172198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917266" y="2221366"/>
                <a:ext cx="4601634" cy="4511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代数要求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138333" y="2294666"/>
                <a:ext cx="697678" cy="697676"/>
              </a:xfrm>
              <a:prstGeom prst="plaque">
                <a:avLst>
                  <a:gd name="adj" fmla="val 12595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917266" y="2672490"/>
                <a:ext cx="4601634" cy="12708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单个族谱内需模拟至少30代传承关系。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6138333" y="4412116"/>
              <a:ext cx="5380567" cy="1721984"/>
              <a:chOff x="6138333" y="4412116"/>
              <a:chExt cx="5380567" cy="172198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917266" y="4412116"/>
                <a:ext cx="4601634" cy="4511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关系要求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38333" y="4485416"/>
                <a:ext cx="697678" cy="697676"/>
              </a:xfrm>
              <a:prstGeom prst="plaque">
                <a:avLst>
                  <a:gd name="adj" fmla="val 12595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17266" y="4863240"/>
                <a:ext cx="4601634" cy="12708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每个族谱中的成员至少与另一成员存在亲缘关系。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模拟数据生成任务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429a9ad-865e-4649-a342-25c36c0fb41b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0"/>
              <a:ext cx="10858500" cy="4689476"/>
            </a:xfrm>
            <a:prstGeom prst="rect">
              <a:avLst/>
            </a:prstGeom>
            <a:solidFill>
              <a:srgbClr val="FFFFFF">
                <a:alpha val="94901"/>
              </a:srgbClr>
            </a:solidFill>
            <a:ln w="6350">
              <a:solidFill>
                <a:srgbClr val="000000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399" y="5308854"/>
              <a:ext cx="10858500" cy="825246"/>
            </a:xfrm>
            <a:prstGeom prst="roundRect">
              <a:avLst>
                <a:gd name="adj" fmla="val 9847"/>
              </a:avLst>
            </a:prstGeom>
            <a:gradFill>
              <a:gsLst>
                <a:gs pos="7000">
                  <a:srgbClr val="DCA050">
                    <a:alpha val="100000"/>
                    <a:lumMod val="60000"/>
                    <a:lumOff val="40000"/>
                  </a:srgbClr>
                </a:gs>
                <a:gs pos="60000">
                  <a:srgbClr val="DCA050">
                    <a:alpha val="10000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如何高效自动生成族谱数据？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895932" y="1272244"/>
              <a:ext cx="5104818" cy="1203581"/>
              <a:chOff x="895932" y="1272244"/>
              <a:chExt cx="5104818" cy="120358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232508" y="1656505"/>
                <a:ext cx="4768242" cy="8193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随机创建若干个族谱及其基本信息。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32508" y="1272244"/>
                <a:ext cx="4768242" cy="3842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生成族谱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95932" y="1272244"/>
                <a:ext cx="336579" cy="3842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895932" y="2617787"/>
              <a:ext cx="5104818" cy="1203580"/>
              <a:chOff x="895932" y="2617787"/>
              <a:chExt cx="5104818" cy="120358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232508" y="3002047"/>
                <a:ext cx="4768242" cy="8193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为每个族谱随机生成一个第一代祖先。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2508" y="2617787"/>
                <a:ext cx="4768242" cy="3842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生成祖先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5932" y="2617787"/>
                <a:ext cx="336579" cy="3842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895932" y="3963328"/>
              <a:ext cx="5104818" cy="1203582"/>
              <a:chOff x="895932" y="3963328"/>
              <a:chExt cx="5104818" cy="120358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232508" y="4347591"/>
                <a:ext cx="4768242" cy="8193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从第二代开始，为每个成员随机生成若干子女，并设置其 `father_id` 和 `mother_id`。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2508" y="3963328"/>
                <a:ext cx="4768242" cy="3842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繁衍后代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95932" y="3963328"/>
                <a:ext cx="336579" cy="3842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191250" y="1272244"/>
              <a:ext cx="5104818" cy="1203581"/>
              <a:chOff x="6191250" y="1272244"/>
              <a:chExt cx="5104818" cy="120358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527826" y="1656505"/>
                <a:ext cx="4768242" cy="8193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为部分成员随机分配配偶。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527826" y="1272244"/>
                <a:ext cx="4768242" cy="3842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建立关系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191250" y="1272244"/>
                <a:ext cx="336579" cy="3842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191250" y="2617787"/>
              <a:ext cx="5104818" cy="1203580"/>
              <a:chOff x="6191250" y="2617787"/>
              <a:chExt cx="5104818" cy="120358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27826" y="3002047"/>
                <a:ext cx="4768242" cy="8193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重复繁衍过程，直至生成30代或达到目标成员数。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27826" y="2617787"/>
                <a:ext cx="4768242" cy="3842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循环生成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91250" y="2617787"/>
                <a:ext cx="336579" cy="3842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6191250" y="3963328"/>
              <a:ext cx="5104818" cy="1203582"/>
              <a:chOff x="6191250" y="3963328"/>
              <a:chExt cx="5104818" cy="1203582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27826" y="4347591"/>
                <a:ext cx="4768242" cy="8193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将生成的数据导出为CSV文件，便于批量导入数据库。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27826" y="3963328"/>
                <a:ext cx="4768242" cy="3842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导出CSV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91250" y="3963328"/>
                <a:ext cx="336579" cy="38426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6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数据生成思路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51dcb7d-cabd-4d16-9b54-1bb9ab74bcb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935564" y="3385463"/>
              <a:ext cx="10583335" cy="0"/>
            </a:xfrm>
            <a:prstGeom prst="line">
              <a:avLst/>
            </a:prstGeom>
            <a:ln w="6350">
              <a:solidFill>
                <a:srgbClr val="000000">
                  <a:alpha val="4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804006" y="3295463"/>
              <a:ext cx="180000" cy="180000"/>
            </a:xfrm>
            <a:prstGeom prst="ellipse">
              <a:avLst/>
            </a:prstGeom>
            <a:solidFill>
              <a:srgbClr val="DCA05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108676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108000" tIns="108000" rIns="108000" bIns="10800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掌握高效的数据迁移方法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400" y="2667003"/>
              <a:ext cx="5077542" cy="3467097"/>
              <a:chOff x="660400" y="2667003"/>
              <a:chExt cx="2534514" cy="346709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60401" y="2667003"/>
                <a:ext cx="2534513" cy="4934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1" y="3610432"/>
                <a:ext cx="2534511" cy="6749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CSV导入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4316114"/>
                <a:ext cx="2534513" cy="18179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 `COPY` (PostgreSQL) 或 `LOAD DATA` (MySQL) 命令批量导入数据，效率远高于逐条 `INSERT`。</a:t>
                </a:r>
                <a:endParaRPr lang="en-US" sz="1100"/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6577558" y="3295463"/>
              <a:ext cx="180000" cy="180000"/>
            </a:xfrm>
            <a:prstGeom prst="ellipse">
              <a:avLst/>
            </a:prstGeom>
            <a:solidFill>
              <a:srgbClr val="DCA05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1" name="Group 11"/>
            <p:cNvGrpSpPr/>
            <p:nvPr/>
          </p:nvGrpSpPr>
          <p:grpSpPr>
            <a:xfrm rot="0">
              <a:off x="6441358" y="2667003"/>
              <a:ext cx="5077542" cy="3467097"/>
              <a:chOff x="3435062" y="2667003"/>
              <a:chExt cx="2534514" cy="3467097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435063" y="2667003"/>
                <a:ext cx="2534513" cy="4934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35063" y="3610432"/>
                <a:ext cx="2534511" cy="6749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数据导出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35062" y="4316114"/>
                <a:ext cx="2534513" cy="18179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可使用 `COPY ... TO` 或类似的SQL命令导出数据，用于备份或提交实验结果。</a:t>
                </a:r>
                <a:endParaRPr lang="en-US" sz="1100"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数据导入导出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SQL核心功能实现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本实验的核心在于使用SQL解决复杂的查询问题，特别是递归查询和图关系查询，这是区分普通SQL与高级SQL应用的关键。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d8d64fe-68b9-4bbc-81be-21a1639f72e1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57150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6680200"/>
              <a:ext cx="12192000" cy="177800"/>
            </a:xfrm>
            <a:custGeom>
              <a:avLst/>
              <a:gdLst/>
              <a:ahLst/>
              <a:cxnLst/>
              <a:rect l="l" t="t" r="r" b="b"/>
              <a:pathLst>
                <a:path w="12192000" h="207638">
                  <a:moveTo>
                    <a:pt x="0" y="0"/>
                  </a:moveTo>
                  <a:lnTo>
                    <a:pt x="12192000" y="0"/>
                  </a:lnTo>
                  <a:lnTo>
                    <a:pt x="12192000" y="207638"/>
                  </a:lnTo>
                  <a:lnTo>
                    <a:pt x="0" y="2076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0" y="6607435"/>
              <a:ext cx="12192000" cy="28388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0" y="6534671"/>
              <a:ext cx="12192000" cy="28388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6461907"/>
              <a:ext cx="12192000" cy="28388"/>
            </a:xfrm>
            <a:custGeom>
              <a:avLst/>
              <a:gdLst/>
              <a:ahLst/>
              <a:cxnLst/>
              <a:rect l="l" t="t" r="r" b="b"/>
              <a:pathLst>
                <a:path w="12192000" h="128588">
                  <a:moveTo>
                    <a:pt x="0" y="0"/>
                  </a:moveTo>
                  <a:lnTo>
                    <a:pt x="12192000" y="0"/>
                  </a:lnTo>
                  <a:lnTo>
                    <a:pt x="12192000" y="128588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rgbClr val="000000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0" y="3290044"/>
              <a:ext cx="12192000" cy="0"/>
            </a:xfrm>
            <a:prstGeom prst="line">
              <a:avLst/>
            </a:prstGeom>
            <a:ln w="12700">
              <a:solidFill>
                <a:srgbClr val="00000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rot="0">
              <a:off x="660400" y="1130300"/>
              <a:ext cx="10858500" cy="5003800"/>
              <a:chOff x="660400" y="1130300"/>
              <a:chExt cx="10858500" cy="50038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60400" y="1130300"/>
                <a:ext cx="10858500" cy="103716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本次实验需实现的SQL查询</a:t>
                </a:r>
                <a:endParaRPr lang="en-US" sz="1100"/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 rot="0">
                <a:off x="660400" y="2517459"/>
                <a:ext cx="2081460" cy="3616641"/>
                <a:chOff x="660400" y="2517459"/>
                <a:chExt cx="2560456" cy="3616641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749300" y="3524994"/>
                  <a:ext cx="2471556" cy="77787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基础查询</a:t>
                  </a:r>
                  <a:endParaRPr lang="en-US" sz="11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49300" y="4302867"/>
                  <a:ext cx="2471556" cy="183123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查询成员的配偶及所有子女。</a:t>
                  </a:r>
                  <a:endParaRPr lang="en-US" sz="1100"/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>
                  <a:off x="660400" y="3290044"/>
                  <a:ext cx="0" cy="996950"/>
                </a:xfrm>
                <a:prstGeom prst="line">
                  <a:avLst/>
                </a:prstGeom>
                <a:ln w="127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93000">
                        <a:srgbClr val="000000">
                          <a:alpha val="0"/>
                        </a:srgbClr>
                      </a:gs>
                    </a:gsLst>
                    <a:lin ang="5400000"/>
                  </a:gradFill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49300" y="2517459"/>
                  <a:ext cx="1371600" cy="536575"/>
                </a:xfrm>
                <a:prstGeom prst="roundRect">
                  <a:avLst>
                    <a:gd name="adj" fmla="val 50000"/>
                  </a:avLst>
                </a:prstGeom>
                <a:ln w="1270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rot="0">
                <a:off x="2854660" y="2517459"/>
                <a:ext cx="2081460" cy="3616641"/>
                <a:chOff x="3462867" y="2517459"/>
                <a:chExt cx="2560456" cy="3616641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3551767" y="3524994"/>
                  <a:ext cx="2471556" cy="77787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递归查询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551767" y="4302867"/>
                  <a:ext cx="2471556" cy="183123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查询成员的所有祖先或后代。</a:t>
                  </a:r>
                  <a:endParaRPr lang="en-US" sz="1100"/>
                </a:p>
              </p:txBody>
            </p:sp>
            <p:sp>
              <p:nvSpPr>
                <p:cNvPr id="19" name="AutoShape 19"/>
                <p:cNvSpPr/>
                <p:nvPr/>
              </p:nvSpPr>
              <p:spPr>
                <a:xfrm>
                  <a:off x="3462867" y="3290044"/>
                  <a:ext cx="0" cy="996950"/>
                </a:xfrm>
                <a:prstGeom prst="line">
                  <a:avLst/>
                </a:prstGeom>
                <a:ln w="127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93000">
                        <a:srgbClr val="000000">
                          <a:alpha val="0"/>
                        </a:srgbClr>
                      </a:gs>
                    </a:gsLst>
                    <a:lin ang="5400000"/>
                  </a:gradFill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3551767" y="2517459"/>
                  <a:ext cx="1371600" cy="536575"/>
                </a:xfrm>
                <a:prstGeom prst="roundRect">
                  <a:avLst>
                    <a:gd name="adj" fmla="val 50000"/>
                  </a:avLst>
                </a:prstGeom>
                <a:ln w="1270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 rot="0">
                <a:off x="5048919" y="2517459"/>
                <a:ext cx="2081460" cy="3616641"/>
                <a:chOff x="6265334" y="2517459"/>
                <a:chExt cx="2560456" cy="3616641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6354234" y="3524994"/>
                  <a:ext cx="2471556" cy="77787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统计分析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354234" y="4302867"/>
                  <a:ext cx="2471556" cy="183123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统计某族谱中平均寿命最长的一代。</a:t>
                  </a:r>
                  <a:endParaRPr lang="en-US" sz="1100"/>
                </a:p>
              </p:txBody>
            </p:sp>
            <p:sp>
              <p:nvSpPr>
                <p:cNvPr id="24" name="AutoShape 24"/>
                <p:cNvSpPr/>
                <p:nvPr/>
              </p:nvSpPr>
              <p:spPr>
                <a:xfrm>
                  <a:off x="6265334" y="3290044"/>
                  <a:ext cx="0" cy="996950"/>
                </a:xfrm>
                <a:prstGeom prst="line">
                  <a:avLst/>
                </a:prstGeom>
                <a:ln w="127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93000">
                        <a:srgbClr val="000000">
                          <a:alpha val="0"/>
                        </a:srgbClr>
                      </a:gs>
                    </a:gsLst>
                    <a:lin ang="5400000"/>
                  </a:gradFill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354234" y="2517459"/>
                  <a:ext cx="1371600" cy="536575"/>
                </a:xfrm>
                <a:prstGeom prst="roundRect">
                  <a:avLst>
                    <a:gd name="adj" fmla="val 50000"/>
                  </a:avLst>
                </a:prstGeom>
                <a:ln w="1270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 rot="0">
                <a:off x="7243179" y="2517459"/>
                <a:ext cx="2081460" cy="3616641"/>
                <a:chOff x="9067800" y="2517459"/>
                <a:chExt cx="2560456" cy="3616641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9156700" y="3524994"/>
                  <a:ext cx="2471556" cy="77787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复杂条件</a:t>
                  </a:r>
                  <a:endParaRPr lang="en-US" sz="11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9156700" y="4302867"/>
                  <a:ext cx="2471556" cy="183123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查询年龄超过50岁且无配偶的男性。</a:t>
                  </a:r>
                  <a:endParaRPr lang="en-US" sz="1100"/>
                </a:p>
              </p:txBody>
            </p:sp>
            <p:sp>
              <p:nvSpPr>
                <p:cNvPr id="29" name="AutoShape 29"/>
                <p:cNvSpPr/>
                <p:nvPr/>
              </p:nvSpPr>
              <p:spPr>
                <a:xfrm>
                  <a:off x="9067800" y="3290044"/>
                  <a:ext cx="0" cy="996950"/>
                </a:xfrm>
                <a:prstGeom prst="line">
                  <a:avLst/>
                </a:prstGeom>
                <a:ln w="127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93000">
                        <a:srgbClr val="000000">
                          <a:alpha val="0"/>
                        </a:srgbClr>
                      </a:gs>
                    </a:gsLst>
                    <a:lin ang="5400000"/>
                  </a:gradFill>
                  <a:prstDash val="solid"/>
                  <a:headEnd type="none"/>
                  <a:tailEnd type="none"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9156701" y="2517459"/>
                  <a:ext cx="1371600" cy="536575"/>
                </a:xfrm>
                <a:prstGeom prst="roundRect">
                  <a:avLst>
                    <a:gd name="adj" fmla="val 50000"/>
                  </a:avLst>
                </a:prstGeom>
                <a:ln w="1270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04</a:t>
                  </a:r>
                  <a:endParaRPr lang="en-US" sz="1100"/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 rot="0">
                <a:off x="9437437" y="2517459"/>
                <a:ext cx="2081460" cy="3616641"/>
                <a:chOff x="9067800" y="2517459"/>
                <a:chExt cx="2560456" cy="3616641"/>
              </a:xfrm>
            </p:grpSpPr>
            <p:sp>
              <p:nvSpPr>
                <p:cNvPr id="32" name="TextBox 32"/>
                <p:cNvSpPr txBox="1"/>
                <p:nvPr/>
              </p:nvSpPr>
              <p:spPr>
                <a:xfrm>
                  <a:off x="9156700" y="3524994"/>
                  <a:ext cx="2471556" cy="77787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高级查询</a:t>
                  </a:r>
                  <a:endParaRPr lang="en-US" sz="1100"/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156700" y="4302867"/>
                  <a:ext cx="2471556" cy="183123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查询两人之间是否存在亲缘关系路径。</a:t>
                  </a:r>
                  <a:endParaRPr lang="en-US" sz="1100"/>
                </a:p>
              </p:txBody>
            </p:sp>
            <p:sp>
              <p:nvSpPr>
                <p:cNvPr id="34" name="AutoShape 34"/>
                <p:cNvSpPr/>
                <p:nvPr/>
              </p:nvSpPr>
              <p:spPr>
                <a:xfrm>
                  <a:off x="9067800" y="3290044"/>
                  <a:ext cx="0" cy="996950"/>
                </a:xfrm>
                <a:prstGeom prst="line">
                  <a:avLst/>
                </a:prstGeom>
                <a:ln w="1270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93000">
                        <a:srgbClr val="000000">
                          <a:alpha val="0"/>
                        </a:srgbClr>
                      </a:gs>
                    </a:gsLst>
                    <a:lin ang="5400000"/>
                  </a:gradFill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156701" y="2517459"/>
                  <a:ext cx="1371600" cy="536575"/>
                </a:xfrm>
                <a:prstGeom prst="roundRect">
                  <a:avLst>
                    <a:gd name="adj" fmla="val 50000"/>
                  </a:avLst>
                </a:prstGeom>
                <a:ln w="12700">
                  <a:solidFill>
                    <a:srgbClr val="000000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6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05</a:t>
                  </a:r>
                  <a:endParaRPr lang="en-US" sz="1100"/>
                </a:p>
              </p:txBody>
            </p:sp>
          </p:grpSp>
        </p:grpSp>
      </p:grpSp>
      <p:sp>
        <p:nvSpPr>
          <p:cNvPr id="36" name="TextBox 3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SQL功能总览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f131ebc-b28c-4d46-8cc4-31f08600d09b"/>
          <p:cNvGrpSpPr/>
          <p:nvPr/>
        </p:nvGrpSpPr>
        <p:grpSpPr>
          <a:xfrm rot="0">
            <a:off x="660400" y="1144814"/>
            <a:ext cx="10858500" cy="4989286"/>
            <a:chOff x="660400" y="1144814"/>
            <a:chExt cx="10858500" cy="4989286"/>
          </a:xfrm>
        </p:grpSpPr>
        <p:sp>
          <p:nvSpPr>
            <p:cNvPr id="3" name="AutoShape 3"/>
            <p:cNvSpPr/>
            <p:nvPr/>
          </p:nvSpPr>
          <p:spPr>
            <a:xfrm>
              <a:off x="3541291" y="3227843"/>
              <a:ext cx="4971081" cy="0"/>
            </a:xfrm>
            <a:prstGeom prst="line">
              <a:avLst/>
            </a:prstGeom>
            <a:ln w="6350">
              <a:solidFill>
                <a:srgbClr val="43B155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44814"/>
              <a:ext cx="10858500" cy="60753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自引用表的基本查询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1241787" y="2884943"/>
              <a:ext cx="4430702" cy="3249157"/>
              <a:chOff x="1571666" y="3700959"/>
              <a:chExt cx="4430702" cy="324915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3444117" y="3700959"/>
                <a:ext cx="685800" cy="685800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 w="19050">
                <a:solidFill>
                  <a:srgbClr val="DCA050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71666" y="5200900"/>
                <a:ext cx="4430702" cy="17492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 `spouse_id` 直接连接 `members` 表，查询配偶信息。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571666" y="4515101"/>
                <a:ext cx="4430702" cy="68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配偶查询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506811" y="2884943"/>
              <a:ext cx="4430702" cy="3245857"/>
              <a:chOff x="4425348" y="3700959"/>
              <a:chExt cx="4430702" cy="324585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297799" y="3700959"/>
                <a:ext cx="685800" cy="685800"/>
              </a:xfrm>
              <a:prstGeom prst="ellipse">
                <a:avLst/>
              </a:prstGeom>
              <a:solidFill>
                <a:srgbClr val="DCA050">
                  <a:alpha val="100000"/>
                </a:srgbClr>
              </a:solidFill>
              <a:ln w="19050">
                <a:solidFill>
                  <a:srgbClr val="DCA050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25348" y="5197600"/>
                <a:ext cx="4430702" cy="174921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查询 `father_id` 或 `mother_id` 等于当前成员ID的所有记录，即反向查找父母关系。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25348" y="4511801"/>
                <a:ext cx="4430702" cy="6857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子女查询</a:t>
                </a:r>
                <a:endParaRPr lang="en-US" sz="1100"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查询配偶与子女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294b933-33c4-4789-abb5-eed636b6e0c0"/>
          <p:cNvGrpSpPr/>
          <p:nvPr/>
        </p:nvGrpSpPr>
        <p:grpSpPr>
          <a:xfrm rot="0">
            <a:off x="660399" y="1130300"/>
            <a:ext cx="10877845" cy="5004791"/>
            <a:chOff x="660399" y="1130300"/>
            <a:chExt cx="10877845" cy="5004791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5253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使用Recursive CTE的核心SQL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792924" y="2619282"/>
              <a:ext cx="1300725" cy="0"/>
            </a:xfrm>
            <a:prstGeom prst="straightConnector1">
              <a:avLst/>
            </a:prstGeom>
            <a:ln w="1905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triangle"/>
            </a:ln>
          </p:spPr>
        </p:sp>
        <p:sp>
          <p:nvSpPr>
            <p:cNvPr id="5" name="AutoShape 5"/>
            <p:cNvSpPr/>
            <p:nvPr/>
          </p:nvSpPr>
          <p:spPr>
            <a:xfrm>
              <a:off x="7370759" y="2619282"/>
              <a:ext cx="1300725" cy="0"/>
            </a:xfrm>
            <a:prstGeom prst="straightConnector1">
              <a:avLst/>
            </a:prstGeom>
            <a:ln w="1905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triangl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587620" y="2619282"/>
              <a:ext cx="1300725" cy="0"/>
            </a:xfrm>
            <a:prstGeom prst="straightConnector1">
              <a:avLst/>
            </a:prstGeom>
            <a:ln w="1905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triangl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9361" y="2311400"/>
              <a:ext cx="2444892" cy="3823691"/>
              <a:chOff x="669361" y="2311400"/>
              <a:chExt cx="2444892" cy="3823691"/>
            </a:xfrm>
          </p:grpSpPr>
          <p:sp>
            <p:nvSpPr>
              <p:cNvPr id="8" name="AutoShape 8"/>
              <p:cNvSpPr/>
              <p:nvPr/>
            </p:nvSpPr>
            <p:spPr>
              <a:xfrm flipV="1">
                <a:off x="669361" y="3187055"/>
                <a:ext cx="2444892" cy="2948036"/>
              </a:xfrm>
              <a:prstGeom prst="wedgeRectCallout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29791" y="2311400"/>
                <a:ext cx="614141" cy="614141"/>
              </a:xfrm>
              <a:prstGeom prst="ellipse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25084" y="3274940"/>
                <a:ext cx="2333447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查询目标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25084" y="4204403"/>
                <a:ext cx="2333447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输入一个成员ID，输出其所有历代祖先。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3443454" y="2311400"/>
              <a:ext cx="2444892" cy="3822699"/>
              <a:chOff x="3443454" y="2311400"/>
              <a:chExt cx="2444892" cy="3822699"/>
            </a:xfrm>
          </p:grpSpPr>
          <p:sp>
            <p:nvSpPr>
              <p:cNvPr id="13" name="AutoShape 13"/>
              <p:cNvSpPr/>
              <p:nvPr/>
            </p:nvSpPr>
            <p:spPr>
              <a:xfrm flipV="1">
                <a:off x="3443454" y="3186063"/>
                <a:ext cx="2444892" cy="2948036"/>
              </a:xfrm>
              <a:prstGeom prst="wedgeRectCallout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530010" y="2311400"/>
                <a:ext cx="614141" cy="614141"/>
              </a:xfrm>
              <a:prstGeom prst="ellipse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99177" y="3274940"/>
                <a:ext cx="2333447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SQL结构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499177" y="4204403"/>
                <a:ext cx="2333447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由初始查询 (找到本人) 和递归查询 (根据父/母ID继续查找) 两部分组成。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265731" y="2311400"/>
              <a:ext cx="2444892" cy="3822699"/>
              <a:chOff x="6265731" y="2311400"/>
              <a:chExt cx="2444892" cy="3822699"/>
            </a:xfrm>
          </p:grpSpPr>
          <p:sp>
            <p:nvSpPr>
              <p:cNvPr id="18" name="AutoShape 18"/>
              <p:cNvSpPr/>
              <p:nvPr/>
            </p:nvSpPr>
            <p:spPr>
              <a:xfrm flipV="1">
                <a:off x="6265731" y="3186063"/>
                <a:ext cx="2444892" cy="2948036"/>
              </a:xfrm>
              <a:prstGeom prst="wedgeRectCallout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31488" y="2311400"/>
                <a:ext cx="614141" cy="614141"/>
              </a:xfrm>
              <a:prstGeom prst="ellipse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321454" y="3274940"/>
                <a:ext cx="2333447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关键语法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321454" y="4204403"/>
                <a:ext cx="2333447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`WITH RECURSIVE` 引入递归查询，`UNION ALL` 用于合并每轮递归的结果。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0">
              <a:off x="9093352" y="2311400"/>
              <a:ext cx="2444892" cy="3822699"/>
              <a:chOff x="9093352" y="2311400"/>
              <a:chExt cx="2444892" cy="3822699"/>
            </a:xfrm>
          </p:grpSpPr>
          <p:sp>
            <p:nvSpPr>
              <p:cNvPr id="23" name="AutoShape 23"/>
              <p:cNvSpPr/>
              <p:nvPr/>
            </p:nvSpPr>
            <p:spPr>
              <a:xfrm flipV="1">
                <a:off x="9093352" y="3186063"/>
                <a:ext cx="2444892" cy="2948036"/>
              </a:xfrm>
              <a:prstGeom prst="wedgeRectCallout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156596" y="2311400"/>
                <a:ext cx="614141" cy="614141"/>
              </a:xfrm>
              <a:prstGeom prst="ellipse">
                <a:avLst/>
              </a:prstGeom>
              <a:gradFill>
                <a:gsLst>
                  <a:gs pos="0">
                    <a:srgbClr val="DCA050">
                      <a:alpha val="14901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13500000"/>
              </a:gra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149075" y="3274940"/>
                <a:ext cx="2333447" cy="92946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执行过程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149075" y="4204403"/>
                <a:ext cx="2333447" cy="18435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从本人开始，逐层向上查找父/母，直到没有更上一代，形成完整的祖先链。</a:t>
                </a:r>
                <a:endParaRPr lang="en-US" sz="110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递归查询祖先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b9fe329-5ee3-4ca6-8bb8-d219c57a9920"/>
          <p:cNvGrpSpPr/>
          <p:nvPr/>
        </p:nvGrpSpPr>
        <p:grpSpPr>
          <a:xfrm rot="0">
            <a:off x="660400" y="1130300"/>
            <a:ext cx="10871200" cy="4998606"/>
            <a:chOff x="660400" y="1130300"/>
            <a:chExt cx="10871200" cy="4998606"/>
          </a:xfrm>
        </p:grpSpPr>
        <p:sp>
          <p:nvSpPr>
            <p:cNvPr id="3" name="AutoShape 3"/>
            <p:cNvSpPr/>
            <p:nvPr/>
          </p:nvSpPr>
          <p:spPr>
            <a:xfrm>
              <a:off x="2150125" y="4165887"/>
              <a:ext cx="2439465" cy="0"/>
            </a:xfrm>
            <a:prstGeom prst="line">
              <a:avLst/>
            </a:prstGeom>
            <a:ln w="6350">
              <a:solidFill>
                <a:srgbClr val="0B1FB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869797" y="4025723"/>
              <a:ext cx="280328" cy="280328"/>
            </a:xfrm>
            <a:prstGeom prst="ellipse">
              <a:avLst/>
            </a:prstGeom>
            <a:ln w="1270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589590" y="4025723"/>
              <a:ext cx="280328" cy="280328"/>
            </a:xfrm>
            <a:prstGeom prst="ellipse">
              <a:avLst/>
            </a:prstGeom>
            <a:ln w="1270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309383" y="4025723"/>
              <a:ext cx="280328" cy="280328"/>
            </a:xfrm>
            <a:prstGeom prst="ellipse">
              <a:avLst/>
            </a:prstGeom>
            <a:ln w="1270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0029175" y="4025723"/>
              <a:ext cx="280328" cy="280328"/>
            </a:xfrm>
            <a:prstGeom prst="ellipse">
              <a:avLst/>
            </a:prstGeom>
            <a:ln w="12700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4869918" y="4165887"/>
              <a:ext cx="2439465" cy="0"/>
            </a:xfrm>
            <a:prstGeom prst="line">
              <a:avLst/>
            </a:prstGeom>
            <a:ln w="6350">
              <a:solidFill>
                <a:srgbClr val="0B1FB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7589711" y="4165887"/>
              <a:ext cx="2439465" cy="0"/>
            </a:xfrm>
            <a:prstGeom prst="line">
              <a:avLst/>
            </a:prstGeom>
            <a:ln w="6350">
              <a:solidFill>
                <a:srgbClr val="0B1FB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统计平均寿命最长的一代</a:t>
              </a:r>
              <a:endParaRPr lang="en-US" sz="1100"/>
            </a:p>
          </p:txBody>
        </p:sp>
        <p:grpSp>
          <p:nvGrpSpPr>
            <p:cNvPr id="11" name="Group 11"/>
            <p:cNvGrpSpPr/>
            <p:nvPr/>
          </p:nvGrpSpPr>
          <p:grpSpPr>
            <a:xfrm rot="0">
              <a:off x="660400" y="2243154"/>
              <a:ext cx="2711822" cy="3203094"/>
              <a:chOff x="660400" y="2243154"/>
              <a:chExt cx="2711822" cy="3203094"/>
            </a:xfrm>
          </p:grpSpPr>
          <p:sp>
            <p:nvSpPr>
              <p:cNvPr id="12" name="TextBox 12"/>
              <p:cNvSpPr txBox="1"/>
              <p:nvPr/>
            </p:nvSpPr>
            <p:spPr>
              <a:xfrm flipH="1">
                <a:off x="660400" y="2897724"/>
                <a:ext cx="2711822" cy="9195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统计某族谱内各代成员的平均寿命，并找出最长的一代。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 flipH="1">
                <a:off x="660400" y="2243154"/>
                <a:ext cx="2711822" cy="6545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查询目标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70638" y="4927927"/>
                <a:ext cx="1667435" cy="518321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 w="12700">
                <a:solidFill>
                  <a:srgbClr val="02074F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3372222" y="2944373"/>
              <a:ext cx="2711822" cy="3184533"/>
              <a:chOff x="3372222" y="2944373"/>
              <a:chExt cx="2711822" cy="3184533"/>
            </a:xfrm>
          </p:grpSpPr>
          <p:sp>
            <p:nvSpPr>
              <p:cNvPr id="16" name="TextBox 16"/>
              <p:cNvSpPr txBox="1"/>
              <p:nvPr/>
            </p:nvSpPr>
            <p:spPr>
              <a:xfrm flipH="1">
                <a:off x="3372222" y="5209373"/>
                <a:ext cx="2711822" cy="9195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 `GROUP BY generation` 对每代人进行分组。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 flipH="1">
                <a:off x="3372222" y="4554803"/>
                <a:ext cx="2711822" cy="6545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SQL思路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94415" y="2944373"/>
                <a:ext cx="1667435" cy="518321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 w="12700">
                <a:solidFill>
                  <a:srgbClr val="02074F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096000" y="2243154"/>
              <a:ext cx="2711822" cy="3203094"/>
              <a:chOff x="6096000" y="2243154"/>
              <a:chExt cx="2711822" cy="3203094"/>
            </a:xfrm>
          </p:grpSpPr>
          <p:sp>
            <p:nvSpPr>
              <p:cNvPr id="20" name="TextBox 20"/>
              <p:cNvSpPr txBox="1"/>
              <p:nvPr/>
            </p:nvSpPr>
            <p:spPr>
              <a:xfrm flipH="1">
                <a:off x="6096000" y="2897724"/>
                <a:ext cx="2711822" cy="9195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 `AVG(death_year - birth_year)` 计算平均寿命。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 flipH="1">
                <a:off x="6096000" y="2243154"/>
                <a:ext cx="2711822" cy="6545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核心函数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15829" y="4927927"/>
                <a:ext cx="1667435" cy="518321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 w="12700">
                <a:solidFill>
                  <a:srgbClr val="02074F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8819778" y="2944373"/>
              <a:ext cx="2711822" cy="3184533"/>
              <a:chOff x="8819778" y="2944373"/>
              <a:chExt cx="2711822" cy="3184533"/>
            </a:xfrm>
          </p:grpSpPr>
          <p:sp>
            <p:nvSpPr>
              <p:cNvPr id="24" name="TextBox 24"/>
              <p:cNvSpPr txBox="1"/>
              <p:nvPr/>
            </p:nvSpPr>
            <p:spPr>
              <a:xfrm flipH="1">
                <a:off x="8819778" y="5209373"/>
                <a:ext cx="2711822" cy="91953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结合 `ORDER BY` 和 `LIMIT` 子句找到平均寿命最长的那一代。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 flipH="1">
                <a:off x="8819778" y="4554803"/>
                <a:ext cx="2711822" cy="6545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结果筛选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335621" y="2944373"/>
                <a:ext cx="1667435" cy="518321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 w="12700">
                <a:solidFill>
                  <a:srgbClr val="02074F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0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统计分析查询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32caa0-23d9-4672-8628-5d13d0cdf185"/>
          <p:cNvGrpSpPr/>
          <p:nvPr/>
        </p:nvGrpSpPr>
        <p:grpSpPr>
          <a:xfrm rot="0">
            <a:off x="660399" y="1130301"/>
            <a:ext cx="10858500" cy="5003795"/>
            <a:chOff x="660399" y="1130301"/>
            <a:chExt cx="10858500" cy="5003795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结合多条件的查询实践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2914451"/>
              <a:ext cx="4058556" cy="0"/>
            </a:xfrm>
            <a:prstGeom prst="straightConnector1">
              <a:avLst/>
            </a:prstGeom>
            <a:ln w="25400">
              <a:solidFill>
                <a:srgbClr val="DCA050">
                  <a:alpha val="100000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505210" y="2914451"/>
              <a:ext cx="4058556" cy="0"/>
            </a:xfrm>
            <a:prstGeom prst="straightConnector1">
              <a:avLst/>
            </a:prstGeom>
            <a:ln w="25400">
              <a:solidFill>
                <a:srgbClr val="DCA050">
                  <a:alpha val="100000"/>
                </a:srgbClr>
              </a:solidFill>
              <a:prstDash val="solid"/>
              <a:headEnd type="oval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350022" y="2914451"/>
              <a:ext cx="3168877" cy="0"/>
            </a:xfrm>
            <a:prstGeom prst="straightConnector1">
              <a:avLst/>
            </a:prstGeom>
            <a:ln w="25400">
              <a:solidFill>
                <a:srgbClr val="DCA050">
                  <a:alpha val="100000"/>
                </a:srgbClr>
              </a:solidFill>
              <a:prstDash val="solid"/>
              <a:headEnd type="oval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0399" y="2265454"/>
              <a:ext cx="3168731" cy="3868642"/>
              <a:chOff x="660399" y="2265454"/>
              <a:chExt cx="2340107" cy="3868642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829977" y="2945916"/>
                <a:ext cx="170742" cy="249454"/>
              </a:xfrm>
              <a:prstGeom prst="triangle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 rot="0">
                <a:off x="660399" y="2265454"/>
                <a:ext cx="2340107" cy="3868642"/>
                <a:chOff x="660399" y="2265454"/>
                <a:chExt cx="2340107" cy="3868642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660401" y="2265454"/>
                  <a:ext cx="1227530" cy="64899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rgbClr val="DCA05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01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0506" y="3195371"/>
                  <a:ext cx="2340000" cy="2280870"/>
                </a:xfrm>
                <a:prstGeom prst="rect">
                  <a:avLst/>
                </a:prstGeom>
                <a:solidFill>
                  <a:srgbClr val="000000">
                    <a:alpha val="5098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108000" rIns="91440" bIns="108000" rtlCol="0" anchor="ctr" anchorCtr="1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找出出生年份早于该辈分平均出生年份的成员。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660399" y="5521125"/>
                  <a:ext cx="2316007" cy="61297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ctr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查询目标</a:t>
                  </a:r>
                  <a:endParaRPr lang="en-US" sz="1100"/>
                </a:p>
              </p:txBody>
            </p:sp>
          </p:grpSp>
        </p:grpSp>
        <p:grpSp>
          <p:nvGrpSpPr>
            <p:cNvPr id="13" name="Group 13"/>
            <p:cNvGrpSpPr/>
            <p:nvPr/>
          </p:nvGrpSpPr>
          <p:grpSpPr>
            <a:xfrm rot="0">
              <a:off x="4505210" y="2265454"/>
              <a:ext cx="3168732" cy="3868642"/>
              <a:chOff x="2977389" y="2265454"/>
              <a:chExt cx="2340108" cy="386864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2977444" y="2265454"/>
                <a:ext cx="1227530" cy="6489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977389" y="5521125"/>
                <a:ext cx="2316008" cy="6129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defRPr/>
                </a:pPr>
                <a:r>
                  <a:rPr lang="en-US" sz="1800" b="1" i="0" strike="noStrike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SQL思路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77497" y="2987027"/>
                <a:ext cx="2340000" cy="2482164"/>
              </a:xfrm>
              <a:custGeom>
                <a:avLst/>
                <a:gdLst/>
                <a:ahLst/>
                <a:cxnLst/>
                <a:rect l="l" t="t" r="r" b="b"/>
                <a:pathLst>
                  <a:path w="3170820" h="2569097">
                    <a:moveTo>
                      <a:pt x="346919" y="0"/>
                    </a:moveTo>
                    <a:lnTo>
                      <a:pt x="474472" y="219919"/>
                    </a:lnTo>
                    <a:lnTo>
                      <a:pt x="3170820" y="219919"/>
                    </a:lnTo>
                    <a:lnTo>
                      <a:pt x="3170820" y="2569097"/>
                    </a:lnTo>
                    <a:lnTo>
                      <a:pt x="0" y="2569097"/>
                    </a:lnTo>
                    <a:lnTo>
                      <a:pt x="0" y="219919"/>
                    </a:lnTo>
                    <a:lnTo>
                      <a:pt x="219366" y="219919"/>
                    </a:lnTo>
                  </a:path>
                </a:pathLst>
              </a:cu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108000" rIns="91440" bIns="108000" rtlCol="0" anchor="ctr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先通过子查询计算每一代的平均出生年份。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8350022" y="2265454"/>
              <a:ext cx="3168877" cy="3868642"/>
              <a:chOff x="5294379" y="2265454"/>
              <a:chExt cx="2340215" cy="3868642"/>
            </a:xfrm>
          </p:grpSpPr>
          <p:sp>
            <p:nvSpPr>
              <p:cNvPr id="18" name="AutoShape 18"/>
              <p:cNvSpPr/>
              <p:nvPr/>
            </p:nvSpPr>
            <p:spPr>
              <a:xfrm>
                <a:off x="5463958" y="2945916"/>
                <a:ext cx="170742" cy="249454"/>
              </a:xfrm>
              <a:prstGeom prst="triangle">
                <a:avLst/>
              </a:prstGeom>
              <a:solidFill>
                <a:srgbClr val="000000">
                  <a:alpha val="5098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 rot="0">
                <a:off x="5294379" y="2265454"/>
                <a:ext cx="2340215" cy="3868642"/>
                <a:chOff x="5294379" y="2265454"/>
                <a:chExt cx="2340215" cy="3868642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5294596" y="2265454"/>
                  <a:ext cx="1227529" cy="64899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2800" b="1" i="0">
                      <a:solidFill>
                        <a:srgbClr val="DCA05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03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294594" y="3195371"/>
                  <a:ext cx="2340000" cy="2280870"/>
                </a:xfrm>
                <a:prstGeom prst="rect">
                  <a:avLst/>
                </a:prstGeom>
                <a:solidFill>
                  <a:srgbClr val="000000">
                    <a:alpha val="5098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108000" rIns="91440" bIns="108000" rtlCol="0" anchor="ctr" anchorCtr="1"/>
                <a:lstStyle/>
                <a:p>
                  <a:pPr algn="ctr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将子查询结果与原成员表进行连接 (JOIN)，再基于连接结果进行筛选。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294379" y="5521125"/>
                  <a:ext cx="2316006" cy="612971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1"/>
                <a:lstStyle/>
                <a:p>
                  <a:pPr algn="ctr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核心技巧</a:t>
                  </a:r>
                  <a:endParaRPr lang="en-US" sz="1100"/>
                </a:p>
              </p:txBody>
            </p:sp>
          </p:grp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复杂条件查询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b2d118c-1a20-4208-817b-dc174fa492c8"/>
          <p:cNvGrpSpPr/>
          <p:nvPr/>
        </p:nvGrpSpPr>
        <p:grpSpPr>
          <a:xfrm rot="0">
            <a:off x="660400" y="1130301"/>
            <a:ext cx="10858500" cy="5003799"/>
            <a:chOff x="660400" y="1130301"/>
            <a:chExt cx="10858500" cy="5003799"/>
          </a:xfrm>
        </p:grpSpPr>
        <p:sp>
          <p:nvSpPr>
            <p:cNvPr id="3" name="AutoShape 3"/>
            <p:cNvSpPr/>
            <p:nvPr/>
          </p:nvSpPr>
          <p:spPr>
            <a:xfrm flipV="1">
              <a:off x="2819494" y="3733800"/>
              <a:ext cx="1540870" cy="482600"/>
            </a:xfrm>
            <a:prstGeom prst="line">
              <a:avLst/>
            </a:prstGeom>
            <a:ln w="6350">
              <a:solidFill>
                <a:srgbClr val="58AE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5325564" y="3733800"/>
              <a:ext cx="1540870" cy="482600"/>
            </a:xfrm>
            <a:prstGeom prst="line">
              <a:avLst/>
            </a:prstGeom>
            <a:ln w="6350">
              <a:solidFill>
                <a:srgbClr val="58AE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7831634" y="3733800"/>
              <a:ext cx="1540870" cy="482600"/>
            </a:xfrm>
            <a:prstGeom prst="line">
              <a:avLst/>
            </a:prstGeom>
            <a:ln w="6350">
              <a:solidFill>
                <a:srgbClr val="58AED6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30301"/>
              <a:ext cx="10858500" cy="5268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在图关系中的路径搜索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73100" y="1801357"/>
              <a:ext cx="10845800" cy="4332743"/>
              <a:chOff x="843861" y="1801357"/>
              <a:chExt cx="10845800" cy="4332743"/>
            </a:xfrm>
          </p:grpSpPr>
          <p:grpSp>
            <p:nvGrpSpPr>
              <p:cNvPr id="8" name="Group 8"/>
              <p:cNvGrpSpPr/>
              <p:nvPr/>
            </p:nvGrpSpPr>
            <p:grpSpPr>
              <a:xfrm rot="0">
                <a:off x="843861" y="3733800"/>
                <a:ext cx="3327590" cy="2400300"/>
                <a:chOff x="553446" y="3733800"/>
                <a:chExt cx="3327590" cy="2400300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>
                  <a:off x="1734640" y="3733800"/>
                  <a:ext cx="965200" cy="965200"/>
                </a:xfrm>
                <a:prstGeom prst="ellipse">
                  <a:avLst/>
                </a:prstGeom>
                <a:solidFill>
                  <a:srgbClr val="DCA05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53446" y="5200900"/>
                  <a:ext cx="3327590" cy="933200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判断两人之间是否存在亲缘路径，并找到该路径。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53446" y="4725657"/>
                  <a:ext cx="3327590" cy="4752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查询目标</a:t>
                  </a:r>
                  <a:endParaRPr lang="en-US" sz="1100"/>
                </a:p>
              </p:txBody>
            </p:sp>
          </p:grpSp>
          <p:grpSp>
            <p:nvGrpSpPr>
              <p:cNvPr id="12" name="Group 12"/>
              <p:cNvGrpSpPr/>
              <p:nvPr/>
            </p:nvGrpSpPr>
            <p:grpSpPr>
              <a:xfrm rot="0">
                <a:off x="3349931" y="1801357"/>
                <a:ext cx="3327590" cy="2415043"/>
                <a:chOff x="2747371" y="1801357"/>
                <a:chExt cx="3327590" cy="2415043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3928565" y="3251200"/>
                  <a:ext cx="965200" cy="965200"/>
                </a:xfrm>
                <a:prstGeom prst="ellipse">
                  <a:avLst/>
                </a:prstGeom>
                <a:solidFill>
                  <a:srgbClr val="B447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747371" y="2276600"/>
                  <a:ext cx="3327590" cy="933200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将成员视为节点，亲属关系视为边，问题转化为图中的路径搜索。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747371" y="1801357"/>
                  <a:ext cx="3327590" cy="4752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问题本质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rot="0">
                <a:off x="5856001" y="3733800"/>
                <a:ext cx="3327590" cy="2400300"/>
                <a:chOff x="4941296" y="3733800"/>
                <a:chExt cx="3327590" cy="2400300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6122490" y="3733800"/>
                  <a:ext cx="965200" cy="965200"/>
                </a:xfrm>
                <a:prstGeom prst="ellipse">
                  <a:avLst/>
                </a:prstGeom>
                <a:solidFill>
                  <a:srgbClr val="DCA050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3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4941296" y="5200900"/>
                  <a:ext cx="3327590" cy="933200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 Recursive CTE 模拟广度优先搜索 (BFS)，从一个人开始，逐层扩展到其所有亲属。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941296" y="4725657"/>
                  <a:ext cx="3327590" cy="4752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SQL实现</a:t>
                  </a:r>
                  <a:endParaRPr lang="en-US" sz="1100"/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 rot="0">
                <a:off x="8362071" y="1801357"/>
                <a:ext cx="3327590" cy="2415043"/>
                <a:chOff x="7135221" y="1801357"/>
                <a:chExt cx="3327590" cy="2415043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8316415" y="3251200"/>
                  <a:ext cx="965200" cy="965200"/>
                </a:xfrm>
                <a:prstGeom prst="ellipse">
                  <a:avLst/>
                </a:prstGeom>
                <a:solidFill>
                  <a:srgbClr val="B4471C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4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135221" y="2276600"/>
                  <a:ext cx="3327590" cy="933200"/>
                </a:xfrm>
                <a:prstGeom prst="snip2SameRect">
                  <a:avLst>
                    <a:gd name="adj1" fmla="val 0"/>
                    <a:gd name="adj2" fmla="val 0"/>
                  </a:avLst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ctr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200" b="0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使用数组 `path` 记录已访问过的节点，防止在环状关系中无限递归。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135221" y="1801357"/>
                  <a:ext cx="3327590" cy="47524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ctr">
                    <a:defRPr/>
                  </a:pPr>
                  <a:r>
                    <a:rPr lang="en-US" sz="1800" b="1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防循环机制</a:t>
                  </a:r>
                  <a:endParaRPr lang="en-US" sz="1100"/>
                </a:p>
              </p:txBody>
            </p:sp>
          </p:grp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亲缘路径查询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性能优化与索引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在大规模数据场景下，性能是衡量系统好坏的关键。通过索引设计和执行计划分析，优化查询效率。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23f6b8e-1c35-4ec8-a137-f4f64c05d7d8"/>
          <p:cNvGrpSpPr/>
          <p:nvPr/>
        </p:nvGrpSpPr>
        <p:grpSpPr>
          <a:xfrm rot="0">
            <a:off x="647701" y="1130304"/>
            <a:ext cx="10883898" cy="5003796"/>
            <a:chOff x="647701" y="1130304"/>
            <a:chExt cx="10883898" cy="5003796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4"/>
              <a:ext cx="10858500" cy="137226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为何需要设计索引？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2615496" y="3346423"/>
              <a:ext cx="3359522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324232" y="3346423"/>
              <a:ext cx="3708736" cy="0"/>
            </a:xfrm>
            <a:prstGeom prst="line">
              <a:avLst/>
            </a:prstGeom>
            <a:ln w="9525">
              <a:solidFill>
                <a:srgbClr val="6323F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647701" y="3105239"/>
              <a:ext cx="3483188" cy="3028861"/>
              <a:chOff x="-136358" y="3105239"/>
              <a:chExt cx="3483188" cy="302886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349069" y="3105239"/>
                <a:ext cx="482368" cy="482368"/>
              </a:xfrm>
              <a:prstGeom prst="roundRect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-136358" y="3669609"/>
                <a:ext cx="3483188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数据量大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-136358" y="4462062"/>
                <a:ext cx="3483188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实验数据量达到十万级，全表扫描 (Seq Scan) 效率极低。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348056" y="3105239"/>
              <a:ext cx="3483188" cy="3028861"/>
              <a:chOff x="2104960" y="3105239"/>
              <a:chExt cx="3483188" cy="302886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598768" y="3105239"/>
                <a:ext cx="482368" cy="482368"/>
              </a:xfrm>
              <a:prstGeom prst="roundRect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104960" y="3669609"/>
                <a:ext cx="3483188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查询频繁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104960" y="4462062"/>
                <a:ext cx="3483188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递归查询、按姓名搜索等操作需要频繁根据 `father_id`, `name` 等字段查找数据。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8048411" y="3105239"/>
              <a:ext cx="3483188" cy="3028861"/>
              <a:chOff x="4346278" y="3105239"/>
              <a:chExt cx="3483188" cy="302886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848467" y="3105239"/>
                <a:ext cx="482368" cy="482368"/>
              </a:xfrm>
              <a:prstGeom prst="roundRect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46278" y="3669609"/>
                <a:ext cx="3483188" cy="7924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性能瓶颈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46278" y="4462062"/>
                <a:ext cx="3483188" cy="167203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未经优化的查询可能导致系统响应缓慢，无法满足实际应用需求。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索引设计需求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e348dfd-03b4-42a8-9a60-8b522016bc89"/>
          <p:cNvGrpSpPr/>
          <p:nvPr/>
        </p:nvGrpSpPr>
        <p:grpSpPr>
          <a:xfrm rot="0">
            <a:off x="660399" y="1130300"/>
            <a:ext cx="10864851" cy="5003800"/>
            <a:chOff x="660399" y="1130300"/>
            <a:chExt cx="10864851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52147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针对不同查询场景设计索引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6750" y="1791062"/>
              <a:ext cx="10858500" cy="757178"/>
              <a:chOff x="660401" y="1799683"/>
              <a:chExt cx="10858500" cy="976972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1" y="1799683"/>
                <a:ext cx="10858499" cy="976971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1637370" y="1799684"/>
                <a:ext cx="9881531" cy="976971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4900295" y="2069094"/>
                <a:ext cx="0" cy="438150"/>
              </a:xfrm>
              <a:prstGeom prst="line">
                <a:avLst/>
              </a:prstGeom>
              <a:ln w="3175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 rot="0">
                <a:off x="886903" y="1883417"/>
                <a:ext cx="10308612" cy="809505"/>
                <a:chOff x="886903" y="1883417"/>
                <a:chExt cx="10308612" cy="809505"/>
              </a:xfrm>
            </p:grpSpPr>
            <p:sp>
              <p:nvSpPr>
                <p:cNvPr id="9" name="TextBox 9"/>
                <p:cNvSpPr txBox="1"/>
                <p:nvPr/>
              </p:nvSpPr>
              <p:spPr>
                <a:xfrm flipH="1">
                  <a:off x="1841498" y="1883418"/>
                  <a:ext cx="2919089" cy="8095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父子关系查询</a:t>
                  </a:r>
                  <a:endParaRPr lang="en-US" sz="1100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001490" y="1883417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为 `father_id` 和 `mother_id` 创建索引，加速查找子女和递归查询。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86903" y="1968368"/>
                  <a:ext cx="645564" cy="62785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</p:grpSp>
        </p:grpSp>
        <p:grpSp>
          <p:nvGrpSpPr>
            <p:cNvPr id="12" name="Group 12"/>
            <p:cNvGrpSpPr/>
            <p:nvPr/>
          </p:nvGrpSpPr>
          <p:grpSpPr>
            <a:xfrm rot="0">
              <a:off x="660399" y="2687529"/>
              <a:ext cx="10858500" cy="757176"/>
              <a:chOff x="660399" y="2918833"/>
              <a:chExt cx="10858500" cy="976970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60399" y="2918833"/>
                <a:ext cx="10858500" cy="976970"/>
              </a:xfrm>
              <a:prstGeom prst="roundRect">
                <a:avLst>
                  <a:gd name="adj" fmla="val 50000"/>
                </a:avLst>
              </a:prstGeom>
              <a:solidFill>
                <a:srgbClr val="B4471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 flipH="1">
                <a:off x="1637367" y="2918833"/>
                <a:ext cx="9881532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4900295" y="3188244"/>
                <a:ext cx="0" cy="438150"/>
              </a:xfrm>
              <a:prstGeom prst="line">
                <a:avLst/>
              </a:prstGeom>
              <a:ln w="31750">
                <a:solidFill>
                  <a:srgbClr val="B4471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 rot="0">
                <a:off x="886903" y="3002567"/>
                <a:ext cx="10308612" cy="809505"/>
                <a:chOff x="886903" y="3002567"/>
                <a:chExt cx="10308612" cy="809505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1841503" y="3002568"/>
                  <a:ext cx="2919089" cy="8095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族谱范围查询</a:t>
                  </a:r>
                  <a:endParaRPr lang="en-US" sz="1100"/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 flipH="1">
                  <a:off x="5001490" y="3002567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为 `family_id` 创建索引，加速限定族谱的查询。</a:t>
                  </a:r>
                  <a:endParaRPr lang="en-US" sz="1100"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86903" y="3079151"/>
                  <a:ext cx="645564" cy="644586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</p:grpSp>
        </p:grpSp>
        <p:grpSp>
          <p:nvGrpSpPr>
            <p:cNvPr id="20" name="Group 20"/>
            <p:cNvGrpSpPr/>
            <p:nvPr/>
          </p:nvGrpSpPr>
          <p:grpSpPr>
            <a:xfrm rot="0">
              <a:off x="660401" y="3583994"/>
              <a:ext cx="10858500" cy="757176"/>
              <a:chOff x="660401" y="4037981"/>
              <a:chExt cx="10858500" cy="976970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60401" y="4037981"/>
                <a:ext cx="10858499" cy="976970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1637370" y="4037981"/>
                <a:ext cx="9881531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4900295" y="4307392"/>
                <a:ext cx="0" cy="438150"/>
              </a:xfrm>
              <a:prstGeom prst="line">
                <a:avLst/>
              </a:prstGeom>
              <a:ln w="3175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 rot="0">
                <a:off x="886903" y="4121715"/>
                <a:ext cx="10308612" cy="809505"/>
                <a:chOff x="886903" y="4121715"/>
                <a:chExt cx="10308612" cy="809505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 flipH="1">
                  <a:off x="1841498" y="4121716"/>
                  <a:ext cx="2919089" cy="8095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按代查询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5001490" y="4121715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为 `generation` 创建索引，加速按代统计。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86903" y="4229692"/>
                  <a:ext cx="645564" cy="58180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3</a:t>
                  </a:r>
                  <a:endParaRPr lang="en-US" sz="1100"/>
                </a:p>
              </p:txBody>
            </p:sp>
          </p:grpSp>
        </p:grpSp>
        <p:grpSp>
          <p:nvGrpSpPr>
            <p:cNvPr id="28" name="Group 28"/>
            <p:cNvGrpSpPr/>
            <p:nvPr/>
          </p:nvGrpSpPr>
          <p:grpSpPr>
            <a:xfrm rot="0">
              <a:off x="660399" y="4480459"/>
              <a:ext cx="10858500" cy="757176"/>
              <a:chOff x="660399" y="5157130"/>
              <a:chExt cx="10858500" cy="976970"/>
            </a:xfrm>
          </p:grpSpPr>
          <p:sp>
            <p:nvSpPr>
              <p:cNvPr id="29" name="AutoShape 29"/>
              <p:cNvSpPr/>
              <p:nvPr/>
            </p:nvSpPr>
            <p:spPr>
              <a:xfrm>
                <a:off x="660399" y="5157130"/>
                <a:ext cx="10858500" cy="976970"/>
              </a:xfrm>
              <a:prstGeom prst="roundRect">
                <a:avLst>
                  <a:gd name="adj" fmla="val 50000"/>
                </a:avLst>
              </a:prstGeom>
              <a:solidFill>
                <a:srgbClr val="B4471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1">
                <a:off x="1637367" y="5157130"/>
                <a:ext cx="9881532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4900295" y="5426540"/>
                <a:ext cx="0" cy="438150"/>
              </a:xfrm>
              <a:prstGeom prst="line">
                <a:avLst/>
              </a:prstGeom>
              <a:ln w="31750">
                <a:solidFill>
                  <a:srgbClr val="B4471C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 rot="0">
                <a:off x="886903" y="5240864"/>
                <a:ext cx="10308612" cy="809505"/>
                <a:chOff x="886903" y="5240864"/>
                <a:chExt cx="10308612" cy="809505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1841503" y="5240865"/>
                  <a:ext cx="2919089" cy="8095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姓名模糊查询</a:t>
                  </a:r>
                  <a:endParaRPr lang="en-US" sz="1100"/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 flipH="1">
                  <a:off x="5001490" y="5240864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为 `name` 创建B-Tree索引 (前缀匹配) 或 trigram 索引 (任意位置匹配)。</a:t>
                  </a:r>
                  <a:endParaRPr lang="en-US" sz="1100"/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86903" y="5330903"/>
                  <a:ext cx="645564" cy="61767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4</a:t>
                  </a:r>
                  <a:endParaRPr lang="en-US" sz="1100"/>
                </a:p>
              </p:txBody>
            </p:sp>
          </p:grpSp>
        </p:grpSp>
        <p:grpSp>
          <p:nvGrpSpPr>
            <p:cNvPr id="36" name="Group 36"/>
            <p:cNvGrpSpPr/>
            <p:nvPr/>
          </p:nvGrpSpPr>
          <p:grpSpPr>
            <a:xfrm rot="0">
              <a:off x="666750" y="5376924"/>
              <a:ext cx="10858500" cy="757176"/>
              <a:chOff x="660401" y="4037981"/>
              <a:chExt cx="10858500" cy="976970"/>
            </a:xfrm>
          </p:grpSpPr>
          <p:sp>
            <p:nvSpPr>
              <p:cNvPr id="37" name="AutoShape 37"/>
              <p:cNvSpPr/>
              <p:nvPr/>
            </p:nvSpPr>
            <p:spPr>
              <a:xfrm>
                <a:off x="660401" y="4037981"/>
                <a:ext cx="10858499" cy="976970"/>
              </a:xfrm>
              <a:prstGeom prst="roundRect">
                <a:avLst>
                  <a:gd name="adj" fmla="val 50000"/>
                </a:avLst>
              </a:prstGeom>
              <a:solidFill>
                <a:srgbClr val="DCA05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38" name="AutoShape 38"/>
              <p:cNvSpPr/>
              <p:nvPr/>
            </p:nvSpPr>
            <p:spPr>
              <a:xfrm>
                <a:off x="1637370" y="4037981"/>
                <a:ext cx="9881531" cy="97697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39" name="AutoShape 39"/>
              <p:cNvSpPr/>
              <p:nvPr/>
            </p:nvSpPr>
            <p:spPr>
              <a:xfrm>
                <a:off x="4900295" y="4307392"/>
                <a:ext cx="0" cy="438150"/>
              </a:xfrm>
              <a:prstGeom prst="line">
                <a:avLst/>
              </a:prstGeom>
              <a:ln w="31750">
                <a:solidFill>
                  <a:srgbClr val="DCA05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 rot="0">
                <a:off x="886903" y="4121715"/>
                <a:ext cx="10308612" cy="809505"/>
                <a:chOff x="886903" y="4121715"/>
                <a:chExt cx="10308612" cy="809505"/>
              </a:xfrm>
            </p:grpSpPr>
            <p:sp>
              <p:nvSpPr>
                <p:cNvPr id="41" name="TextBox 41"/>
                <p:cNvSpPr txBox="1"/>
                <p:nvPr/>
              </p:nvSpPr>
              <p:spPr>
                <a:xfrm flipH="1">
                  <a:off x="1841498" y="4121716"/>
                  <a:ext cx="2919089" cy="8095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defRPr/>
                  </a:pPr>
                  <a:r>
                    <a:rPr lang="en-US" sz="1800" b="1" i="0" strike="noStrike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组合索引</a:t>
                  </a:r>
                  <a:endParaRPr lang="en-US" sz="1100"/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001490" y="4121715"/>
                  <a:ext cx="6194025" cy="80950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000000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对于同时限定 `family_id` 和 `generation` 的查询，可使用组合索引。</a:t>
                  </a:r>
                  <a:endParaRPr lang="en-US" sz="1100"/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86903" y="4229692"/>
                  <a:ext cx="645564" cy="581800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4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5</a:t>
                  </a:r>
                  <a:endParaRPr lang="en-US" sz="1100"/>
                </a:p>
              </p:txBody>
            </p:sp>
          </p:grpSp>
        </p:grpSp>
      </p:grpSp>
      <p:sp>
        <p:nvSpPr>
          <p:cNvPr id="44" name="TextBox 4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推荐索引设计方案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ee14a81-d566-4c93-9f74-4a49dbe105a4"/>
          <p:cNvGrpSpPr/>
          <p:nvPr/>
        </p:nvGrpSpPr>
        <p:grpSpPr>
          <a:xfrm rot="0">
            <a:off x="660400" y="1130300"/>
            <a:ext cx="10858500" cy="4988460"/>
            <a:chOff x="660400" y="1130300"/>
            <a:chExt cx="10858500" cy="4988460"/>
          </a:xfrm>
        </p:grpSpPr>
        <p:sp>
          <p:nvSpPr>
            <p:cNvPr id="3" name="TextBox 3"/>
            <p:cNvSpPr txBox="1"/>
            <p:nvPr/>
          </p:nvSpPr>
          <p:spPr>
            <a:xfrm>
              <a:off x="679450" y="1130300"/>
              <a:ext cx="10833100" cy="10202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使用EXPLAIN分析查询性能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272165"/>
              <a:ext cx="2423878" cy="3841933"/>
              <a:chOff x="660400" y="2272165"/>
              <a:chExt cx="2041331" cy="384193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DCA050">
                      <a:alpha val="100000"/>
                    </a:srgbClr>
                  </a:gs>
                  <a:gs pos="100000">
                    <a:srgbClr val="B4471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DCA050">
                            <a:alpha val="100000"/>
                          </a:srgbClr>
                        </a:gs>
                        <a:gs pos="100000">
                          <a:srgbClr val="B4471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分析工具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 `EXPLAIN ANALYZE` 命令查看SQL查询的实际执行计划。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71941" y="2291056"/>
              <a:ext cx="2423878" cy="3819916"/>
              <a:chOff x="2864693" y="2291056"/>
              <a:chExt cx="2041331" cy="3819916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DCA050">
                      <a:alpha val="100000"/>
                    </a:srgbClr>
                  </a:gs>
                  <a:gs pos="100000">
                    <a:srgbClr val="B4471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无索引情况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DCA050">
                            <a:alpha val="100000"/>
                          </a:srgbClr>
                        </a:gs>
                        <a:gs pos="100000">
                          <a:srgbClr val="B4471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执行计划中可能出现 `Seq Scan`，表示进行了全表扫描，成本高昂。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283482" y="2304006"/>
              <a:ext cx="2423878" cy="3814754"/>
              <a:chOff x="5068985" y="2304006"/>
              <a:chExt cx="2041331" cy="3814754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DCA050">
                      <a:alpha val="100000"/>
                    </a:srgbClr>
                  </a:gs>
                  <a:gs pos="100000">
                    <a:srgbClr val="B4471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有索引情况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68985" y="230400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DCA050">
                            <a:alpha val="100000"/>
                          </a:srgbClr>
                        </a:gs>
                        <a:gs pos="100000">
                          <a:srgbClr val="B4471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执行计划中可能出现 `Index Scan` 或 `Bitmap Index Scan`，表示使用了索引，效率更高。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9095022" y="2257446"/>
              <a:ext cx="2423878" cy="3860284"/>
              <a:chOff x="7273278" y="2257446"/>
              <a:chExt cx="2041331" cy="3860284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7273278" y="3412103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DCA050">
                      <a:alpha val="100000"/>
                    </a:srgbClr>
                  </a:gs>
                  <a:gs pos="100000">
                    <a:srgbClr val="B4471C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273278" y="358282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性能对比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273278" y="225744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800" b="1" i="0">
                    <a:gradFill>
                      <a:gsLst>
                        <a:gs pos="0">
                          <a:srgbClr val="DCA050">
                            <a:alpha val="100000"/>
                          </a:srgbClr>
                        </a:gs>
                        <a:gs pos="100000">
                          <a:srgbClr val="B4471C">
                            <a:alpha val="100000"/>
                          </a:srgbClr>
                        </a:gs>
                      </a:gsLst>
                      <a:lin ang="2700000"/>
                    </a:gra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273278" y="439246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对比有无索引时查询的执行时间，并解释执行计划的变化，证明索引优化的效果。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执行计划分析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9639" y="2322098"/>
            <a:ext cx="7146757" cy="13509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应用界面与验收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09639" y="3709001"/>
            <a:ext cx="7146757" cy="82690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设计基础的应用界面将数据库查询结果可视化，并整理所有实验成果，形成完整的实验报告进行验收。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fb2d990-f77f-4cd3-9fd8-0b5283d24508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 flipV="1">
              <a:off x="2208715" y="3819340"/>
              <a:ext cx="1507996" cy="388958"/>
            </a:xfrm>
            <a:prstGeom prst="line">
              <a:avLst/>
            </a:prstGeom>
            <a:ln w="9525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 flipV="1">
              <a:off x="4293340" y="3803648"/>
              <a:ext cx="1507996" cy="388958"/>
            </a:xfrm>
            <a:prstGeom prst="line">
              <a:avLst/>
            </a:prstGeom>
            <a:ln w="9525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6377966" y="3819340"/>
              <a:ext cx="1507996" cy="388958"/>
            </a:xfrm>
            <a:prstGeom prst="line">
              <a:avLst/>
            </a:prstGeom>
            <a:ln w="9525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 flipV="1">
              <a:off x="8462591" y="3803648"/>
              <a:ext cx="1507996" cy="388958"/>
            </a:xfrm>
            <a:prstGeom prst="line">
              <a:avLst/>
            </a:prstGeom>
            <a:ln w="9525">
              <a:solidFill>
                <a:srgbClr val="DCA050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400" y="1130300"/>
              <a:ext cx="10858500" cy="6477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将数据库能力通过界面展示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 rot="0">
              <a:off x="660400" y="3737608"/>
              <a:ext cx="2520001" cy="2396492"/>
              <a:chOff x="441799" y="3737608"/>
              <a:chExt cx="2520001" cy="239649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219200" y="3737608"/>
                <a:ext cx="965200" cy="965200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41799" y="4795508"/>
                <a:ext cx="2520000" cy="493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用户认证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1800" y="5289240"/>
                <a:ext cx="2520000" cy="844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实现用户注册、登录及权限控制。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2745025" y="1909308"/>
              <a:ext cx="2520001" cy="2376940"/>
              <a:chOff x="2635724" y="1909308"/>
              <a:chExt cx="2520001" cy="237694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413125" y="3321048"/>
                <a:ext cx="965200" cy="965200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35724" y="1909308"/>
                <a:ext cx="2520000" cy="493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族谱管理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35725" y="2403040"/>
                <a:ext cx="2520000" cy="844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支持族谱的创建、编辑、删除及成员邀请。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4829650" y="3737608"/>
              <a:ext cx="2520002" cy="2396492"/>
              <a:chOff x="4829649" y="3737608"/>
              <a:chExt cx="2520002" cy="2396492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607050" y="3737608"/>
                <a:ext cx="965200" cy="965200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829649" y="4795508"/>
                <a:ext cx="2520000" cy="493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成员管理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829651" y="5289240"/>
                <a:ext cx="2520000" cy="844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支持成员的增删改查及模糊搜索。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6914276" y="1909308"/>
              <a:ext cx="2520001" cy="2376940"/>
              <a:chOff x="7023574" y="1909308"/>
              <a:chExt cx="2520001" cy="237694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800975" y="3321048"/>
                <a:ext cx="965200" cy="965200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3574" y="1909308"/>
                <a:ext cx="2520000" cy="493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核心查询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3575" y="2403040"/>
                <a:ext cx="2520000" cy="844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实现祖先查询、亲缘路径查询功能。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8998899" y="3737608"/>
              <a:ext cx="2520001" cy="2396492"/>
              <a:chOff x="9217499" y="3737608"/>
              <a:chExt cx="2520001" cy="2396492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9994900" y="3737608"/>
                <a:ext cx="965200" cy="965200"/>
              </a:xfrm>
              <a:prstGeom prst="ellipse">
                <a:avLst/>
              </a:prstGeom>
              <a:solidFill>
                <a:srgbClr val="00000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217499" y="4795508"/>
                <a:ext cx="2520000" cy="493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可视化展示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217500" y="5289240"/>
                <a:ext cx="2520000" cy="84486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以树形结构预览某个成员的分支族谱。</a:t>
                </a:r>
                <a:endParaRPr lang="en-US" sz="1100"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应用界面功能模块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18aa32e-c178-43d7-8086-6ca0d084bb5c"/>
          <p:cNvGrpSpPr/>
          <p:nvPr/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53389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明确实验需要提交的全部成果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0" y="2030087"/>
              <a:ext cx="12192000" cy="4827913"/>
              <a:chOff x="0" y="2030087"/>
              <a:chExt cx="12192000" cy="482791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0" y="3283179"/>
                <a:ext cx="12192000" cy="3574821"/>
              </a:xfrm>
              <a:prstGeom prst="rect">
                <a:avLst/>
              </a:prstGeom>
              <a:solidFill>
                <a:srgbClr val="DCA050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660399" y="3740149"/>
                <a:ext cx="1664985" cy="7111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实验报告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1" y="4591048"/>
                <a:ext cx="1664986" cy="15430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涵盖需求分析、设计、实现、测试全过程。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0595" y="2030087"/>
                <a:ext cx="1560954" cy="11675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4800" b="0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9" name="AutoShape 9"/>
            <p:cNvSpPr/>
            <p:nvPr/>
          </p:nvSpPr>
          <p:spPr>
            <a:xfrm flipV="1">
              <a:off x="2600267" y="4015387"/>
              <a:ext cx="0" cy="2118713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2976983" y="2030087"/>
              <a:ext cx="1664987" cy="4104014"/>
              <a:chOff x="2976983" y="2030087"/>
              <a:chExt cx="1664987" cy="410401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976983" y="3740149"/>
                <a:ext cx="1664984" cy="7111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设计文档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976985" y="4591048"/>
                <a:ext cx="1664985" cy="15430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包含ER图、关系模式、约束说明、范式分析。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992798" y="2030087"/>
                <a:ext cx="1560954" cy="11675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4800" b="0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4" name="AutoShape 14"/>
            <p:cNvSpPr/>
            <p:nvPr/>
          </p:nvSpPr>
          <p:spPr>
            <a:xfrm flipV="1">
              <a:off x="4912318" y="4015387"/>
              <a:ext cx="0" cy="2118713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5" name="Group 15"/>
            <p:cNvGrpSpPr/>
            <p:nvPr/>
          </p:nvGrpSpPr>
          <p:grpSpPr>
            <a:xfrm rot="0">
              <a:off x="5293567" y="2030087"/>
              <a:ext cx="1664988" cy="4104014"/>
              <a:chOff x="5293567" y="2030087"/>
              <a:chExt cx="1664988" cy="410401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293570" y="3740154"/>
                <a:ext cx="1664985" cy="7111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代码与数据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293567" y="4591051"/>
                <a:ext cx="1664984" cy="15430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提交数据生成脚本、数据库结构及导出文件。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03767" y="2030087"/>
                <a:ext cx="1560954" cy="11675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4800" b="0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V="1">
              <a:off x="7224367" y="4015387"/>
              <a:ext cx="0" cy="2118713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0" name="Group 20"/>
            <p:cNvGrpSpPr/>
            <p:nvPr/>
          </p:nvGrpSpPr>
          <p:grpSpPr>
            <a:xfrm rot="0">
              <a:off x="7516625" y="2030087"/>
              <a:ext cx="1664992" cy="4104014"/>
              <a:chOff x="7516625" y="2030087"/>
              <a:chExt cx="1664992" cy="410401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516625" y="3740154"/>
                <a:ext cx="1664987" cy="7111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功能截图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16631" y="4591051"/>
                <a:ext cx="1664986" cy="15430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提交应用界面各功能模块的运行截图。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662" y="2030087"/>
                <a:ext cx="1560955" cy="11675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4800" b="0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4" name="AutoShape 24"/>
            <p:cNvSpPr/>
            <p:nvPr/>
          </p:nvSpPr>
          <p:spPr>
            <a:xfrm flipV="1">
              <a:off x="9561651" y="4015387"/>
              <a:ext cx="0" cy="2118713"/>
            </a:xfrm>
            <a:prstGeom prst="line">
              <a:avLst/>
            </a:prstGeom>
            <a:ln w="63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5" name="Group 25"/>
            <p:cNvGrpSpPr/>
            <p:nvPr/>
          </p:nvGrpSpPr>
          <p:grpSpPr>
            <a:xfrm rot="0">
              <a:off x="9853907" y="2030087"/>
              <a:ext cx="1664989" cy="4104014"/>
              <a:chOff x="9853907" y="2030087"/>
              <a:chExt cx="1664989" cy="4104014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9853908" y="3740154"/>
                <a:ext cx="1664985" cy="7111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性能分析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853907" y="4591051"/>
                <a:ext cx="1664986" cy="15430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提交SQL语句、执行计划及性能对比数据。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7942" y="2030087"/>
                <a:ext cx="1560954" cy="116751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4800" b="0" i="0">
                    <a:solidFill>
                      <a:srgbClr val="DCA05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</p:grpSp>
      <p:sp>
        <p:nvSpPr>
          <p:cNvPr id="29" name="TextBox 2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实验验收材料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751e43f-fbe9-44a1-985c-e3ca5c22c50f"/>
          <p:cNvGrpSpPr/>
          <p:nvPr/>
        </p:nvGrpSpPr>
        <p:grpSpPr>
          <a:xfrm rot="0"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id="3" name="AutoShape 3"/>
            <p:cNvSpPr/>
            <p:nvPr/>
          </p:nvSpPr>
          <p:spPr>
            <a:xfrm>
              <a:off x="695325" y="1040108"/>
              <a:ext cx="10801350" cy="5184183"/>
            </a:xfrm>
            <a:custGeom>
              <a:avLst/>
              <a:gdLst/>
              <a:ahLst/>
              <a:cxnLst/>
              <a:rect l="l" t="t" r="r" b="b"/>
              <a:pathLst>
                <a:path w="10801350" h="5184183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rgbClr val="778495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795404" y="1716476"/>
              <a:ext cx="6601193" cy="1214199"/>
            </a:xfrm>
            <a:prstGeom prst="trapezoid">
              <a:avLst>
                <a:gd name="adj" fmla="val 39524"/>
              </a:avLst>
            </a:prstGeom>
            <a:gradFill>
              <a:gsLst>
                <a:gs pos="0">
                  <a:srgbClr val="DCA050">
                    <a:alpha val="100000"/>
                    <a:lumMod val="60000"/>
                    <a:lumOff val="40000"/>
                  </a:srgbClr>
                </a:gs>
                <a:gs pos="50000">
                  <a:srgbClr val="DCA050">
                    <a:alpha val="100000"/>
                  </a:srgbClr>
                </a:gs>
              </a:gsLst>
              <a:lin ang="2700000"/>
            </a:gradFill>
            <a:ln>
              <a:headEnd type="none"/>
              <a:tailEnd type="none"/>
            </a:ln>
          </p:spPr>
          <p:txBody>
            <a:bodyPr vert="horz" wrap="square" lIns="108000" tIns="108000" rIns="108000" bIns="108000" rtlCol="0" anchor="ctr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总结本次实验的核心价值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9076740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B4471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V="1">
              <a:off x="9759479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B4471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125461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B4471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442723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rgbClr val="778495">
                <a:alpha val="14901"/>
              </a:srgbClr>
            </a:solidFill>
            <a:ln w="12700">
              <a:solidFill>
                <a:srgbClr val="B4471C">
                  <a:alpha val="50196"/>
                  <a:lumMod val="20000"/>
                  <a:lumOff val="8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 rot="0">
              <a:off x="1244423" y="3379491"/>
              <a:ext cx="2172594" cy="2261616"/>
              <a:chOff x="1244423" y="3379491"/>
              <a:chExt cx="2172594" cy="226161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244423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B4471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44423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掌握从复杂业务到数据库实体、关系的设计能力。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44423" y="4114801"/>
                <a:ext cx="2172594" cy="4612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数据库建模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3754610" y="3379491"/>
              <a:ext cx="2172594" cy="2261616"/>
              <a:chOff x="3754610" y="3379491"/>
              <a:chExt cx="2172594" cy="226161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754610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B4471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754610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掌握使用 Recursive CTE 处理不确定深度的层级数据。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754610" y="4114801"/>
                <a:ext cx="2172594" cy="4612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递归查询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6264797" y="3379491"/>
              <a:ext cx="2172594" cy="2261616"/>
              <a:chOff x="6264797" y="3379491"/>
              <a:chExt cx="2172594" cy="226161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64797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B4471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64797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掌握通过索引设计和执行计划分析优化查询性能。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64797" y="4114801"/>
                <a:ext cx="2172594" cy="4612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性能优化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8774983" y="3379491"/>
              <a:ext cx="2172594" cy="2261616"/>
              <a:chOff x="8774983" y="3379491"/>
              <a:chExt cx="2172594" cy="2261616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774983" y="3379491"/>
                <a:ext cx="2172594" cy="560381"/>
              </a:xfrm>
              <a:prstGeom prst="snip1Rect">
                <a:avLst/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B4471C">
                    <a:alpha val="50196"/>
                    <a:lumMod val="20000"/>
                    <a:lumOff val="8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774983" y="4576004"/>
                <a:ext cx="2172594" cy="10651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完整体验从需求分析到系统部署的数据库应用开发流程。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774983" y="4114801"/>
                <a:ext cx="2172594" cy="46120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系统工程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本实验的学习收获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028700"/>
            <a:ext cx="3380340" cy="5207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eaVert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4cd4492-14e7-4969-aa73-d9b455edb1b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4549</Words>
  <Application>WPS 演示</Application>
  <PresentationFormat>On-screen Show (4:3)</PresentationFormat>
  <Paragraphs>716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d4cd4492-14e7-4969-aa73-d9b455edb1b8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常家亮</cp:lastModifiedBy>
  <cp:revision>2</cp:revision>
  <dcterms:created xsi:type="dcterms:W3CDTF">2006-08-16T00:00:00Z</dcterms:created>
  <dcterms:modified xsi:type="dcterms:W3CDTF">2026-05-06T15:12:31Z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67FAA09783C5416B8D9B0FDBBC1A46B2_12</vt:lpwstr>
  </property>
  <property fmtid="{D5CDD505-2E9C-101B-9397-08002B2CF9AE}" pid="3" name="KSOProductBuildVer">
    <vt:lpwstr>2052-12.1.0.25865</vt:lpwstr>
  </property>
</Properties>
</file>